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372600" cy="7543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1. The garden after rain, nobody in it yet.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2. Close-up: the flowers, still dripping.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3. Rose and her strawberry lollipop.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4. Close-up: the lollipop has dropped into the soft soil.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5. Rose runs inside for dinner and says goodnight to the ground.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6. Underground: the town under the garden, quiet. Someone heard her.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garden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fade-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3726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628650"/>
            <a:ext cx="8229600" cy="971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It had rained all afternoon.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flowers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fade-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3726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628650"/>
            <a:ext cx="8229600" cy="971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Everything was still dripping.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garden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book-rose-lollipop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9193" y="1919123"/>
            <a:ext cx="2460307" cy="4962852"/>
          </a:xfrm>
          <a:prstGeom prst="rect">
            <a:avLst/>
          </a:prstGeom>
        </p:spPr>
      </p:pic>
      <p:pic>
        <p:nvPicPr>
          <p:cNvPr id="4" name="Picture 3" descr="fade-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3726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28650"/>
            <a:ext cx="8229600" cy="971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Rose had a strawberry lollipop.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lollipop-soil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fade-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83480"/>
            <a:ext cx="93726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943600"/>
            <a:ext cx="8229600" cy="971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>
                <a:solidFill>
                  <a:srgbClr val="1A1A1A"/>
                </a:solidFill>
                <a:latin typeface="EB Garamond"/>
              </a:rPr>
              <a:t>Plop.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garden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book-rose-running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0717" y="3204543"/>
            <a:ext cx="2343150" cy="2643473"/>
          </a:xfrm>
          <a:prstGeom prst="rect">
            <a:avLst/>
          </a:prstGeom>
        </p:spPr>
      </p:pic>
      <p:pic>
        <p:nvPicPr>
          <p:cNvPr id="4" name="Picture 3" descr="fade-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3726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28650"/>
            <a:ext cx="8229600" cy="971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“Rose! Dinner!”</a:t>
            </a:r>
          </a:p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“Night night, dirt!”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town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fade-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83480"/>
            <a:ext cx="93726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943600"/>
            <a:ext cx="8229600" cy="971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Down below, someone heard 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