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Portrait needs the graduate's written consent. Headline: name,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Land or project photo plus where they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Name one practice or crop. No jargon without a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One number, Harvest Gold. Needs the graduate's report and year in the source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Real quote, approved by the graduate. Do not paraphrase into a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572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500" y="0"/>
            <a:ext cx="9906000" cy="857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 i="0">
                <a:solidFill>
                  <a:srgbClr val="22371F"/>
                </a:solidFill>
                <a:latin typeface="Montserrat"/>
              </a:rPr>
              <a:t>[PHOTO: Large portrait of the graduate]</a:t>
            </a:r>
          </a:p>
          <a:p>
            <a:pPr algn="ctr"/>
            <a:r>
              <a:rPr sz="2250" b="1" i="0">
                <a:solidFill>
                  <a:srgbClr val="22371F"/>
                </a:solidFill>
                <a:latin typeface="Montserrat"/>
              </a:rPr>
              <a:t>Right-click, Change Picture. Only real SFW photos, with consent.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572500"/>
            <a:ext cx="10287000" cy="4286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8858250"/>
            <a:ext cx="9144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Montserrat"/>
              </a:rPr>
              <a:t>[COPY: Allison] Graduate name,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Montserrat"/>
              </a:rPr>
              <a:t>Town, Country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095375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0" i="1">
                <a:solidFill>
                  <a:srgbClr val="DBE6A7"/>
                </a:solidFill>
                <a:latin typeface="EB Garamond"/>
              </a:rPr>
              <a:t>[COPY: Allison] One warm, proud line. Say what they are known for locally.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191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500" y="0"/>
            <a:ext cx="9906000" cy="819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 i="0">
                <a:solidFill>
                  <a:srgbClr val="22371F"/>
                </a:solidFill>
                <a:latin typeface="Montserrat"/>
              </a:rPr>
              <a:t>[PHOTO: Their land or project, before or early on]</a:t>
            </a:r>
          </a:p>
          <a:p>
            <a:pPr algn="ctr"/>
            <a:r>
              <a:rPr sz="2250" b="1" i="0">
                <a:solidFill>
                  <a:srgbClr val="22371F"/>
                </a:solidFill>
                <a:latin typeface="Montserrat"/>
              </a:rPr>
              <a:t>Right-click, Change Picture. Only real SFW photos, with consent.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87630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 i="0">
                <a:solidFill>
                  <a:srgbClr val="156826"/>
                </a:solidFill>
                <a:latin typeface="Montserrat"/>
              </a:rPr>
              <a:t>[COPY: Allison] Where they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9334500"/>
            <a:ext cx="9144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0" i="0">
                <a:solidFill>
                  <a:srgbClr val="22371F"/>
                </a:solidFill>
                <a:latin typeface="EB Garamond"/>
              </a:rPr>
              <a:t>[COPY: Allison] One line. Plain and honest, e.g. what the ground was like the year they began.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56826"/>
                </a:solidFill>
                <a:latin typeface="Montserrat"/>
              </a:rPr>
              <a:t>WHAT THEY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905000"/>
            <a:ext cx="91440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500" b="1" i="0">
                <a:solidFill>
                  <a:srgbClr val="22371F"/>
                </a:solidFill>
                <a:latin typeface="Montserrat"/>
              </a:rPr>
              <a:t>[COPY: Allison] One line on the change. Name the practice or crop.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7239000"/>
            <a:ext cx="9144000" cy="381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7810500"/>
            <a:ext cx="9144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333130"/>
                </a:solidFill>
                <a:latin typeface="EB Garamond"/>
              </a:rPr>
              <a:t>[COPY: Allison] Optional second line: why, in the graduate's own words. Warm, not salesy.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BE6A7"/>
                </a:solidFill>
                <a:latin typeface="Montserrat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9050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>
                <a:solidFill>
                  <a:srgbClr val="C9A227"/>
                </a:solidFill>
                <a:latin typeface="Montserrat"/>
              </a:rPr>
              <a:t>[COPY: Allison] Big number, from the source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81250"/>
            <a:ext cx="9144000" cy="342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0" b="1" i="0">
                <a:solidFill>
                  <a:srgbClr val="C9A227"/>
                </a:solidFill>
                <a:latin typeface="Montserrat"/>
              </a:rPr>
              <a:t>[Big number]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191250"/>
            <a:ext cx="9144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50" b="0" i="0">
                <a:solidFill>
                  <a:srgbClr val="FFFFFF"/>
                </a:solidFill>
                <a:latin typeface="EB Garamond"/>
              </a:rPr>
              <a:t>[COPY: Allison] What the number measures, in one line, with units and the comparison (against what).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0953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>
                <a:solidFill>
                  <a:srgbClr val="A7B097"/>
                </a:solidFill>
                <a:latin typeface="Source Sans 3"/>
              </a:rPr>
              <a:t>[COPY: Allison] Source line: who measured it, where, which year. No source, no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2857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0" b="1" i="0">
                <a:solidFill>
                  <a:srgbClr val="156826"/>
                </a:solidFill>
                <a:latin typeface="EB Garamond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67000"/>
            <a:ext cx="9144000" cy="6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950" b="0" i="1">
                <a:solidFill>
                  <a:srgbClr val="22371F"/>
                </a:solidFill>
                <a:latin typeface="EB Garamond"/>
              </a:rPr>
              <a:t>[COPY: Allison] Short quote from the graduate, three lines at most. Their voice, not 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334500"/>
            <a:ext cx="9144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56826"/>
                </a:solidFill>
                <a:latin typeface="Montserrat"/>
              </a:rPr>
              <a:t>[COPY: Allison] Graduate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9906000"/>
            <a:ext cx="9144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6A665C"/>
                </a:solidFill>
                <a:latin typeface="Montserrat"/>
              </a:rPr>
              <a:t>@soilfoodwebschool graduate</a:t>
            </a:r>
          </a:p>
        </p:txBody>
      </p:sp>
      <p:sp>
        <p:nvSpPr>
          <p:cNvPr id="6" name="Oval 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