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Portrait needs the graduate's written consent. Headline: name,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Land or project photo plus where they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Name one practice or crop. No jargon without a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One number, Harvest Gold. Needs the graduate's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Real quote, approved by the graduate. Do not paraphrase into a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5725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57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[PHOTO: Large portrait of the graduate]</a:t>
            </a:r>
          </a:p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572500"/>
            <a:ext cx="10287000" cy="428625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8572500"/>
            <a:ext cx="9144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Graduate name,</a:t>
            </a:r>
          </a:p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Town, Country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1">
                <a:solidFill>
                  <a:srgbClr val="B1BCB1"/>
                </a:solidFill>
                <a:latin typeface="EB Garamond"/>
              </a:rPr>
              <a:t>[COPY: Allison] One proud line about them.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1915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19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[PHOTO: Their land or project, before or early on]</a:t>
            </a:r>
          </a:p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8763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[COPY: Allison] Where they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334500"/>
            <a:ext cx="9144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1E3F1D"/>
                </a:solidFill>
                <a:latin typeface="EB Garamond"/>
              </a:rPr>
              <a:t>[COPY: Allison] One line: how it began.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WHAT THEY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700" b="1" i="0">
                <a:solidFill>
                  <a:srgbClr val="1E3F1D"/>
                </a:solidFill>
                <a:latin typeface="Montserrat"/>
              </a:rPr>
              <a:t>[COPY: Allison] One line on the change. Name the practice or crop.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7239000"/>
            <a:ext cx="9144000" cy="381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7810500"/>
            <a:ext cx="9144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333130"/>
                </a:solidFill>
                <a:latin typeface="EB Garamond"/>
              </a:rPr>
              <a:t>[COPY: Allison] Optional: why, in their words.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39C48"/>
                </a:solidFill>
                <a:latin typeface="Montserrat"/>
              </a:rPr>
              <a:t>[COPY: Allison] Big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381250"/>
            <a:ext cx="9144000" cy="342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50" b="1" i="0">
                <a:solidFill>
                  <a:srgbClr val="D39C48"/>
                </a:solidFill>
                <a:latin typeface="Montserrat"/>
              </a:rPr>
              <a:t>[Big number]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6191250"/>
            <a:ext cx="9144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FFFFF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0953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B1BCB1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285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0" b="1" i="0">
                <a:solidFill>
                  <a:srgbClr val="31662F"/>
                </a:solidFill>
                <a:latin typeface="EB Garamond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667000"/>
            <a:ext cx="9144000" cy="60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700" b="0" i="1">
                <a:solidFill>
                  <a:srgbClr val="1E3F1D"/>
                </a:solidFill>
                <a:latin typeface="EB Garamond"/>
              </a:rPr>
              <a:t>[COPY: Allison] Short quote, their own 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33450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[COPY: Allison] Graduate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00125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 graduate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