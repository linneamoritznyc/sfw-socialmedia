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Photo: assets/microscopy/fungal-spores-in-suspension.jpg (brightfield soil sample: round spores and short bacterial rods). Swap to match the fact. Fact must have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1.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2.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3.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One line, tied to the reader's own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3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7239091917060009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638175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953250"/>
            <a:ext cx="9144000" cy="438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surprising fact. Name the organism.</a:t>
            </a:r>
          </a:p>
        </p:txBody>
      </p:sp>
      <p:pic>
        <p:nvPicPr>
          <p:cNvPr id="5" name="Picture 4" descr="st25584675609710087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6667500" y="4476750"/>
            <a:ext cx="4038600" cy="3028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Swipe for the mechanism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STEP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B1BC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1]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Step one,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71448035087165432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STEP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B1BC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2]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Step two,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2523896290647565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STEP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B1BC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3]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Step three,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4750798945456173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WHY THIS MATTERS FOR YOUR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857500"/>
            <a:ext cx="9144000" cy="571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line for their own soil.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B1BCB1"/>
                </a:solidFill>
                <a:latin typeface="EB Garamond"/>
              </a:rPr>
              <a:t>[COPY: Allison] One call to action, or none.</a:t>
            </a:r>
          </a:p>
        </p:txBody>
      </p:sp>
      <p:pic>
        <p:nvPicPr>
          <p:cNvPr id="5" name="Picture 4" descr="st7730167352228561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5715000" y="8382000"/>
            <a:ext cx="4800600" cy="35528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