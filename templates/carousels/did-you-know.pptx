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Fact must have a named source before posting. Nerdy and specific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50" b="1" i="0">
                <a:solidFill>
                  <a:srgbClr val="DBE6A7"/>
                </a:solidFill>
                <a:latin typeface="Montserrat"/>
              </a:rPr>
              <a:t>[PHOTO: Microscope image (assets/microscopy/)]</a:t>
            </a:r>
          </a:p>
          <a:p>
            <a:pPr algn="ctr"/>
            <a:r>
              <a:rPr sz="2250" b="1" i="0">
                <a:solidFill>
                  <a:srgbClr val="DBE6A7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8175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1" i="0">
                <a:solidFill>
                  <a:srgbClr val="FFFFFF"/>
                </a:solidFill>
                <a:latin typeface="Montserrat"/>
              </a:rPr>
              <a:t>[COPY: Allison] One surprising fact, specific and nerdy. Name the organism or the molecule.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First step of the mechanism, one line. Name the organism, enzyme or compound.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Second step, one line. Chemical or microbial level: what moves, what is released.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Third step, one line. Where it ends up: in the soil, in the root, in the plant.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857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 i="0">
                <a:solidFill>
                  <a:srgbClr val="FFFFFF"/>
                </a:solidFill>
                <a:latin typeface="Montserrat"/>
              </a:rPr>
              <a:t>[COPY: Allison] One line. What the reader can now look for or do on their own ground.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i="1">
                <a:solidFill>
                  <a:srgbClr val="DBE6A7"/>
                </a:solidFill>
                <a:latin typeface="EB Garamond"/>
              </a:rPr>
              <a:t>[COPY: Allison] One call to action only, or none.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