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assets/microscopy/fungal-spores-in-suspension.jpg (brightfield soil sample: round spores and short bacterial rods).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4510564463618935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One call to action, or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