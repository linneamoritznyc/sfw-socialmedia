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card. Photo: head and shoulders, smiling, written consent. Bio: use only what the instructor approved. No invented years or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card. Photo: head and shoulders, smiling, written consent. Bio: use only what the instructor approved. No invented years or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card. Photo: head and shoulders, smiling, written consent. Bio: use only what the instructor approved. No invented years or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card. Photo: head and shoulders, smiling, written consent. Bio: use only what the instructor approved. No invented years or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40005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7200" b="1">
                <a:solidFill>
                  <a:srgbClr val="22371F"/>
                </a:solidFill>
                <a:latin typeface="Montserrat"/>
              </a:rPr>
              <a:t>[COPY: Allison] Happy Teachers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620000"/>
            <a:ext cx="838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22371F"/>
                </a:solidFill>
                <a:latin typeface="Source Sans 3"/>
              </a:rPr>
              <a:t>[COPY: Allison] One short line: who we are celebrating.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80000">
            <a:off x="1037649" y="1242973"/>
            <a:ext cx="8382000" cy="10763250"/>
          </a:xfrm>
          <a:prstGeom prst="rect">
            <a:avLst/>
          </a:prstGeom>
          <a:solidFill>
            <a:srgbClr val="0F1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952500" y="1047750"/>
            <a:ext cx="8382000" cy="10763250"/>
          </a:xfrm>
          <a:prstGeom prst="rect">
            <a:avLst/>
          </a:prstGeom>
          <a:pattFill prst="ltUpDiag">
            <a:fgClr>
              <a:srgbClr val="E6E0D0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513469" y="1318729"/>
            <a:ext cx="3238500" cy="3238500"/>
          </a:xfrm>
          <a:prstGeom prst="rect">
            <a:avLst/>
          </a:prstGeom>
          <a:solidFill>
            <a:srgbClr val="A7B097"/>
          </a:solidFill>
          <a:ln w="762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2371F"/>
                </a:solidFill>
                <a:latin typeface="Montserrat"/>
              </a:rPr>
              <a:t>PHOTO</a:t>
            </a:r>
          </a:p>
        </p:txBody>
      </p:sp>
      <p:sp>
        <p:nvSpPr>
          <p:cNvPr id="5" name="Oval 4"/>
          <p:cNvSpPr/>
          <p:nvPr/>
        </p:nvSpPr>
        <p:spPr>
          <a:xfrm rot="180000">
            <a:off x="8440020" y="29634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353700" y="33372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144707" y="365911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7838248" y="3890047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471288" y="400223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088086" y="39821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6734862" y="3832221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6454222" y="357051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6280013" y="322861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6233248" y="284774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6319568" y="24738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6528561" y="215203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6835020" y="19211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201981" y="180890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7585183" y="18289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7938406" y="1978926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219046" y="224062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393255" y="258253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6498434" y="2067374"/>
            <a:ext cx="2209800" cy="2209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6727034" y="2295974"/>
            <a:ext cx="1752600" cy="1752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25" name="TextBox 24"/>
          <p:cNvSpPr txBox="1"/>
          <p:nvPr/>
        </p:nvSpPr>
        <p:spPr>
          <a:xfrm rot="180000">
            <a:off x="1326022" y="5143304"/>
            <a:ext cx="76200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50" b="0">
                <a:solidFill>
                  <a:srgbClr val="333130"/>
                </a:solidFill>
                <a:latin typeface="Source Sans 3"/>
              </a:rPr>
              <a:t>[COPY: Allison] Bio in three or four short lines: years teaching with the School, what they teach, one fun detail about their life or land.</a:t>
            </a:r>
          </a:p>
        </p:txBody>
      </p:sp>
      <p:sp>
        <p:nvSpPr>
          <p:cNvPr id="26" name="Rectangle 25"/>
          <p:cNvSpPr/>
          <p:nvPr/>
        </p:nvSpPr>
        <p:spPr>
          <a:xfrm rot="180000">
            <a:off x="1069651" y="8568526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80000">
            <a:off x="8336778" y="8949380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Montserrat"/>
              </a:rPr>
              <a:t>[COPY: Allison] NAME</a:t>
            </a:r>
          </a:p>
        </p:txBody>
      </p:sp>
      <p:sp>
        <p:nvSpPr>
          <p:cNvPr id="30" name="Rectangle 29"/>
          <p:cNvSpPr/>
          <p:nvPr/>
        </p:nvSpPr>
        <p:spPr>
          <a:xfrm rot="180000">
            <a:off x="1599058" y="9547360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80000">
            <a:off x="7819870" y="9873379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Montserrat"/>
              </a:rPr>
              <a:t>[COPY: Allison] Soil Food Web Instructor</a:t>
            </a:r>
          </a:p>
        </p:txBody>
      </p:sp>
      <p:sp>
        <p:nvSpPr>
          <p:cNvPr id="34" name="Rectangle 33"/>
          <p:cNvSpPr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80000">
            <a:off x="1037649" y="1242973"/>
            <a:ext cx="8382000" cy="10763250"/>
          </a:xfrm>
          <a:prstGeom prst="rect">
            <a:avLst/>
          </a:prstGeom>
          <a:solidFill>
            <a:srgbClr val="0F1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952500" y="1047750"/>
            <a:ext cx="8382000" cy="10763250"/>
          </a:xfrm>
          <a:prstGeom prst="rect">
            <a:avLst/>
          </a:prstGeom>
          <a:pattFill prst="ltUpDiag">
            <a:fgClr>
              <a:srgbClr val="E6E0D0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513469" y="1318729"/>
            <a:ext cx="3238500" cy="3238500"/>
          </a:xfrm>
          <a:prstGeom prst="rect">
            <a:avLst/>
          </a:prstGeom>
          <a:solidFill>
            <a:srgbClr val="A7B097"/>
          </a:solidFill>
          <a:ln w="762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2371F"/>
                </a:solidFill>
                <a:latin typeface="Montserrat"/>
              </a:rPr>
              <a:t>PHOTO</a:t>
            </a:r>
          </a:p>
        </p:txBody>
      </p:sp>
      <p:sp>
        <p:nvSpPr>
          <p:cNvPr id="5" name="Oval 4"/>
          <p:cNvSpPr/>
          <p:nvPr/>
        </p:nvSpPr>
        <p:spPr>
          <a:xfrm rot="180000">
            <a:off x="8440020" y="29634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353700" y="33372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144707" y="365911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7838248" y="3890047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471288" y="400223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088086" y="39821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6734862" y="3832221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6454222" y="357051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6280013" y="322861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6233248" y="284774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6319568" y="24738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6528561" y="215203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6835020" y="19211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201981" y="180890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7585183" y="18289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7938406" y="1978926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219046" y="224062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393255" y="258253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6498434" y="2067374"/>
            <a:ext cx="2209800" cy="2209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6727034" y="2295974"/>
            <a:ext cx="1752600" cy="1752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25" name="TextBox 24"/>
          <p:cNvSpPr txBox="1"/>
          <p:nvPr/>
        </p:nvSpPr>
        <p:spPr>
          <a:xfrm rot="180000">
            <a:off x="1326022" y="5143304"/>
            <a:ext cx="76200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50" b="0">
                <a:solidFill>
                  <a:srgbClr val="333130"/>
                </a:solidFill>
                <a:latin typeface="Source Sans 3"/>
              </a:rPr>
              <a:t>[COPY: Allison] Bio in three or four short lines: years teaching with the School, what they teach, one fun detail about their life or land.</a:t>
            </a:r>
          </a:p>
        </p:txBody>
      </p:sp>
      <p:sp>
        <p:nvSpPr>
          <p:cNvPr id="26" name="Rectangle 25"/>
          <p:cNvSpPr/>
          <p:nvPr/>
        </p:nvSpPr>
        <p:spPr>
          <a:xfrm rot="180000">
            <a:off x="1069651" y="8568526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80000">
            <a:off x="8336778" y="8949380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Montserrat"/>
              </a:rPr>
              <a:t>[COPY: Allison] NAME</a:t>
            </a:r>
          </a:p>
        </p:txBody>
      </p:sp>
      <p:sp>
        <p:nvSpPr>
          <p:cNvPr id="30" name="Rectangle 29"/>
          <p:cNvSpPr/>
          <p:nvPr/>
        </p:nvSpPr>
        <p:spPr>
          <a:xfrm rot="180000">
            <a:off x="1599058" y="9547360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80000">
            <a:off x="7819870" y="9873379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Montserrat"/>
              </a:rPr>
              <a:t>[COPY: Allison] Soil Food Web Instructor</a:t>
            </a:r>
          </a:p>
        </p:txBody>
      </p:sp>
      <p:sp>
        <p:nvSpPr>
          <p:cNvPr id="34" name="Rectangle 33"/>
          <p:cNvSpPr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80000">
            <a:off x="1037649" y="1242973"/>
            <a:ext cx="8382000" cy="10763250"/>
          </a:xfrm>
          <a:prstGeom prst="rect">
            <a:avLst/>
          </a:prstGeom>
          <a:solidFill>
            <a:srgbClr val="0F1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952500" y="1047750"/>
            <a:ext cx="8382000" cy="10763250"/>
          </a:xfrm>
          <a:prstGeom prst="rect">
            <a:avLst/>
          </a:prstGeom>
          <a:pattFill prst="ltUpDiag">
            <a:fgClr>
              <a:srgbClr val="E6E0D0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513469" y="1318729"/>
            <a:ext cx="3238500" cy="3238500"/>
          </a:xfrm>
          <a:prstGeom prst="rect">
            <a:avLst/>
          </a:prstGeom>
          <a:solidFill>
            <a:srgbClr val="A7B097"/>
          </a:solidFill>
          <a:ln w="762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2371F"/>
                </a:solidFill>
                <a:latin typeface="Montserrat"/>
              </a:rPr>
              <a:t>PHOTO</a:t>
            </a:r>
          </a:p>
        </p:txBody>
      </p:sp>
      <p:sp>
        <p:nvSpPr>
          <p:cNvPr id="5" name="Oval 4"/>
          <p:cNvSpPr/>
          <p:nvPr/>
        </p:nvSpPr>
        <p:spPr>
          <a:xfrm rot="180000">
            <a:off x="8440020" y="29634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353700" y="33372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144707" y="365911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7838248" y="3890047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471288" y="400223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088086" y="39821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6734862" y="3832221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6454222" y="357051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6280013" y="322861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6233248" y="284774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6319568" y="24738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6528561" y="215203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6835020" y="19211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201981" y="180890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7585183" y="18289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7938406" y="1978926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219046" y="224062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393255" y="258253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6498434" y="2067374"/>
            <a:ext cx="2209800" cy="2209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6727034" y="2295974"/>
            <a:ext cx="1752600" cy="1752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25" name="TextBox 24"/>
          <p:cNvSpPr txBox="1"/>
          <p:nvPr/>
        </p:nvSpPr>
        <p:spPr>
          <a:xfrm rot="180000">
            <a:off x="1326022" y="5143304"/>
            <a:ext cx="76200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50" b="0">
                <a:solidFill>
                  <a:srgbClr val="333130"/>
                </a:solidFill>
                <a:latin typeface="Source Sans 3"/>
              </a:rPr>
              <a:t>[COPY: Allison] Bio in three or four short lines: years teaching with the School, what they teach, one fun detail about their life or land.</a:t>
            </a:r>
          </a:p>
        </p:txBody>
      </p:sp>
      <p:sp>
        <p:nvSpPr>
          <p:cNvPr id="26" name="Rectangle 25"/>
          <p:cNvSpPr/>
          <p:nvPr/>
        </p:nvSpPr>
        <p:spPr>
          <a:xfrm rot="180000">
            <a:off x="1069651" y="8568526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80000">
            <a:off x="8336778" y="8949380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Montserrat"/>
              </a:rPr>
              <a:t>[COPY: Allison] NAME</a:t>
            </a:r>
          </a:p>
        </p:txBody>
      </p:sp>
      <p:sp>
        <p:nvSpPr>
          <p:cNvPr id="30" name="Rectangle 29"/>
          <p:cNvSpPr/>
          <p:nvPr/>
        </p:nvSpPr>
        <p:spPr>
          <a:xfrm rot="180000">
            <a:off x="1599058" y="9547360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80000">
            <a:off x="7819870" y="9873379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Montserrat"/>
              </a:rPr>
              <a:t>[COPY: Allison] Soil Food Web Instructor</a:t>
            </a:r>
          </a:p>
        </p:txBody>
      </p:sp>
      <p:sp>
        <p:nvSpPr>
          <p:cNvPr id="34" name="Rectangle 33"/>
          <p:cNvSpPr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80000">
            <a:off x="1037649" y="1242973"/>
            <a:ext cx="8382000" cy="10763250"/>
          </a:xfrm>
          <a:prstGeom prst="rect">
            <a:avLst/>
          </a:prstGeom>
          <a:solidFill>
            <a:srgbClr val="0F1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952500" y="1047750"/>
            <a:ext cx="8382000" cy="10763250"/>
          </a:xfrm>
          <a:prstGeom prst="rect">
            <a:avLst/>
          </a:prstGeom>
          <a:pattFill prst="ltUpDiag">
            <a:fgClr>
              <a:srgbClr val="E6E0D0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513469" y="1318729"/>
            <a:ext cx="3238500" cy="3238500"/>
          </a:xfrm>
          <a:prstGeom prst="rect">
            <a:avLst/>
          </a:prstGeom>
          <a:solidFill>
            <a:srgbClr val="A7B097"/>
          </a:solidFill>
          <a:ln w="762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2371F"/>
                </a:solidFill>
                <a:latin typeface="Montserrat"/>
              </a:rPr>
              <a:t>PHOTO</a:t>
            </a:r>
          </a:p>
        </p:txBody>
      </p:sp>
      <p:sp>
        <p:nvSpPr>
          <p:cNvPr id="5" name="Oval 4"/>
          <p:cNvSpPr/>
          <p:nvPr/>
        </p:nvSpPr>
        <p:spPr>
          <a:xfrm rot="180000">
            <a:off x="8440020" y="29634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353700" y="33372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144707" y="365911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7838248" y="3890047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471288" y="400223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088086" y="39821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6734862" y="3832221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6454222" y="357051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6280013" y="322861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6233248" y="284774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6319568" y="2473855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6528561" y="2152034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6835020" y="1921100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201981" y="1808909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7585183" y="182899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7938406" y="1978926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219046" y="2240628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393255" y="2582532"/>
            <a:ext cx="533400" cy="53340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6498434" y="2067374"/>
            <a:ext cx="2209800" cy="2209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6727034" y="2295974"/>
            <a:ext cx="1752600" cy="1752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25" name="TextBox 24"/>
          <p:cNvSpPr txBox="1"/>
          <p:nvPr/>
        </p:nvSpPr>
        <p:spPr>
          <a:xfrm rot="180000">
            <a:off x="1326022" y="5143304"/>
            <a:ext cx="7620000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50" b="0">
                <a:solidFill>
                  <a:srgbClr val="333130"/>
                </a:solidFill>
                <a:latin typeface="Source Sans 3"/>
              </a:rPr>
              <a:t>[COPY: Allison] Bio in three or four short lines: years teaching with the School, what they teach, one fun detail about their life or land.</a:t>
            </a:r>
          </a:p>
        </p:txBody>
      </p:sp>
      <p:sp>
        <p:nvSpPr>
          <p:cNvPr id="26" name="Rectangle 25"/>
          <p:cNvSpPr/>
          <p:nvPr/>
        </p:nvSpPr>
        <p:spPr>
          <a:xfrm rot="180000">
            <a:off x="1069651" y="8568526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80000">
            <a:off x="8336778" y="8949380"/>
            <a:ext cx="571500" cy="1238250"/>
          </a:xfrm>
          <a:prstGeom prst="rect">
            <a:avLst/>
          </a:prstGeom>
          <a:solidFill>
            <a:srgbClr val="9A7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 rot="180000">
            <a:off x="1455635" y="8568714"/>
            <a:ext cx="7086600" cy="1238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Montserrat"/>
              </a:rPr>
              <a:t>[COPY: Allison] NAME</a:t>
            </a:r>
          </a:p>
        </p:txBody>
      </p:sp>
      <p:sp>
        <p:nvSpPr>
          <p:cNvPr id="30" name="Rectangle 29"/>
          <p:cNvSpPr/>
          <p:nvPr/>
        </p:nvSpPr>
        <p:spPr>
          <a:xfrm rot="180000">
            <a:off x="1599058" y="9547360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80000">
            <a:off x="7819870" y="9873379"/>
            <a:ext cx="476250" cy="914400"/>
          </a:xfrm>
          <a:prstGeom prst="rect">
            <a:avLst/>
          </a:prstGeom>
          <a:solidFill>
            <a:srgbClr val="0E4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 rot="180000">
            <a:off x="1904574" y="9615250"/>
            <a:ext cx="6096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Montserrat"/>
              </a:rPr>
              <a:t>[COPY: Allison] Soil Food Web Instructor</a:t>
            </a:r>
          </a:p>
        </p:txBody>
      </p:sp>
      <p:sp>
        <p:nvSpPr>
          <p:cNvPr id="34" name="Rectangle 33"/>
          <p:cNvSpPr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 rot="180000">
            <a:off x="2242703" y="10680927"/>
            <a:ext cx="533400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40005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7200" b="1">
                <a:solidFill>
                  <a:srgbClr val="22371F"/>
                </a:solidFill>
                <a:latin typeface="Montserrat"/>
              </a:rPr>
              <a:t>[COPY: Allison] Thank you to all our instructors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620000"/>
            <a:ext cx="83820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22371F"/>
                </a:solidFill>
                <a:latin typeface="Source Sans 3"/>
              </a:rPr>
              <a:t>[COPY: Allison] 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