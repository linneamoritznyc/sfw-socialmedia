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card. Photo: head and shoulders, smiling, written consent. Bio: use only what the instructor approved. No invented years or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card. Photo: head and shoulders, smiling, written consent. Bio: use only what the instructor approved. No invented years or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card. Photo: head and shoulders, smiling, written consent. Bio: use only what the instructor approved. No invented years or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card. Photo: head and shoulders, smiling, written consent. Bio: use only what the instructor approved. No invented years or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2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143250"/>
            <a:ext cx="8382000" cy="4000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7200" b="1">
                <a:solidFill>
                  <a:srgbClr val="22371F"/>
                </a:solidFill>
                <a:latin typeface="Montserrat"/>
              </a:rPr>
              <a:t>[COPY: Allison] Happy Teachers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7620000"/>
            <a:ext cx="838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22371F"/>
                </a:solidFill>
                <a:latin typeface="Source Sans 3"/>
              </a:rPr>
              <a:t>[COPY: Allison] One short line: who we are celebrating.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">
            <a:off x="1037649" y="1242973"/>
            <a:ext cx="8382000" cy="10763250"/>
          </a:xfrm>
          <a:prstGeom prst="rect">
            <a:avLst/>
          </a:prstGeom>
          <a:solidFill>
            <a:srgbClr val="0F1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952500" y="1047750"/>
            <a:ext cx="8382000" cy="10763250"/>
          </a:xfrm>
          <a:prstGeom prst="rect">
            <a:avLst/>
          </a:prstGeom>
          <a:pattFill prst="ltUpDiag">
            <a:fgClr>
              <a:srgbClr val="E6E0D0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">
            <a:off x="1513469" y="1318729"/>
            <a:ext cx="3238500" cy="3238500"/>
          </a:xfrm>
          <a:prstGeom prst="rect">
            <a:avLst/>
          </a:prstGeom>
          <a:solidFill>
            <a:srgbClr val="A7B097"/>
          </a:solidFill>
          <a:ln w="7620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2371F"/>
                </a:solidFill>
                <a:latin typeface="Montserrat"/>
              </a:rPr>
              <a:t>PHOTO</a:t>
            </a:r>
          </a:p>
        </p:txBody>
      </p:sp>
      <p:sp>
        <p:nvSpPr>
          <p:cNvPr id="5" name="Oval 4"/>
          <p:cNvSpPr/>
          <p:nvPr/>
        </p:nvSpPr>
        <p:spPr>
          <a:xfrm rot="180000">
            <a:off x="8440020" y="2963400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80000">
            <a:off x="8353700" y="333729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">
            <a:off x="8144707" y="3659114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80000">
            <a:off x="7838248" y="3890047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">
            <a:off x="7471288" y="400223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0000">
            <a:off x="7088086" y="398215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0000">
            <a:off x="6734862" y="3832221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0000">
            <a:off x="6454222" y="3570519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80000">
            <a:off x="6280013" y="322861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0000">
            <a:off x="6233248" y="284774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80000">
            <a:off x="6319568" y="247385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80000">
            <a:off x="6528561" y="2152034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80000">
            <a:off x="6835020" y="1921100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80000">
            <a:off x="7201981" y="1808909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80000">
            <a:off x="7585183" y="182899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80000">
            <a:off x="7938406" y="1978926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">
            <a:off x="8219046" y="224062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80000">
            <a:off x="8393255" y="258253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">
            <a:off x="6498434" y="2067374"/>
            <a:ext cx="2209800" cy="22098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180000">
            <a:off x="6727034" y="2295974"/>
            <a:ext cx="1752600" cy="1752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50" b="1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25" name="TextBox 24"/>
          <p:cNvSpPr txBox="1"/>
          <p:nvPr/>
        </p:nvSpPr>
        <p:spPr>
          <a:xfrm rot="180000">
            <a:off x="1326022" y="5143304"/>
            <a:ext cx="76200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900" b="0">
                <a:solidFill>
                  <a:srgbClr val="333130"/>
                </a:solidFill>
                <a:latin typeface="Source Sans 3"/>
              </a:rPr>
              <a:t>[COPY: Allison] Bio, three short lines.
Years teaching, what they teach, one fun detail.</a:t>
            </a:r>
          </a:p>
        </p:txBody>
      </p:sp>
      <p:sp>
        <p:nvSpPr>
          <p:cNvPr id="26" name="Rectangle 25"/>
          <p:cNvSpPr/>
          <p:nvPr/>
        </p:nvSpPr>
        <p:spPr>
          <a:xfrm rot="180000">
            <a:off x="1069651" y="8568526"/>
            <a:ext cx="571500" cy="1238250"/>
          </a:xfrm>
          <a:prstGeom prst="rect">
            <a:avLst/>
          </a:prstGeom>
          <a:solidFill>
            <a:srgbClr val="9A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80000">
            <a:off x="8336778" y="8949380"/>
            <a:ext cx="571500" cy="1238250"/>
          </a:xfrm>
          <a:prstGeom prst="rect">
            <a:avLst/>
          </a:prstGeom>
          <a:solidFill>
            <a:srgbClr val="9A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80000">
            <a:off x="1455635" y="8568714"/>
            <a:ext cx="7086600" cy="12382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 rot="180000">
            <a:off x="1455635" y="8568714"/>
            <a:ext cx="7086600" cy="1238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Montserrat"/>
              </a:rPr>
              <a:t>[COPY: Allison] NAME</a:t>
            </a:r>
          </a:p>
        </p:txBody>
      </p:sp>
      <p:sp>
        <p:nvSpPr>
          <p:cNvPr id="30" name="Rectangle 29"/>
          <p:cNvSpPr/>
          <p:nvPr/>
        </p:nvSpPr>
        <p:spPr>
          <a:xfrm rot="180000">
            <a:off x="1599058" y="9547360"/>
            <a:ext cx="476250" cy="914400"/>
          </a:xfrm>
          <a:prstGeom prst="rect">
            <a:avLst/>
          </a:prstGeom>
          <a:solidFill>
            <a:srgbClr val="0E4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80000">
            <a:off x="7819870" y="9873379"/>
            <a:ext cx="476250" cy="914400"/>
          </a:xfrm>
          <a:prstGeom prst="rect">
            <a:avLst/>
          </a:prstGeom>
          <a:solidFill>
            <a:srgbClr val="0E4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180000">
            <a:off x="1904574" y="9615250"/>
            <a:ext cx="6096000" cy="9144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 rot="180000">
            <a:off x="1904574" y="9615250"/>
            <a:ext cx="609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[COPY: Allison] Soil Food Web Instructor</a:t>
            </a:r>
          </a:p>
        </p:txBody>
      </p:sp>
      <p:sp>
        <p:nvSpPr>
          <p:cNvPr id="34" name="Rectangle 33"/>
          <p:cNvSpPr/>
          <p:nvPr/>
        </p:nvSpPr>
        <p:spPr>
          <a:xfrm rot="180000">
            <a:off x="2242703" y="10680927"/>
            <a:ext cx="5334000" cy="41910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 rot="180000">
            <a:off x="2242703" y="10680927"/>
            <a:ext cx="5334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4F1EA"/>
                </a:solidFill>
                <a:latin typeface="Source Sans 3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">
            <a:off x="1037649" y="1242973"/>
            <a:ext cx="8382000" cy="10763250"/>
          </a:xfrm>
          <a:prstGeom prst="rect">
            <a:avLst/>
          </a:prstGeom>
          <a:solidFill>
            <a:srgbClr val="0F1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952500" y="1047750"/>
            <a:ext cx="8382000" cy="10763250"/>
          </a:xfrm>
          <a:prstGeom prst="rect">
            <a:avLst/>
          </a:prstGeom>
          <a:pattFill prst="ltUpDiag">
            <a:fgClr>
              <a:srgbClr val="E6E0D0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">
            <a:off x="1513469" y="1318729"/>
            <a:ext cx="3238500" cy="3238500"/>
          </a:xfrm>
          <a:prstGeom prst="rect">
            <a:avLst/>
          </a:prstGeom>
          <a:solidFill>
            <a:srgbClr val="A7B097"/>
          </a:solidFill>
          <a:ln w="7620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2371F"/>
                </a:solidFill>
                <a:latin typeface="Montserrat"/>
              </a:rPr>
              <a:t>PHOTO</a:t>
            </a:r>
          </a:p>
        </p:txBody>
      </p:sp>
      <p:sp>
        <p:nvSpPr>
          <p:cNvPr id="5" name="Oval 4"/>
          <p:cNvSpPr/>
          <p:nvPr/>
        </p:nvSpPr>
        <p:spPr>
          <a:xfrm rot="180000">
            <a:off x="8440020" y="2963400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80000">
            <a:off x="8353700" y="333729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">
            <a:off x="8144707" y="3659114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80000">
            <a:off x="7838248" y="3890047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">
            <a:off x="7471288" y="400223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0000">
            <a:off x="7088086" y="398215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0000">
            <a:off x="6734862" y="3832221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0000">
            <a:off x="6454222" y="3570519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80000">
            <a:off x="6280013" y="322861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0000">
            <a:off x="6233248" y="284774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80000">
            <a:off x="6319568" y="247385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80000">
            <a:off x="6528561" y="2152034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80000">
            <a:off x="6835020" y="1921100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80000">
            <a:off x="7201981" y="1808909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80000">
            <a:off x="7585183" y="182899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80000">
            <a:off x="7938406" y="1978926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">
            <a:off x="8219046" y="224062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80000">
            <a:off x="8393255" y="258253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">
            <a:off x="6498434" y="2067374"/>
            <a:ext cx="2209800" cy="22098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180000">
            <a:off x="6727034" y="2295974"/>
            <a:ext cx="1752600" cy="1752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50" b="1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25" name="TextBox 24"/>
          <p:cNvSpPr txBox="1"/>
          <p:nvPr/>
        </p:nvSpPr>
        <p:spPr>
          <a:xfrm rot="180000">
            <a:off x="1326022" y="5143304"/>
            <a:ext cx="76200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900" b="0">
                <a:solidFill>
                  <a:srgbClr val="333130"/>
                </a:solidFill>
                <a:latin typeface="Source Sans 3"/>
              </a:rPr>
              <a:t>[COPY: Allison] Bio, three short lines.
Years teaching, what they teach, one fun detail.</a:t>
            </a:r>
          </a:p>
        </p:txBody>
      </p:sp>
      <p:sp>
        <p:nvSpPr>
          <p:cNvPr id="26" name="Rectangle 25"/>
          <p:cNvSpPr/>
          <p:nvPr/>
        </p:nvSpPr>
        <p:spPr>
          <a:xfrm rot="180000">
            <a:off x="1069651" y="8568526"/>
            <a:ext cx="571500" cy="1238250"/>
          </a:xfrm>
          <a:prstGeom prst="rect">
            <a:avLst/>
          </a:prstGeom>
          <a:solidFill>
            <a:srgbClr val="9A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80000">
            <a:off x="8336778" y="8949380"/>
            <a:ext cx="571500" cy="1238250"/>
          </a:xfrm>
          <a:prstGeom prst="rect">
            <a:avLst/>
          </a:prstGeom>
          <a:solidFill>
            <a:srgbClr val="9A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80000">
            <a:off x="1455635" y="8568714"/>
            <a:ext cx="7086600" cy="12382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 rot="180000">
            <a:off x="1455635" y="8568714"/>
            <a:ext cx="7086600" cy="1238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Montserrat"/>
              </a:rPr>
              <a:t>[COPY: Allison] NAME</a:t>
            </a:r>
          </a:p>
        </p:txBody>
      </p:sp>
      <p:sp>
        <p:nvSpPr>
          <p:cNvPr id="30" name="Rectangle 29"/>
          <p:cNvSpPr/>
          <p:nvPr/>
        </p:nvSpPr>
        <p:spPr>
          <a:xfrm rot="180000">
            <a:off x="1599058" y="9547360"/>
            <a:ext cx="476250" cy="914400"/>
          </a:xfrm>
          <a:prstGeom prst="rect">
            <a:avLst/>
          </a:prstGeom>
          <a:solidFill>
            <a:srgbClr val="0E4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80000">
            <a:off x="7819870" y="9873379"/>
            <a:ext cx="476250" cy="914400"/>
          </a:xfrm>
          <a:prstGeom prst="rect">
            <a:avLst/>
          </a:prstGeom>
          <a:solidFill>
            <a:srgbClr val="0E4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180000">
            <a:off x="1904574" y="9615250"/>
            <a:ext cx="6096000" cy="9144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 rot="180000">
            <a:off x="1904574" y="9615250"/>
            <a:ext cx="609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[COPY: Allison] Soil Food Web Instructor</a:t>
            </a:r>
          </a:p>
        </p:txBody>
      </p:sp>
      <p:sp>
        <p:nvSpPr>
          <p:cNvPr id="34" name="Rectangle 33"/>
          <p:cNvSpPr/>
          <p:nvPr/>
        </p:nvSpPr>
        <p:spPr>
          <a:xfrm rot="180000">
            <a:off x="2242703" y="10680927"/>
            <a:ext cx="5334000" cy="41910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 rot="180000">
            <a:off x="2242703" y="10680927"/>
            <a:ext cx="5334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4F1EA"/>
                </a:solidFill>
                <a:latin typeface="Source Sans 3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">
            <a:off x="1037649" y="1242973"/>
            <a:ext cx="8382000" cy="10763250"/>
          </a:xfrm>
          <a:prstGeom prst="rect">
            <a:avLst/>
          </a:prstGeom>
          <a:solidFill>
            <a:srgbClr val="0F1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952500" y="1047750"/>
            <a:ext cx="8382000" cy="10763250"/>
          </a:xfrm>
          <a:prstGeom prst="rect">
            <a:avLst/>
          </a:prstGeom>
          <a:pattFill prst="ltUpDiag">
            <a:fgClr>
              <a:srgbClr val="E6E0D0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">
            <a:off x="1513469" y="1318729"/>
            <a:ext cx="3238500" cy="3238500"/>
          </a:xfrm>
          <a:prstGeom prst="rect">
            <a:avLst/>
          </a:prstGeom>
          <a:solidFill>
            <a:srgbClr val="A7B097"/>
          </a:solidFill>
          <a:ln w="7620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2371F"/>
                </a:solidFill>
                <a:latin typeface="Montserrat"/>
              </a:rPr>
              <a:t>PHOTO</a:t>
            </a:r>
          </a:p>
        </p:txBody>
      </p:sp>
      <p:sp>
        <p:nvSpPr>
          <p:cNvPr id="5" name="Oval 4"/>
          <p:cNvSpPr/>
          <p:nvPr/>
        </p:nvSpPr>
        <p:spPr>
          <a:xfrm rot="180000">
            <a:off x="8440020" y="2963400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80000">
            <a:off x="8353700" y="333729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">
            <a:off x="8144707" y="3659114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80000">
            <a:off x="7838248" y="3890047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">
            <a:off x="7471288" y="400223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0000">
            <a:off x="7088086" y="398215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0000">
            <a:off x="6734862" y="3832221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0000">
            <a:off x="6454222" y="3570519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80000">
            <a:off x="6280013" y="322861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0000">
            <a:off x="6233248" y="284774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80000">
            <a:off x="6319568" y="247385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80000">
            <a:off x="6528561" y="2152034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80000">
            <a:off x="6835020" y="1921100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80000">
            <a:off x="7201981" y="1808909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80000">
            <a:off x="7585183" y="182899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80000">
            <a:off x="7938406" y="1978926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">
            <a:off x="8219046" y="224062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80000">
            <a:off x="8393255" y="258253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">
            <a:off x="6498434" y="2067374"/>
            <a:ext cx="2209800" cy="22098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180000">
            <a:off x="6727034" y="2295974"/>
            <a:ext cx="1752600" cy="1752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50" b="1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25" name="TextBox 24"/>
          <p:cNvSpPr txBox="1"/>
          <p:nvPr/>
        </p:nvSpPr>
        <p:spPr>
          <a:xfrm rot="180000">
            <a:off x="1326022" y="5143304"/>
            <a:ext cx="76200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900" b="0">
                <a:solidFill>
                  <a:srgbClr val="333130"/>
                </a:solidFill>
                <a:latin typeface="Source Sans 3"/>
              </a:rPr>
              <a:t>[COPY: Allison] Bio, three short lines.
Years teaching, what they teach, one fun detail.</a:t>
            </a:r>
          </a:p>
        </p:txBody>
      </p:sp>
      <p:sp>
        <p:nvSpPr>
          <p:cNvPr id="26" name="Rectangle 25"/>
          <p:cNvSpPr/>
          <p:nvPr/>
        </p:nvSpPr>
        <p:spPr>
          <a:xfrm rot="180000">
            <a:off x="1069651" y="8568526"/>
            <a:ext cx="571500" cy="1238250"/>
          </a:xfrm>
          <a:prstGeom prst="rect">
            <a:avLst/>
          </a:prstGeom>
          <a:solidFill>
            <a:srgbClr val="9A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80000">
            <a:off x="8336778" y="8949380"/>
            <a:ext cx="571500" cy="1238250"/>
          </a:xfrm>
          <a:prstGeom prst="rect">
            <a:avLst/>
          </a:prstGeom>
          <a:solidFill>
            <a:srgbClr val="9A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80000">
            <a:off x="1455635" y="8568714"/>
            <a:ext cx="7086600" cy="12382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 rot="180000">
            <a:off x="1455635" y="8568714"/>
            <a:ext cx="7086600" cy="1238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Montserrat"/>
              </a:rPr>
              <a:t>[COPY: Allison] NAME</a:t>
            </a:r>
          </a:p>
        </p:txBody>
      </p:sp>
      <p:sp>
        <p:nvSpPr>
          <p:cNvPr id="30" name="Rectangle 29"/>
          <p:cNvSpPr/>
          <p:nvPr/>
        </p:nvSpPr>
        <p:spPr>
          <a:xfrm rot="180000">
            <a:off x="1599058" y="9547360"/>
            <a:ext cx="476250" cy="914400"/>
          </a:xfrm>
          <a:prstGeom prst="rect">
            <a:avLst/>
          </a:prstGeom>
          <a:solidFill>
            <a:srgbClr val="0E4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80000">
            <a:off x="7819870" y="9873379"/>
            <a:ext cx="476250" cy="914400"/>
          </a:xfrm>
          <a:prstGeom prst="rect">
            <a:avLst/>
          </a:prstGeom>
          <a:solidFill>
            <a:srgbClr val="0E4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180000">
            <a:off x="1904574" y="9615250"/>
            <a:ext cx="6096000" cy="9144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 rot="180000">
            <a:off x="1904574" y="9615250"/>
            <a:ext cx="609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[COPY: Allison] Soil Food Web Instructor</a:t>
            </a:r>
          </a:p>
        </p:txBody>
      </p:sp>
      <p:sp>
        <p:nvSpPr>
          <p:cNvPr id="34" name="Rectangle 33"/>
          <p:cNvSpPr/>
          <p:nvPr/>
        </p:nvSpPr>
        <p:spPr>
          <a:xfrm rot="180000">
            <a:off x="2242703" y="10680927"/>
            <a:ext cx="5334000" cy="41910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 rot="180000">
            <a:off x="2242703" y="10680927"/>
            <a:ext cx="5334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4F1EA"/>
                </a:solidFill>
                <a:latin typeface="Source Sans 3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">
            <a:off x="1037649" y="1242973"/>
            <a:ext cx="8382000" cy="10763250"/>
          </a:xfrm>
          <a:prstGeom prst="rect">
            <a:avLst/>
          </a:prstGeom>
          <a:solidFill>
            <a:srgbClr val="0F1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">
            <a:off x="952500" y="1047750"/>
            <a:ext cx="8382000" cy="10763250"/>
          </a:xfrm>
          <a:prstGeom prst="rect">
            <a:avLst/>
          </a:prstGeom>
          <a:pattFill prst="ltUpDiag">
            <a:fgClr>
              <a:srgbClr val="E6E0D0"/>
            </a:fgClr>
            <a:bgClr>
              <a:srgbClr val="F4F1EA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">
            <a:off x="1513469" y="1318729"/>
            <a:ext cx="3238500" cy="3238500"/>
          </a:xfrm>
          <a:prstGeom prst="rect">
            <a:avLst/>
          </a:prstGeom>
          <a:solidFill>
            <a:srgbClr val="A7B097"/>
          </a:solidFill>
          <a:ln w="7620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2371F"/>
                </a:solidFill>
                <a:latin typeface="Montserrat"/>
              </a:rPr>
              <a:t>PHOTO</a:t>
            </a:r>
          </a:p>
        </p:txBody>
      </p:sp>
      <p:sp>
        <p:nvSpPr>
          <p:cNvPr id="5" name="Oval 4"/>
          <p:cNvSpPr/>
          <p:nvPr/>
        </p:nvSpPr>
        <p:spPr>
          <a:xfrm rot="180000">
            <a:off x="8440020" y="2963400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80000">
            <a:off x="8353700" y="333729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80000">
            <a:off x="8144707" y="3659114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80000">
            <a:off x="7838248" y="3890047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180000">
            <a:off x="7471288" y="400223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180000">
            <a:off x="7088086" y="398215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80000">
            <a:off x="6734862" y="3832221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80000">
            <a:off x="6454222" y="3570519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 rot="180000">
            <a:off x="6280013" y="322861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 rot="180000">
            <a:off x="6233248" y="284774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 rot="180000">
            <a:off x="6319568" y="2473855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 rot="180000">
            <a:off x="6528561" y="2152034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 rot="180000">
            <a:off x="6835020" y="1921100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 rot="180000">
            <a:off x="7201981" y="1808909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 rot="180000">
            <a:off x="7585183" y="182899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 rot="180000">
            <a:off x="7938406" y="1978926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 rot="180000">
            <a:off x="8219046" y="2240628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 rot="180000">
            <a:off x="8393255" y="2582532"/>
            <a:ext cx="533400" cy="533400"/>
          </a:xfrm>
          <a:prstGeom prst="ellipse">
            <a:avLst/>
          </a:prstGeom>
          <a:solidFill>
            <a:srgbClr val="F4F1EA"/>
          </a:solidFill>
          <a:ln w="19050">
            <a:solidFill>
              <a:srgbClr val="D9D2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 rot="180000">
            <a:off x="6498434" y="2067374"/>
            <a:ext cx="2209800" cy="22098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 rot="180000">
            <a:off x="6727034" y="2295974"/>
            <a:ext cx="1752600" cy="17526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50" b="1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25" name="TextBox 24"/>
          <p:cNvSpPr txBox="1"/>
          <p:nvPr/>
        </p:nvSpPr>
        <p:spPr>
          <a:xfrm rot="180000">
            <a:off x="1326022" y="5143304"/>
            <a:ext cx="7620000" cy="285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900" b="0">
                <a:solidFill>
                  <a:srgbClr val="333130"/>
                </a:solidFill>
                <a:latin typeface="Source Sans 3"/>
              </a:rPr>
              <a:t>[COPY: Allison] Bio, three short lines.
Years teaching, what they teach, one fun detail.</a:t>
            </a:r>
          </a:p>
        </p:txBody>
      </p:sp>
      <p:sp>
        <p:nvSpPr>
          <p:cNvPr id="26" name="Rectangle 25"/>
          <p:cNvSpPr/>
          <p:nvPr/>
        </p:nvSpPr>
        <p:spPr>
          <a:xfrm rot="180000">
            <a:off x="1069651" y="8568526"/>
            <a:ext cx="571500" cy="1238250"/>
          </a:xfrm>
          <a:prstGeom prst="rect">
            <a:avLst/>
          </a:prstGeom>
          <a:solidFill>
            <a:srgbClr val="9A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180000">
            <a:off x="8336778" y="8949380"/>
            <a:ext cx="571500" cy="1238250"/>
          </a:xfrm>
          <a:prstGeom prst="rect">
            <a:avLst/>
          </a:prstGeom>
          <a:solidFill>
            <a:srgbClr val="9A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80000">
            <a:off x="1455635" y="8568714"/>
            <a:ext cx="7086600" cy="12382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 rot="180000">
            <a:off x="1455635" y="8568714"/>
            <a:ext cx="7086600" cy="1238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Montserrat"/>
              </a:rPr>
              <a:t>[COPY: Allison] NAME</a:t>
            </a:r>
          </a:p>
        </p:txBody>
      </p:sp>
      <p:sp>
        <p:nvSpPr>
          <p:cNvPr id="30" name="Rectangle 29"/>
          <p:cNvSpPr/>
          <p:nvPr/>
        </p:nvSpPr>
        <p:spPr>
          <a:xfrm rot="180000">
            <a:off x="1599058" y="9547360"/>
            <a:ext cx="476250" cy="914400"/>
          </a:xfrm>
          <a:prstGeom prst="rect">
            <a:avLst/>
          </a:prstGeom>
          <a:solidFill>
            <a:srgbClr val="0E4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180000">
            <a:off x="7819870" y="9873379"/>
            <a:ext cx="476250" cy="914400"/>
          </a:xfrm>
          <a:prstGeom prst="rect">
            <a:avLst/>
          </a:prstGeom>
          <a:solidFill>
            <a:srgbClr val="0E4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180000">
            <a:off x="1904574" y="9615250"/>
            <a:ext cx="6096000" cy="9144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 rot="180000">
            <a:off x="1904574" y="9615250"/>
            <a:ext cx="609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ontserrat"/>
              </a:rPr>
              <a:t>[COPY: Allison] Soil Food Web Instructor</a:t>
            </a:r>
          </a:p>
        </p:txBody>
      </p:sp>
      <p:sp>
        <p:nvSpPr>
          <p:cNvPr id="34" name="Rectangle 33"/>
          <p:cNvSpPr/>
          <p:nvPr/>
        </p:nvSpPr>
        <p:spPr>
          <a:xfrm rot="180000">
            <a:off x="2242703" y="10680927"/>
            <a:ext cx="5334000" cy="419100"/>
          </a:xfrm>
          <a:prstGeom prst="rect">
            <a:avLst/>
          </a:prstGeom>
          <a:solidFill>
            <a:srgbClr val="4F3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 rot="180000">
            <a:off x="2242703" y="10680927"/>
            <a:ext cx="5334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4F1EA"/>
                </a:solidFill>
                <a:latin typeface="Source Sans 3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143250"/>
            <a:ext cx="8382000" cy="4000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7200" b="1">
                <a:solidFill>
                  <a:srgbClr val="22371F"/>
                </a:solidFill>
                <a:latin typeface="Montserrat"/>
              </a:rPr>
              <a:t>[COPY: Allison] Thank you to all our instructors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7620000"/>
            <a:ext cx="838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22371F"/>
                </a:solidFill>
                <a:latin typeface="Source Sans 3"/>
              </a:rPr>
              <a:t>[COPY: Allison] @soilfoodwebschool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