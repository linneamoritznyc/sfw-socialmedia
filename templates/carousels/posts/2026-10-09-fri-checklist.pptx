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Cover. Fill [Number] and [task] in the headline. Keep the Save this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Item 1.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Item 2.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Item 3.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Item 4.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Item 5.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Quick reference. Same five items, shortened to fit. Keep it screenshot-friendly.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1500" y="571500"/>
            <a:ext cx="2000250" cy="6096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571500"/>
            <a:ext cx="2000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857500"/>
            <a:ext cx="9144000" cy="666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i="0">
                <a:solidFill>
                  <a:srgbClr val="FFFFF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287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DBE6A7"/>
                </a:solidFill>
                <a:latin typeface="EB Garamond"/>
              </a:rPr>
              <a:t>[COPY: Allison] Who this is for, and when.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1: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1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2: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2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3: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3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4: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4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5: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5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QUICK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238250"/>
            <a:ext cx="9144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857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0100" y="31813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3181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9750" y="2857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44767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" y="480060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48006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9750" y="44767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60960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" y="64198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64198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9750" y="60960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77152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0100" y="803910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80391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9750" y="77152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" y="9334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0100" y="96583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9658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9750" y="9334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5" name="Oval 24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Fri 9 Oct 2026 | Numbered checklist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