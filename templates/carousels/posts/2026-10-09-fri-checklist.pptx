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9 Oct 2026 | Numbered checklist</a:t>
            </a:r>
          </a:p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22371F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0" i="1">
                <a:solidFill>
                  <a:srgbClr val="DBE6A7"/>
                </a:solidFill>
                <a:latin typeface="EB Garamond"/>
              </a:rPr>
              <a:t>[COPY: Allison] One line: who this is for, and the season.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1: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2: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3: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4: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5: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22371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1, short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2, short 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3, short form.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4, short 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5, short 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Fri 9 Oct 2026 | Numbered checklist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