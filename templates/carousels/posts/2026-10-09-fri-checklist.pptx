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9 Oct 2026 | Numbered checklist</a:t>
            </a:r>
          </a:p>
          <a:p>
            <a:r>
              <a:t>Cover. Fill [Number] and [task] in the headline. Keep the Save this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9 Oct 2026 | Numbered checklist</a:t>
            </a:r>
          </a:p>
          <a:p>
            <a:r>
              <a:t>Item 1.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9 Oct 2026 | Numbered checklist</a:t>
            </a:r>
          </a:p>
          <a:p>
            <a:r>
              <a:t>Item 2.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9 Oct 2026 | Numbered checklist</a:t>
            </a:r>
          </a:p>
          <a:p>
            <a:r>
              <a:t>Item 3.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9 Oct 2026 | Numbered checklist</a:t>
            </a:r>
          </a:p>
          <a:p>
            <a:r>
              <a:t>Item 4.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9 Oct 2026 | Numbered checklist</a:t>
            </a:r>
          </a:p>
          <a:p>
            <a:r>
              <a:t>Item 5.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Fri 9 Oct 2026 | Numbered checklist</a:t>
            </a:r>
          </a:p>
          <a:p>
            <a:r>
              <a:t>Quick reference. Same five items, shortened to fit. Keep it screenshot-friendly.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71500"/>
            <a:ext cx="2000250" cy="6096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20002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Save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857500"/>
            <a:ext cx="9144000" cy="666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i="0">
                <a:solidFill>
                  <a:srgbClr val="FFFFFF"/>
                </a:solidFill>
                <a:latin typeface="Montserrat"/>
              </a:rPr>
              <a:t>[COPY: Allison] [Number] things to check before [task]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287000"/>
            <a:ext cx="9144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DBE6A7"/>
                </a:solidFill>
                <a:latin typeface="EB Garamond"/>
              </a:rPr>
              <a:t>[COPY: Allison] Who this is for, and when.</a:t>
            </a:r>
          </a:p>
        </p:txBody>
      </p:sp>
      <p:pic>
        <p:nvPicPr>
          <p:cNvPr id="6" name="Picture 5" descr="st8171689221337529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">
            <a:off x="6572250" y="857250"/>
            <a:ext cx="3848100" cy="289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1: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1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2: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2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3: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3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4: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4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5: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5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238250"/>
            <a:ext cx="9144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2371F"/>
                </a:solidFill>
                <a:latin typeface="Montserrat"/>
              </a:rPr>
              <a:t>[COPY: Allison] [Number] things to check before [task]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85750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0100" y="318135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318135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285750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47675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" y="480060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48006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9750" y="447675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609600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0100" y="641985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641985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9750" y="609600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771525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0100" y="803910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80391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9750" y="771525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33450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0100" y="965835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965835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9750" y="933450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25" name="Oval 24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Fri 9 Oct 2026 | Numbered checklist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