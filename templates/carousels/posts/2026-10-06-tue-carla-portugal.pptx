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Tue 6 Oct 2026 | Mentor week: Dr. Carla Portugal</a:t>
            </a:r>
          </a:p>
          <a:p>
            <a:r>
              <a:t>Slide 1 of 2. Photo: Carla at a microscope or teaching at a workshop. Large rounded frame. Consent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Tue 6 Oct 2026 | Mentor week: Dr. Carla Portugal</a:t>
            </a:r>
          </a:p>
          <a:p>
            <a:r>
              <a:t>Slide 2 of 2. Tip comes from Monday's question. Image: a microscope image from Carla if she has a favorite.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952500"/>
            <a:ext cx="8382000" cy="6667500"/>
          </a:xfrm>
          <a:prstGeom prst="roundRect">
            <a:avLst>
              <a:gd name="adj" fmla="val 8000"/>
            </a:avLst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0" y="952500"/>
            <a:ext cx="7239000" cy="666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Carla at a microscope or teaching]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8191500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C9A227"/>
                </a:solidFill>
                <a:latin typeface="Montserrat"/>
              </a:rPr>
              <a:t>MEET OUR MENTORS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8905875"/>
            <a:ext cx="8382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0" b="1" i="0">
                <a:solidFill>
                  <a:srgbClr val="156826"/>
                </a:solidFill>
                <a:latin typeface="Montserrat"/>
              </a:rPr>
              <a:t>Dr. Carla Portugal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10668000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22371F"/>
                </a:solidFill>
                <a:latin typeface="Source Sans 3"/>
              </a:rPr>
              <a:t>Science Leader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952500"/>
            <a:ext cx="8382000" cy="4953000"/>
          </a:xfrm>
          <a:prstGeom prst="roundRect">
            <a:avLst>
              <a:gd name="adj" fmla="val 8000"/>
            </a:avLst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0" y="952500"/>
            <a:ext cx="7239000" cy="495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Carla's favorite microscope image]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6477000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56826"/>
                </a:solidFill>
                <a:latin typeface="Montserrat"/>
              </a:rPr>
              <a:t>CARLA'S 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7239000"/>
            <a:ext cx="83820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0">
                <a:solidFill>
                  <a:srgbClr val="22371F"/>
                </a:solidFill>
                <a:latin typeface="Source Sans 3"/>
              </a:rPr>
              <a:t>[COPY: Allison] “[PLACEHOLDER, from Monday's question]”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Tue 6 Oct 2026 | Mentor week: Dr. Carla Portugal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