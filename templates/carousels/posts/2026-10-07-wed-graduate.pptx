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DBE6A7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C9A227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A7B097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156826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22371F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Wed 7 Oct 2026 | Soil Regenerators in the wild #1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