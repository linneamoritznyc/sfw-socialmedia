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7 Oct 2026 | Soil Regenerators in the wild #1</a:t>
            </a:r>
          </a:p>
          <a:p>
            <a:r>
              <a:t>Cover. Portrait needs the graduate's written consent. Headline: name,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7 Oct 2026 | Soil Regenerators in the wild #1</a:t>
            </a:r>
          </a:p>
          <a:p>
            <a:r>
              <a:t>Slide 2. Land or project photo plus where they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7 Oct 2026 | Soil Regenerators in the wild #1</a:t>
            </a:r>
          </a:p>
          <a:p>
            <a:r>
              <a:t>Slide 3. Name one practice or crop. No jargon without a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7 Oct 2026 | Soil Regenerators in the wild #1</a:t>
            </a:r>
          </a:p>
          <a:p>
            <a:r>
              <a:t>Slide 4. One number, Harvest Gold. Needs the graduate's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7 Oct 2026 | Soil Regenerators in the wild #1</a:t>
            </a:r>
          </a:p>
          <a:p>
            <a:r>
              <a:t>Slide 5. Real quote, approved by the graduate. Do not paraphrase into a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572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57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Large portrait of the graduate]</a:t>
            </a:r>
          </a:p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572500"/>
            <a:ext cx="10287000" cy="4286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8572500"/>
            <a:ext cx="9144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[COPY: Allison] Graduate name,</a:t>
            </a:r>
          </a:p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Town, Country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DBE6A7"/>
                </a:solidFill>
                <a:latin typeface="EB Garamond"/>
              </a:rPr>
              <a:t>[COPY: Allison] One proud line about them.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191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19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Their land or project, before or early on]</a:t>
            </a:r>
          </a:p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763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[COPY: Allison] Where they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334500"/>
            <a:ext cx="9144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One line: how it began.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WHAT THEY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One line on the change. Name the practice or crop.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239000"/>
            <a:ext cx="9144000" cy="381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781050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333130"/>
                </a:solidFill>
                <a:latin typeface="EB Garamond"/>
              </a:rPr>
              <a:t>[COPY: Allison] Optional: why, in their 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Montserrat"/>
              </a:rPr>
              <a:t>[COPY: Allison] Big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81250"/>
            <a:ext cx="9144000" cy="342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0" b="1" i="0">
                <a:solidFill>
                  <a:srgbClr val="C9A227"/>
                </a:solidFill>
                <a:latin typeface="Montserrat"/>
              </a:rPr>
              <a:t>[Big number]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191250"/>
            <a:ext cx="9144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0">
                <a:solidFill>
                  <a:srgbClr val="FFFFFF"/>
                </a:solidFill>
                <a:latin typeface="EB Garamond"/>
              </a:rPr>
              <a:t>[COPY: Allison] What it measures, against what.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953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A7B097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285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0" b="1" i="0">
                <a:solidFill>
                  <a:srgbClr val="156826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67000"/>
            <a:ext cx="9144000" cy="6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700" b="0" i="1">
                <a:solidFill>
                  <a:srgbClr val="22371F"/>
                </a:solidFill>
                <a:latin typeface="EB Garamond"/>
              </a:rPr>
              <a:t>[COPY: Allison] Short quote, their own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33450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[COPY: Allison] Graduate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00125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 graduate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Wed 7 Oct 2026 | Soil Regenerators in the wild #1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