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16 Oct 2026 | Did you know #2</a:t>
            </a:r>
          </a:p>
          <a:p>
            <a:r>
              <a:t>Cover. Photo: assets/microscopy/sfw-amoeba-still-wide.jpg (still from the amoeba microscopy loop). Swap to match the fact. Fact must have a named source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16 Oct 2026 | Did you know #2</a:t>
            </a:r>
          </a:p>
          <a:p>
            <a:r>
              <a:t>Mechanism STEP 1.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16 Oct 2026 | Did you know #2</a:t>
            </a:r>
          </a:p>
          <a:p>
            <a:r>
              <a:t>Mechanism STEP 2.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16 Oct 2026 | Did you know #2</a:t>
            </a:r>
          </a:p>
          <a:p>
            <a:r>
              <a:t>Mechanism STEP 3.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16 Oct 2026 | Did you know #2</a:t>
            </a:r>
          </a:p>
          <a:p>
            <a:r>
              <a:t>Close. One line, tied to the reader's own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3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909988162472958814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638175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953250"/>
            <a:ext cx="9144000" cy="438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One surprising fact. Name the organism.</a:t>
            </a:r>
          </a:p>
        </p:txBody>
      </p:sp>
      <p:pic>
        <p:nvPicPr>
          <p:cNvPr id="5" name="Picture 4" descr="st47039640848802919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6667500" y="4476750"/>
            <a:ext cx="4038600" cy="3028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Swipe for the mechanism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1]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one,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23980598898863133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2]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two,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72292428365535018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2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3]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three,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391196007904088659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2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WHY THIS MATTERS FOR YOUR SOIL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857500"/>
            <a:ext cx="9144000" cy="571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One line for their own soil.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525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DBE6A7"/>
                </a:solidFill>
                <a:latin typeface="EB Garamond"/>
              </a:rPr>
              <a:t>[COPY: Allison] One call to action, or none.</a:t>
            </a:r>
          </a:p>
        </p:txBody>
      </p:sp>
      <p:pic>
        <p:nvPicPr>
          <p:cNvPr id="5" name="Picture 4" descr="st72425936029189373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5715000" y="8382000"/>
            <a:ext cx="4800600" cy="35528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Fri 16 Oct 2026 | Did you know #2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