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16 Oct 2026 | Did you know #2</a:t>
            </a:r>
          </a:p>
          <a:p>
            <a:r>
              <a:t>Cover. Photo: assets/microscopy/sfw-amoeba-still-wide.jpg (still from the amoeba microscopy loop). Swap to match the fact. Fact must have a named source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16 Oct 2026 | Did you know #2</a:t>
            </a:r>
          </a:p>
          <a:p>
            <a:r>
              <a:t>Mechanism STEP 1.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16 Oct 2026 | Did you know #2</a:t>
            </a:r>
          </a:p>
          <a:p>
            <a:r>
              <a:t>Mechanism STEP 2.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16 Oct 2026 | Did you know #2</a:t>
            </a:r>
          </a:p>
          <a:p>
            <a:r>
              <a:t>Mechanism STEP 3.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16 Oct 2026 | Did you know #2</a:t>
            </a:r>
          </a:p>
          <a:p>
            <a:r>
              <a:t>Close. One line, tied to the reader's own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8325373691547789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38175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953250"/>
            <a:ext cx="9144000" cy="438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One surprising fact. Name the organism.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Swipe for the mechanism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1]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Step one,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2]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Step two,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[DIAGRAM: mechanism, step 3]</a:t>
            </a:r>
          </a:p>
          <a:p>
            <a:pPr algn="ctr"/>
            <a:r>
              <a:rPr sz="30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Step three,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WHY THIS MATTERS FOR YOUR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9144000" cy="57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One line for their own soil.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DBE6A7"/>
                </a:solidFill>
                <a:latin typeface="EB Garamond"/>
              </a:rPr>
              <a:t>[COPY: Allison] One call to action, or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Fri 16 Oct 2026 | Did you know #2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