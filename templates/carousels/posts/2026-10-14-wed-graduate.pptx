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14 Oct 2026 | Soil Regenerators in the wild #2</a:t>
            </a:r>
          </a:p>
          <a:p>
            <a:r>
              <a:t>Cover. Portrait needs the graduate's written consent. Headline: name,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14 Oct 2026 | Soil Regenerators in the wild #2</a:t>
            </a:r>
          </a:p>
          <a:p>
            <a:r>
              <a:t>Slide 2. Land or project photo plus where they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14 Oct 2026 | Soil Regenerators in the wild #2</a:t>
            </a:r>
          </a:p>
          <a:p>
            <a:r>
              <a:t>Slide 3. Name one practice or crop. No jargon without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14 Oct 2026 | Soil Regenerators in the wild #2</a:t>
            </a:r>
          </a:p>
          <a:p>
            <a:r>
              <a:t>Slide 4. One number, Harvest Gold. Needs the graduate's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Wed 14 Oct 2026 | Soil Regenerators in the wild #2</a:t>
            </a:r>
          </a:p>
          <a:p>
            <a:r>
              <a:t>Slide 5. Real quote, approved by the graduate. Do not paraphrase into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572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57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[PHOTO: Large portrait of the graduate]</a:t>
            </a:r>
          </a:p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500"/>
            <a:ext cx="10287000" cy="4286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858250"/>
            <a:ext cx="9144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Montserrat"/>
              </a:rPr>
              <a:t>[COPY: Allison] Graduate name,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Montserrat"/>
              </a:rPr>
              <a:t>Town,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09537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1">
                <a:solidFill>
                  <a:srgbClr val="DBE6A7"/>
                </a:solidFill>
                <a:latin typeface="EB Garamond"/>
              </a:rPr>
              <a:t>[COPY: Allison] One warm, proud line. Say what they are known for locally.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191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19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[PHOTO: Their land or project, before or early on]</a:t>
            </a:r>
          </a:p>
          <a:p>
            <a:pPr algn="ctr"/>
            <a:r>
              <a:rPr sz="225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156826"/>
                </a:solidFill>
                <a:latin typeface="Montserrat"/>
              </a:rPr>
              <a:t>[COPY: Allison] Where they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334500"/>
            <a:ext cx="914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0" i="0">
                <a:solidFill>
                  <a:srgbClr val="22371F"/>
                </a:solidFill>
                <a:latin typeface="EB Garamond"/>
              </a:rPr>
              <a:t>[COPY: Allison] One line. Plain and honest, e.g. what the ground was like the year they began.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WHAT THEY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500" b="1" i="0">
                <a:solidFill>
                  <a:srgbClr val="22371F"/>
                </a:solidFill>
                <a:latin typeface="Montserrat"/>
              </a:rPr>
              <a:t>[COPY: Allison] One line on the change. Name the practice or crop.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239000"/>
            <a:ext cx="9144000" cy="381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7810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333130"/>
                </a:solidFill>
                <a:latin typeface="EB Garamond"/>
              </a:rPr>
              <a:t>[COPY: Allison] Optional second line: why, in the graduate's own words. Warm, not salesy.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C9A227"/>
                </a:solidFill>
                <a:latin typeface="Montserrat"/>
              </a:rPr>
              <a:t>[COPY: Allison] Big number, from the source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81250"/>
            <a:ext cx="9144000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0" b="1" i="0">
                <a:solidFill>
                  <a:srgbClr val="C9A227"/>
                </a:solidFill>
                <a:latin typeface="Montserrat"/>
              </a:rPr>
              <a:t>[Big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191250"/>
            <a:ext cx="9144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50" b="0" i="0">
                <a:solidFill>
                  <a:srgbClr val="FFFFFF"/>
                </a:solidFill>
                <a:latin typeface="EB Garamond"/>
              </a:rPr>
              <a:t>[COPY: Allison] What the number measures, in one line, with units and the comparison (against what).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953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A7B097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0" b="1" i="0">
                <a:solidFill>
                  <a:srgbClr val="156826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9144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950" b="0" i="1">
                <a:solidFill>
                  <a:srgbClr val="22371F"/>
                </a:solidFill>
                <a:latin typeface="EB Garamond"/>
              </a:rPr>
              <a:t>[COPY: Allison] Short quote from the graduate, three lines at most. Their voice, not 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3345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156826"/>
                </a:solidFill>
                <a:latin typeface="Montserrat"/>
              </a:rPr>
              <a:t>[COPY: Allison] Graduate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9060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6A665C"/>
                </a:solidFill>
                <a:latin typeface="Montserrat"/>
              </a:rPr>
              <a:t>@soilfoodwebschool 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Wed 14 Oct 2026 | Soil Regenerators in the wild #2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