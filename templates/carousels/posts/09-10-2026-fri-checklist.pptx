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Cover. Fill [Number] and [task] in the headline. Keep the Save this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Item 1.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Item 2.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Item 3.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Item 4.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Item 5. One line. If a biological reason exists, say it. Keep to what the source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09-10-2026 Fri | Numbered checklist</a:t>
            </a:r>
          </a:p>
          <a:p>
            <a:r>
              <a:t>Quick reference. Same five items, shortened to fit. Keep it screenshot-friendly.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" y="571500"/>
            <a:ext cx="2000250" cy="6096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1500" y="571500"/>
            <a:ext cx="200025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Save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2857500"/>
            <a:ext cx="9144000" cy="666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i="0">
                <a:solidFill>
                  <a:srgbClr val="FFFFF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0287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Who this is for, and when.</a:t>
            </a:r>
          </a:p>
        </p:txBody>
      </p:sp>
      <p:pic>
        <p:nvPicPr>
          <p:cNvPr id="6" name="Picture 5" descr="st6107550414992203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">
            <a:off x="6572250" y="857250"/>
            <a:ext cx="3848100" cy="2895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1: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1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2: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2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3: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3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4: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4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1000" y="1905000"/>
            <a:ext cx="43815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0" b="1" i="0">
                <a:solidFill>
                  <a:srgbClr val="156826"/>
                </a:solidFill>
                <a:latin typeface="Montserrat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0" y="2857500"/>
            <a:ext cx="4762500" cy="495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22371F"/>
                </a:solidFill>
                <a:latin typeface="Montserrat"/>
              </a:rPr>
              <a:t>[COPY: Allison] Item 5: one action.</a:t>
            </a:r>
          </a:p>
        </p:txBody>
      </p:sp>
      <p:sp>
        <p:nvSpPr>
          <p:cNvPr id="4" name="Oval 3"/>
          <p:cNvSpPr/>
          <p:nvPr/>
        </p:nvSpPr>
        <p:spPr>
          <a:xfrm>
            <a:off x="4953000" y="8382000"/>
            <a:ext cx="1428750" cy="1428750"/>
          </a:xfrm>
          <a:prstGeom prst="ellipse">
            <a:avLst/>
          </a:prstGeom>
          <a:solidFill>
            <a:srgbClr val="E6EADC"/>
          </a:solidFill>
          <a:ln w="28575">
            <a:solidFill>
              <a:srgbClr val="156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3000" y="8382000"/>
            <a:ext cx="142875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156826"/>
                </a:solidFill>
                <a:latin typeface="Montserrat"/>
              </a:rPr>
              <a:t>ICON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5 OF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QUICK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1238250"/>
            <a:ext cx="9144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2371F"/>
                </a:solidFill>
                <a:latin typeface="Montserrat"/>
              </a:rPr>
              <a:t>[COPY: Allison] [Number] things to check before [task]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" y="2857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100" y="3181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3181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9750" y="2857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44767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0100" y="48006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48006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9750" y="44767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60960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" y="64198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64198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9750" y="60960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" y="771525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0100" y="803910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803910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9750" y="771525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" y="9334500"/>
            <a:ext cx="9144000" cy="1333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0100" y="9658350"/>
            <a:ext cx="685800" cy="68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965835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DBE6A7"/>
                </a:solidFill>
                <a:latin typeface="Montserra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9750" y="9334500"/>
            <a:ext cx="76200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300" b="1" i="0">
                <a:solidFill>
                  <a:srgbClr val="22371F"/>
                </a:solidFill>
                <a:latin typeface="Montserrat"/>
              </a:rPr>
              <a:t>[COPY: Allison] Item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25" name="Oval 24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09-10-2026 Fri | Numbered checklist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