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Did you know #1</a:t>
            </a:r>
          </a:p>
          <a:p>
            <a:r>
              <a:t>Cover. Photo: assets/microscopy/fungal-spores-in-suspension.jpg (brightfield soil sample: round spores and short bacterial rods).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Did you know #1</a:t>
            </a:r>
          </a:p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Did you know #1</a:t>
            </a:r>
          </a:p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Did you know #1</a:t>
            </a:r>
          </a:p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Did you know #1</a:t>
            </a:r>
          </a:p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4510564463618935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surprising fact. Name the organism.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one,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two,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three,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line for their own soil.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One call to action, or none.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Mon 5 Oct 2026 | Did you know #1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