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1 of 7. Group photo of mentors at a workshop (Costa Rica or Wild Ken Hill). Placeholder photo: assets/photo/workshop-group-around-compost-pile.jpg. Swap for a real mentor group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2 of 7. Dr. Carla Portugal, Science Leader.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3 of 7. Nick Padwick, Farmer, Norfolk.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4 of 7. Wes Sander, Microscopy.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5 of 7. Gerald Ramirez, Compost extracts and teas.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6 of 7. Dr. Caterina Capri, Advanced Programs. Portrait: round headshot from the website, with consent. Tip: from Allison's question 'What is the one thing you wish every new student knew?' One or two sentences, in the mentor's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POST: Mon 5 Oct 2026 | World Teachers' Day: five mentors, five tips</a:t>
            </a:r>
          </a:p>
          <a:p>
            <a:r>
              <a:t>Slide 7 of 7. Photo of a mentor and student at a microscope. Real photo, with consent.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65451559985215286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7620000"/>
            <a:ext cx="10287000" cy="523875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8096250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DBE6A7"/>
                </a:solidFill>
                <a:latin typeface="Montserrat"/>
              </a:rPr>
              <a:t>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858250"/>
            <a:ext cx="87630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mentors.</a:t>
            </a:r>
          </a:p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Five tips for anyone starting 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7" name="Oval 6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Carla Portugal]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Carla Portugal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Science Leader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Nick Padwick]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Nick Padwick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Farmer, Norfolk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Wes Sander]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Wes Sander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Microscopy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Gerald Ramirez]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Gerald Ramirez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895600" y="895350"/>
            <a:ext cx="4495800" cy="44958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048000" y="1047750"/>
            <a:ext cx="4191000" cy="41910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429000" y="1047750"/>
            <a:ext cx="3429000" cy="419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Dr. Caterina Capri]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905500"/>
            <a:ext cx="8763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800" b="1" i="0">
                <a:solidFill>
                  <a:srgbClr val="22371F"/>
                </a:solidFill>
                <a:latin typeface="Montserrat"/>
              </a:rPr>
              <a:t>Dr. Caterina Capri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715125"/>
            <a:ext cx="8763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300" b="0" i="0">
                <a:solidFill>
                  <a:srgbClr val="156826"/>
                </a:solidFill>
                <a:latin typeface="Source Sans 3"/>
              </a:rPr>
              <a:t>Advanced Programs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7620000"/>
            <a:ext cx="8763000" cy="3619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5700" b="0" i="0">
                <a:solidFill>
                  <a:srgbClr val="22371F"/>
                </a:solidFill>
                <a:latin typeface="Source Sans 3"/>
              </a:rPr>
              <a:t>[COPY: Allison] “[PLACEHOLDER tip]”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6A665C"/>
                </a:solidFill>
                <a:latin typeface="Montserrat"/>
              </a:rPr>
              <a:t>@soilfoodwebschool</a:t>
            </a:r>
          </a:p>
        </p:txBody>
      </p:sp>
      <p:sp>
        <p:nvSpPr>
          <p:cNvPr id="9" name="Oval 8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156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7239000"/>
          </a:xfrm>
          <a:prstGeom prst="rect">
            <a:avLst/>
          </a:prstGeom>
          <a:solidFill>
            <a:srgbClr val="A7B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52500" y="0"/>
            <a:ext cx="8382000" cy="723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 i="0">
                <a:solidFill>
                  <a:srgbClr val="22371F"/>
                </a:solidFill>
                <a:latin typeface="Montserrat"/>
              </a:rPr>
              <a:t>[PHOTO: a mentor and student at a microscope]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7905750"/>
            <a:ext cx="8763000" cy="285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700" b="1" i="0">
                <a:solidFill>
                  <a:srgbClr val="FFFFFF"/>
                </a:solidFill>
                <a:latin typeface="Montserrat"/>
              </a:rPr>
              <a:t>[COPY: Allison] Thank you to every mentor. 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" y="12192000"/>
            <a:ext cx="9144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A7B097"/>
                </a:solidFill>
                <a:latin typeface="Montserrat"/>
              </a:rPr>
              <a:t>@soilfoodwebschool</a:t>
            </a:r>
          </a:p>
        </p:txBody>
      </p:sp>
      <p:sp>
        <p:nvSpPr>
          <p:cNvPr id="6" name="Oval 5"/>
          <p:cNvSpPr/>
          <p:nvPr/>
        </p:nvSpPr>
        <p:spPr>
          <a:xfrm>
            <a:off x="7715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001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867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5725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85825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0" y="12363450"/>
            <a:ext cx="152400" cy="152400"/>
          </a:xfrm>
          <a:prstGeom prst="ellipse">
            <a:avLst/>
          </a:prstGeom>
          <a:solidFill>
            <a:srgbClr val="3C38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29750" y="12363450"/>
            <a:ext cx="152400" cy="152400"/>
          </a:xfrm>
          <a:prstGeom prst="ellipse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POST: Mon 5 Oct 2026 | World Teachers' Day: five mentors, five tips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