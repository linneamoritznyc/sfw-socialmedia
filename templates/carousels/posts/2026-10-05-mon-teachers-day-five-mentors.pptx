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Mon 5 Oct 2026 | World Teachers' Day: five mentors, five tips</a:t>
            </a:r>
          </a:p>
          <a:p>
            <a:r>
              <a:t>Slide 1 of 7. Group photo of mentors at a workshop (Costa Rica or Wild Ken Hill). Placeholder photo: assets/photo/workshop-group-around-compost-pile.jpg. Swap for a real mentor group photo.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Mon 5 Oct 2026 | World Teachers' Day: five mentors, five tips</a:t>
            </a:r>
          </a:p>
          <a:p>
            <a:r>
              <a:t>Slide 2 of 7. Dr. Carla Portugal, Science Leader. Portrait: round headshot from the website, with consent. Tip: from Allison's question 'What is the one thing you wish every new student knew?' One or two sentences, in the mentor's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Mon 5 Oct 2026 | World Teachers' Day: five mentors, five tips</a:t>
            </a:r>
          </a:p>
          <a:p>
            <a:r>
              <a:t>Slide 3 of 7. Nick Padwick, Farmer, Norfolk. Portrait: round headshot from the website, with consent. Tip: from Allison's question 'What is the one thing you wish every new student knew?' One or two sentences, in the mentor's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Mon 5 Oct 2026 | World Teachers' Day: five mentors, five tips</a:t>
            </a:r>
          </a:p>
          <a:p>
            <a:r>
              <a:t>Slide 4 of 7. Wes Sander, Microscopy. Portrait: round headshot from the website, with consent. Tip: from Allison's question 'What is the one thing you wish every new student knew?' One or two sentences, in the mentor's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Mon 5 Oct 2026 | World Teachers' Day: five mentors, five tips</a:t>
            </a:r>
          </a:p>
          <a:p>
            <a:r>
              <a:t>Slide 5 of 7. Gerald Ramirez, Compost extracts and teas. Portrait: round headshot from the website, with consent. Tip: from Allison's question 'What is the one thing you wish every new student knew?' One or two sentences, in the mentor's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Mon 5 Oct 2026 | World Teachers' Day: five mentors, five tips</a:t>
            </a:r>
          </a:p>
          <a:p>
            <a:r>
              <a:t>Slide 6 of 7. Dr. Caterina Capri, Advanced Programs. Portrait: round headshot from the website, with consent. Tip: from Allison's question 'What is the one thing you wish every new student knew?' One or two sentences, in the mentor's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Mon 5 Oct 2026 | World Teachers' Day: five mentors, five tips</a:t>
            </a:r>
          </a:p>
          <a:p>
            <a:r>
              <a:t>Slide 7 of 7. Photo of a mentor and student at a microscope. Real photo, with consent.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57355426748348198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762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620000"/>
            <a:ext cx="10287000" cy="52387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0"/>
            <a:ext cx="876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DBE6A7"/>
                </a:solidFill>
                <a:latin typeface="Montserrat"/>
              </a:rPr>
              <a:t>WORLD TEACHERS'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58250"/>
            <a:ext cx="87630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 i="0">
                <a:solidFill>
                  <a:srgbClr val="FFFFFF"/>
                </a:solidFill>
                <a:latin typeface="Montserrat"/>
              </a:rPr>
              <a:t>Five mentors.</a:t>
            </a:r>
          </a:p>
          <a:p>
            <a:pPr algn="l"/>
            <a:r>
              <a:rPr sz="5700" b="1" i="0">
                <a:solidFill>
                  <a:srgbClr val="FFFFFF"/>
                </a:solidFill>
                <a:latin typeface="Montserrat"/>
              </a:rPr>
              <a:t>Five tips for anyone starting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7B097"/>
                </a:solidFill>
                <a:latin typeface="Montserrat"/>
              </a:rPr>
              <a:t>@soilfoodwebschool</a:t>
            </a:r>
          </a:p>
        </p:txBody>
      </p:sp>
      <p:sp>
        <p:nvSpPr>
          <p:cNvPr id="7" name="Oval 6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895600" y="895350"/>
            <a:ext cx="4495800" cy="44958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048000" y="1047750"/>
            <a:ext cx="4191000" cy="41910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0" y="1047750"/>
            <a:ext cx="3429000" cy="419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[PHOTO: Dr. Carla Portugal]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905500"/>
            <a:ext cx="876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22371F"/>
                </a:solidFill>
                <a:latin typeface="Montserrat"/>
              </a:rPr>
              <a:t>Dr. Carla Portugal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715125"/>
            <a:ext cx="876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300" b="0" i="0">
                <a:solidFill>
                  <a:srgbClr val="156826"/>
                </a:solidFill>
                <a:latin typeface="Source Sans 3"/>
              </a:rPr>
              <a:t>Science Leader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620000"/>
            <a:ext cx="8763000" cy="361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700" b="0" i="0">
                <a:solidFill>
                  <a:srgbClr val="22371F"/>
                </a:solidFill>
                <a:latin typeface="Source Sans 3"/>
              </a:rPr>
              <a:t>[COPY: Allison] “[PLACEHOLDER tip]”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9" name="Oval 8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895600" y="895350"/>
            <a:ext cx="4495800" cy="44958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048000" y="1047750"/>
            <a:ext cx="4191000" cy="41910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0" y="1047750"/>
            <a:ext cx="3429000" cy="419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[PHOTO: Nick Padwick]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905500"/>
            <a:ext cx="876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22371F"/>
                </a:solidFill>
                <a:latin typeface="Montserrat"/>
              </a:rPr>
              <a:t>Nick Padwick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715125"/>
            <a:ext cx="876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300" b="0" i="0">
                <a:solidFill>
                  <a:srgbClr val="156826"/>
                </a:solidFill>
                <a:latin typeface="Source Sans 3"/>
              </a:rPr>
              <a:t>Farmer, Norfolk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620000"/>
            <a:ext cx="8763000" cy="361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700" b="0" i="0">
                <a:solidFill>
                  <a:srgbClr val="22371F"/>
                </a:solidFill>
                <a:latin typeface="Source Sans 3"/>
              </a:rPr>
              <a:t>[COPY: Allison] “[PLACEHOLDER tip]”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9" name="Oval 8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895600" y="895350"/>
            <a:ext cx="4495800" cy="44958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048000" y="1047750"/>
            <a:ext cx="4191000" cy="41910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0" y="1047750"/>
            <a:ext cx="3429000" cy="419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[PHOTO: Wes Sander]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905500"/>
            <a:ext cx="876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22371F"/>
                </a:solidFill>
                <a:latin typeface="Montserrat"/>
              </a:rPr>
              <a:t>Wes Sander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715125"/>
            <a:ext cx="876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300" b="0" i="0">
                <a:solidFill>
                  <a:srgbClr val="156826"/>
                </a:solidFill>
                <a:latin typeface="Source Sans 3"/>
              </a:rPr>
              <a:t>Microscopy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620000"/>
            <a:ext cx="8763000" cy="361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700" b="0" i="0">
                <a:solidFill>
                  <a:srgbClr val="22371F"/>
                </a:solidFill>
                <a:latin typeface="Source Sans 3"/>
              </a:rPr>
              <a:t>[COPY: Allison] “[PLACEHOLDER tip]”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9" name="Oval 8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895600" y="895350"/>
            <a:ext cx="4495800" cy="44958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048000" y="1047750"/>
            <a:ext cx="4191000" cy="41910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0" y="1047750"/>
            <a:ext cx="3429000" cy="419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[PHOTO: Gerald Ramirez]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905500"/>
            <a:ext cx="876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22371F"/>
                </a:solidFill>
                <a:latin typeface="Montserrat"/>
              </a:rPr>
              <a:t>Gerald Ramirez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715125"/>
            <a:ext cx="876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300" b="0" i="0">
                <a:solidFill>
                  <a:srgbClr val="156826"/>
                </a:solidFill>
                <a:latin typeface="Source Sans 3"/>
              </a:rPr>
              <a:t>Compost extracts and teas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620000"/>
            <a:ext cx="8763000" cy="361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700" b="0" i="0">
                <a:solidFill>
                  <a:srgbClr val="22371F"/>
                </a:solidFill>
                <a:latin typeface="Source Sans 3"/>
              </a:rPr>
              <a:t>[COPY: Allison] “[PLACEHOLDER tip]”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9" name="Oval 8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895600" y="895350"/>
            <a:ext cx="4495800" cy="44958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048000" y="1047750"/>
            <a:ext cx="4191000" cy="41910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0" y="1047750"/>
            <a:ext cx="3429000" cy="419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[PHOTO: Dr. Caterina Capri]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905500"/>
            <a:ext cx="876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22371F"/>
                </a:solidFill>
                <a:latin typeface="Montserrat"/>
              </a:rPr>
              <a:t>Dr. Caterina Capri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715125"/>
            <a:ext cx="876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300" b="0" i="0">
                <a:solidFill>
                  <a:srgbClr val="156826"/>
                </a:solidFill>
                <a:latin typeface="Source Sans 3"/>
              </a:rPr>
              <a:t>Advanced Programs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620000"/>
            <a:ext cx="8763000" cy="361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700" b="0" i="0">
                <a:solidFill>
                  <a:srgbClr val="22371F"/>
                </a:solidFill>
                <a:latin typeface="Source Sans 3"/>
              </a:rPr>
              <a:t>[COPY: Allison] “[PLACEHOLDER tip]”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9" name="Oval 8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723900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0"/>
            <a:ext cx="83820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[PHOTO: a mentor and student at a microscope]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905750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 i="0">
                <a:solidFill>
                  <a:srgbClr val="FFFFFF"/>
                </a:solidFill>
                <a:latin typeface="Montserrat"/>
              </a:rPr>
              <a:t>[COPY: Allison] Thank you to every mentor. 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7B097"/>
                </a:solidFill>
                <a:latin typeface="Montserrat"/>
              </a:rPr>
              <a:t>@soilfoodwebschool</a:t>
            </a:r>
          </a:p>
        </p:txBody>
      </p:sp>
      <p:sp>
        <p:nvSpPr>
          <p:cNvPr id="6" name="Oval 5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POST: Mon 5 Oct 2026 | World Teachers' Day: five mentors, five tips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