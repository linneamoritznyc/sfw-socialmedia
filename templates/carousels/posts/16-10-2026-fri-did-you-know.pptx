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16-10-2026 Fri | Did you know #2</a:t>
            </a:r>
          </a:p>
          <a:p>
            <a:r>
              <a:t>Cover. Photo: assets/microscopy/sfw-amoeba-still-wide.jpg (still from the amoeba microscopy loop).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16-10-2026 Fri | Did you know #2</a:t>
            </a:r>
          </a:p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16-10-2026 Fri | Did you know #2</a:t>
            </a:r>
          </a:p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16-10-2026 Fri | Did you know #2</a:t>
            </a:r>
          </a:p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16-10-2026 Fri | Did you know #2</a:t>
            </a:r>
          </a:p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8119084945382358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pic>
        <p:nvPicPr>
          <p:cNvPr id="5" name="Picture 4" descr="st26398537305369201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6667500" y="4476750"/>
            <a:ext cx="4038600" cy="3028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2824526057290791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2067002007164472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1304893394277901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pic>
        <p:nvPicPr>
          <p:cNvPr id="5" name="Picture 4" descr="st8191692115093855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5715000" y="8382000"/>
            <a:ext cx="4800600" cy="355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16-10-2026 Fri | Did you know #2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