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1 of 7. Group photo of mentors at a workshop (Costa Rica or Wild Ken Hill). Placeholder photo: assets/photo/workshop-group-around-compost-pile.jpg. Swap for a real mentor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2 of 7. Dr. Carla Portugal, Science Leader.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3 of 7. Nick Padwick, Farmer, Norfolk.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4 of 7. Wes Sander, Microscopy.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5 of 7. Gerald Ramírez, Compost extracts and teas.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6 of 7. Dr. Caterina Capri, Advanced Programs.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7 of 7. Photo of a mentor and student at a microscope. Real photo,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91343328229877564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620000"/>
            <a:ext cx="10287000" cy="523875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0962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58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mentors.</a:t>
            </a:r>
          </a:p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tips for anyone starting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E3F1D"/>
                </a:solidFill>
                <a:latin typeface="Montserrat"/>
              </a:rPr>
              <a:t>Dr. Carla Portugal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31662F"/>
                </a:solidFill>
                <a:latin typeface="Source Sans 3"/>
              </a:rPr>
              <a:t>Science Leader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1E3F1D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E3F1D"/>
                </a:solidFill>
                <a:latin typeface="Montserrat"/>
              </a:rPr>
              <a:t>Nick Padwick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31662F"/>
                </a:solidFill>
                <a:latin typeface="Source Sans 3"/>
              </a:rPr>
              <a:t>Farmer, Norfolk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1E3F1D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E3F1D"/>
                </a:solidFill>
                <a:latin typeface="Montserrat"/>
              </a:rPr>
              <a:t>Wes Sander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31662F"/>
                </a:solidFill>
                <a:latin typeface="Source Sans 3"/>
              </a:rPr>
              <a:t>Microscopy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1E3F1D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E3F1D"/>
                </a:solidFill>
                <a:latin typeface="Montserrat"/>
              </a:rPr>
              <a:t>Gerald Ramírez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31662F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1E3F1D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Dr. Caterina Capri]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E3F1D"/>
                </a:solidFill>
                <a:latin typeface="Montserrat"/>
              </a:rPr>
              <a:t>Dr. Caterina Capri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31662F"/>
                </a:solidFill>
                <a:latin typeface="Source Sans 3"/>
              </a:rPr>
              <a:t>Advanced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1E3F1D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2390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0"/>
            <a:ext cx="83820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a mentor and student at a microscope]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[COPY: Allison] Thank you to every mentor. 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05-10-2026 Mon | World Teachers' Day: five mentors, five tips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