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1 of 7. Group photo of mentors at a workshop (Costa Rica or Wild Ken Hill). Placeholder photo: assets/photo/workshop-group-around-compost-pile.jpg. Swap for a real mentor group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2 of 7. Dr. Carla Portugal, Science Leader.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3 of 7. Nick Padwick, Farmer, Norfolk.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4 of 7. Wes Sander, Microscopy.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5 of 7. Gerald Ramirez, Compost extracts and teas.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6 of 7. Dr. Caterina Capri, Advanced Programs.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05-10-2026 Mon | World Teachers' Day: five mentors, five tips</a:t>
            </a:r>
          </a:p>
          <a:p>
            <a:r>
              <a:t>Slide 7 of 7. Photo of a mentor and student at a microscope. Real photo,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940652421322447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620000"/>
            <a:ext cx="10287000" cy="5238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WORLD TEACHERS'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Five mentors.</a:t>
            </a:r>
          </a:p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Five tips for anyone starting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.circle-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047750"/>
            <a:ext cx="41910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Dr. Carla Portugal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Science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.circle-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047750"/>
            <a:ext cx="41910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Nick Padwick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Farmer, Norfolk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.circle-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047750"/>
            <a:ext cx="41910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Wes Sander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Microscopy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.circle-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047750"/>
            <a:ext cx="419100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Gerald Ramirez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Compost extracts and teas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Dr. Caterina Capri]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Dr. Caterina Capri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Advanced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72390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0"/>
            <a:ext cx="83820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a mentor and student at a microscope]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90575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[COPY: Allison] Thank you to every mentor. 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6" name="Oval 5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05-10-2026 Mon | World Teachers' Day: five mentors, five tips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