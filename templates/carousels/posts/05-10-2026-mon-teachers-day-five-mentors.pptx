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5 of 7. Gerald Ramirez,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6019545595312016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Science Leader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Nick Padwick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Farmer, Norfolk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Wes Sander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Gerald Ramirez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05-10-2026 Mon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