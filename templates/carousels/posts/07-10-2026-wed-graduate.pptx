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07-10-2026 Wed | Soil Regenerators in the wild #1</a:t>
            </a:r>
          </a:p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07-10-2026 Wed | Soil Regenerators in the wild #1</a:t>
            </a:r>
          </a:p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07-10-2026 Wed | Soil Regenerators in the wild #1</a:t>
            </a:r>
          </a:p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07-10-2026 Wed | Soil Regenerators in the wild #1</a:t>
            </a:r>
          </a:p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07-10-2026 Wed | Soil Regenerators in the wild #1</a:t>
            </a:r>
          </a:p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572500"/>
            <a:ext cx="9144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B1BCB1"/>
                </a:solidFill>
                <a:latin typeface="EB Garamond"/>
              </a:rPr>
              <a:t>[COPY: Allison] One proud line about them.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One line: how it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33130"/>
                </a:solidFill>
                <a:latin typeface="EB Garamond"/>
              </a:rPr>
              <a:t>[COPY: Allison] Optional: why, in their 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39C48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D39C48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FFFFF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B1BCB1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31662F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700" b="0" i="1">
                <a:solidFill>
                  <a:srgbClr val="1E3F1D"/>
                </a:solidFill>
                <a:latin typeface="EB Garamond"/>
              </a:rPr>
              <a:t>[COPY: Allison] Short quote, their own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0125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07-10-2026 Wed | Soil Regenerators in the wild #1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