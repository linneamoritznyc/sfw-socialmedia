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14-10-2026 Wed | Soil Regenerators in the wild #2</a:t>
            </a:r>
          </a:p>
          <a:p>
            <a:r>
              <a:t>Cover. Portrait needs the graduate's written consent. Headline: name,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14-10-2026 Wed | Soil Regenerators in the wild #2</a:t>
            </a:r>
          </a:p>
          <a:p>
            <a:r>
              <a:t>Slide 2. Land or project photo plus where they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14-10-2026 Wed | Soil Regenerators in the wild #2</a:t>
            </a:r>
          </a:p>
          <a:p>
            <a:r>
              <a:t>Slide 3. Name one practice or crop. No jargon without a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14-10-2026 Wed | Soil Regenerators in the wild #2</a:t>
            </a:r>
          </a:p>
          <a:p>
            <a:r>
              <a:t>Slide 4. One number, Harvest Gold. Needs the graduate's report and year in the source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14-10-2026 Wed | Soil Regenerators in the wild #2</a:t>
            </a:r>
          </a:p>
          <a:p>
            <a:r>
              <a:t>Slide 5. Real quote, approved by the graduate. Do not paraphrase into a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57250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500" y="0"/>
            <a:ext cx="9906000" cy="857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Large portrait of the graduate]</a:t>
            </a:r>
          </a:p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Right-click, Change Picture. Only real SFW photos, with consent.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572500"/>
            <a:ext cx="10287000" cy="428625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BE6A7"/>
                </a:solidFill>
                <a:latin typeface="Montserrat"/>
              </a:rPr>
              <a:t>SOIL REGENERATORS IN THE WILD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8572500"/>
            <a:ext cx="914400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700" b="1" i="0">
                <a:solidFill>
                  <a:srgbClr val="FFFFFF"/>
                </a:solidFill>
                <a:latin typeface="Montserrat"/>
              </a:rPr>
              <a:t>[COPY: Allison] Graduate name,</a:t>
            </a:r>
          </a:p>
          <a:p>
            <a:pPr algn="l">
              <a:lnSpc>
                <a:spcPct val="105000"/>
              </a:lnSpc>
            </a:pPr>
            <a:r>
              <a:rPr sz="5700" b="1" i="0">
                <a:solidFill>
                  <a:srgbClr val="FFFFFF"/>
                </a:solidFill>
                <a:latin typeface="Montserrat"/>
              </a:rPr>
              <a:t>Town, Country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1334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DBE6A7"/>
                </a:solidFill>
                <a:latin typeface="EB Garamond"/>
              </a:rPr>
              <a:t>[COPY: Allison] One proud line about them.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19150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500" y="0"/>
            <a:ext cx="9906000" cy="819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Their land or project, before or early on]</a:t>
            </a:r>
          </a:p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Right-click, Change Picture. Only real SFW photos, with consent.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87630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[COPY: Allison] Where they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9334500"/>
            <a:ext cx="9144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22371F"/>
                </a:solidFill>
                <a:latin typeface="EB Garamond"/>
              </a:rPr>
              <a:t>[COPY: Allison] One line: how it began.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7" name="Oval 6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WHAT THEY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905000"/>
            <a:ext cx="914400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700" b="1" i="0">
                <a:solidFill>
                  <a:srgbClr val="22371F"/>
                </a:solidFill>
                <a:latin typeface="Montserrat"/>
              </a:rPr>
              <a:t>[COPY: Allison] One line on the change. Name the practice or crop.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7239000"/>
            <a:ext cx="9144000" cy="381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7810500"/>
            <a:ext cx="9144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0" i="1">
                <a:solidFill>
                  <a:srgbClr val="333130"/>
                </a:solidFill>
                <a:latin typeface="EB Garamond"/>
              </a:rPr>
              <a:t>[COPY: Allison] Optional: why, in their words.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7" name="Oval 6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BE6A7"/>
                </a:solidFill>
                <a:latin typeface="Montserrat"/>
              </a:rPr>
              <a:t>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9050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9A227"/>
                </a:solidFill>
                <a:latin typeface="Montserrat"/>
              </a:rPr>
              <a:t>[COPY: Allison] Big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381250"/>
            <a:ext cx="9144000" cy="342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0" b="1" i="0">
                <a:solidFill>
                  <a:srgbClr val="C9A227"/>
                </a:solidFill>
                <a:latin typeface="Montserrat"/>
              </a:rPr>
              <a:t>[Big number]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191250"/>
            <a:ext cx="9144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0" i="0">
                <a:solidFill>
                  <a:srgbClr val="FFFFFF"/>
                </a:solidFill>
                <a:latin typeface="EB Garamond"/>
              </a:rPr>
              <a:t>[COPY: Allison] What it measures, against what.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0953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A7B097"/>
                </a:solidFill>
                <a:latin typeface="Source Sans 3"/>
              </a:rPr>
              <a:t>[COPY: Allison] Source: who, where,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7B097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2857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0" b="1" i="0">
                <a:solidFill>
                  <a:srgbClr val="156826"/>
                </a:solidFill>
                <a:latin typeface="EB Garamond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667000"/>
            <a:ext cx="9144000" cy="60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700" b="0" i="1">
                <a:solidFill>
                  <a:srgbClr val="22371F"/>
                </a:solidFill>
                <a:latin typeface="EB Garamond"/>
              </a:rPr>
              <a:t>[COPY: Allison] Short quote, their own 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334500"/>
            <a:ext cx="9144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[COPY: Allison] Graduate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001250"/>
            <a:ext cx="9144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 graduate</a:t>
            </a:r>
          </a:p>
        </p:txBody>
      </p:sp>
      <p:sp>
        <p:nvSpPr>
          <p:cNvPr id="6" name="Oval 5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POST: 14-10-2026 Wed | Soil Regenerators in the wild #2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