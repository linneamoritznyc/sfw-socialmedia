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14-10-2026 Wed | Soil Regenerators in the wild #2</a:t>
            </a:r>
          </a:p>
          <a:p>
            <a:r>
              <a:t>Cover. Portrait needs the graduate's written consent. Headline: name, 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14-10-2026 Wed | Soil Regenerators in the wild #2</a:t>
            </a:r>
          </a:p>
          <a:p>
            <a:r>
              <a:t>Slide 2. Land or project photo plus where they started.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14-10-2026 Wed | Soil Regenerators in the wild #2</a:t>
            </a:r>
          </a:p>
          <a:p>
            <a:r>
              <a:t>Slide 3. Name one practice or crop. No jargon without a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14-10-2026 Wed | Soil Regenerators in the wild #2</a:t>
            </a:r>
          </a:p>
          <a:p>
            <a:r>
              <a:t>Slide 4. One number, Harvest Gold. Needs the graduate's report and year in the source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14-10-2026 Wed | Soil Regenerators in the wild #2</a:t>
            </a:r>
          </a:p>
          <a:p>
            <a:r>
              <a:t>Slide 5. Real quote, approved by the graduate. Do not paraphrase into a quote.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57250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0500" y="0"/>
            <a:ext cx="9906000" cy="8572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1E3F1D"/>
                </a:solidFill>
                <a:latin typeface="Montserrat"/>
              </a:rPr>
              <a:t>[PHOTO: Large portrait of the graduate]</a:t>
            </a:r>
          </a:p>
          <a:p>
            <a:pPr algn="ctr"/>
            <a:r>
              <a:rPr sz="3000" b="1" i="0">
                <a:solidFill>
                  <a:srgbClr val="1E3F1D"/>
                </a:solidFill>
                <a:latin typeface="Montserrat"/>
              </a:rPr>
              <a:t>Right-click, Change Picture. Only real SFW photos, with consent.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572500"/>
            <a:ext cx="10287000" cy="4286250"/>
          </a:xfrm>
          <a:prstGeom prst="rect">
            <a:avLst/>
          </a:prstGeom>
          <a:solidFill>
            <a:srgbClr val="1E3F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1500" y="571500"/>
            <a:ext cx="914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B1BCB1"/>
                </a:solidFill>
                <a:latin typeface="Montserrat"/>
              </a:rPr>
              <a:t>SOIL REGENERATORS IN THE WILD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8572500"/>
            <a:ext cx="9144000" cy="2381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700" b="1" i="0">
                <a:solidFill>
                  <a:srgbClr val="FFFFFF"/>
                </a:solidFill>
                <a:latin typeface="Montserrat"/>
              </a:rPr>
              <a:t>[COPY: Allison] Graduate name,</a:t>
            </a:r>
          </a:p>
          <a:p>
            <a:pPr algn="l">
              <a:lnSpc>
                <a:spcPct val="105000"/>
              </a:lnSpc>
            </a:pPr>
            <a:r>
              <a:rPr sz="5700" b="1" i="0">
                <a:solidFill>
                  <a:srgbClr val="FFFFFF"/>
                </a:solidFill>
                <a:latin typeface="Montserrat"/>
              </a:rPr>
              <a:t>Town, Country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1334750"/>
            <a:ext cx="9144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1">
                <a:solidFill>
                  <a:srgbClr val="B1BCB1"/>
                </a:solidFill>
                <a:latin typeface="EB Garamond"/>
              </a:rPr>
              <a:t>[COPY: Allison] One proud line about them.</a:t>
            </a:r>
          </a:p>
        </p:txBody>
      </p:sp>
      <p:sp>
        <p:nvSpPr>
          <p:cNvPr id="8" name="Oval 7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19150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0500" y="0"/>
            <a:ext cx="9906000" cy="819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1E3F1D"/>
                </a:solidFill>
                <a:latin typeface="Montserrat"/>
              </a:rPr>
              <a:t>[PHOTO: Their land or project, before or early on]</a:t>
            </a:r>
          </a:p>
          <a:p>
            <a:pPr algn="ctr"/>
            <a:r>
              <a:rPr sz="3000" b="1" i="0">
                <a:solidFill>
                  <a:srgbClr val="1E3F1D"/>
                </a:solidFill>
                <a:latin typeface="Montserrat"/>
              </a:rPr>
              <a:t>Right-click, Change Picture. Only real SFW photos, with consent.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8763000"/>
            <a:ext cx="914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31662F"/>
                </a:solidFill>
                <a:latin typeface="Montserrat"/>
              </a:rPr>
              <a:t>[COPY: Allison] Where they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9334500"/>
            <a:ext cx="9144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1E3F1D"/>
                </a:solidFill>
                <a:latin typeface="EB Garamond"/>
              </a:rPr>
              <a:t>[COPY: Allison] One line: how it began.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7" name="Oval 6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EA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914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31662F"/>
                </a:solidFill>
                <a:latin typeface="Montserrat"/>
              </a:rPr>
              <a:t>WHAT THEY CHANGED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1905000"/>
            <a:ext cx="9144000" cy="400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5700" b="1" i="0">
                <a:solidFill>
                  <a:srgbClr val="1E3F1D"/>
                </a:solidFill>
                <a:latin typeface="Montserrat"/>
              </a:rPr>
              <a:t>[COPY: Allison] One line on the change. Name the practice or crop.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7239000"/>
            <a:ext cx="9144000" cy="38100"/>
          </a:xfrm>
          <a:prstGeom prst="rect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1500" y="7810500"/>
            <a:ext cx="9144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0" i="1">
                <a:solidFill>
                  <a:srgbClr val="333130"/>
                </a:solidFill>
                <a:latin typeface="EB Garamond"/>
              </a:rPr>
              <a:t>[COPY: Allison] Optional: why, in their words.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7" name="Oval 6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914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B1BCB1"/>
                </a:solidFill>
                <a:latin typeface="Montserrat"/>
              </a:rPr>
              <a:t>THE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1905000"/>
            <a:ext cx="914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D39C48"/>
                </a:solidFill>
                <a:latin typeface="Montserrat"/>
              </a:rPr>
              <a:t>[COPY: Allison] Big 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2381250"/>
            <a:ext cx="9144000" cy="342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750" b="1" i="0">
                <a:solidFill>
                  <a:srgbClr val="D39C48"/>
                </a:solidFill>
                <a:latin typeface="Montserrat"/>
              </a:rPr>
              <a:t>[Big number]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6191250"/>
            <a:ext cx="914400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0" i="0">
                <a:solidFill>
                  <a:srgbClr val="FFFFFF"/>
                </a:solidFill>
                <a:latin typeface="EB Garamond"/>
              </a:rPr>
              <a:t>[COPY: Allison] What it measures, against what.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0953750"/>
            <a:ext cx="9144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B1BCB1"/>
                </a:solidFill>
                <a:latin typeface="Source Sans 3"/>
              </a:rPr>
              <a:t>[COPY: Allison] Source: who, where, year.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B1BCB1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2857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500" b="1" i="0">
                <a:solidFill>
                  <a:srgbClr val="31662F"/>
                </a:solidFill>
                <a:latin typeface="EB Garamond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2667000"/>
            <a:ext cx="9144000" cy="60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700" b="0" i="1">
                <a:solidFill>
                  <a:srgbClr val="1E3F1D"/>
                </a:solidFill>
                <a:latin typeface="EB Garamond"/>
              </a:rPr>
              <a:t>[COPY: Allison] Short quote, their own words.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9334500"/>
            <a:ext cx="9144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31662F"/>
                </a:solidFill>
                <a:latin typeface="Montserrat"/>
              </a:rPr>
              <a:t>[COPY: Allison] Graduate 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0001250"/>
            <a:ext cx="9144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 graduate</a:t>
            </a:r>
          </a:p>
        </p:txBody>
      </p:sp>
      <p:sp>
        <p:nvSpPr>
          <p:cNvPr id="6" name="Oval 5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POST: 14-10-2026 Wed | Soil Regenerators in the wild #2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