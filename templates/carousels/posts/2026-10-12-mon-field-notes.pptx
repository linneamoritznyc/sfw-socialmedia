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95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5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345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0" i="0">
                <a:solidFill>
                  <a:srgbClr val="22371F"/>
                </a:solidFill>
                <a:latin typeface="EB Garamond"/>
              </a:rPr>
              <a:t>[COPY: Allison] The one question they tested, as a question. Use the graduate's own hypothesis.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1: the plots and what each one got.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2: the control, named.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3: what was measured, and when.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1" i="0">
                <a:solidFill>
                  <a:srgbClr val="156826"/>
                </a:solidFill>
                <a:latin typeface="Montserrat"/>
              </a:rPr>
              <a:t>[COPY: Allison] Big number, from the source below.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2190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75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953000"/>
            <a:ext cx="8096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7810500"/>
            <a:ext cx="2095500" cy="2476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5905500"/>
            <a:ext cx="2095500" cy="4381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22371F"/>
                </a:solidFill>
                <a:latin typeface="Montserrat"/>
              </a:rPr>
              <a:t>[COPY: Allison] Control [value]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22371F"/>
                </a:solidFill>
                <a:latin typeface="Montserrat"/>
              </a:rPr>
              <a:t>[COPY: Allison] Trial [value]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WHAT SURPRISED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0">
                <a:solidFill>
                  <a:srgbClr val="22371F"/>
                </a:solidFill>
                <a:latin typeface="EB Garamond"/>
              </a:rPr>
              <a:t>[COPY: Allison] What surprised them. Include what disappointed or failed: hail, pests, a plot that came out level. This slide is not optional.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905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50" b="0" i="0">
                <a:solidFill>
                  <a:srgbClr val="22371F"/>
                </a:solidFill>
                <a:latin typeface="EB Garamond"/>
              </a:rPr>
              <a:t>[COPY: Allison] One or two lines: their ground, their crop, their years growing. Link to the full report if it exists.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Mon 12 Oct 2026 | Field Notes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