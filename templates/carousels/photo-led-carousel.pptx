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Photo: real SFW photo, people looking away or at the land works best. Keep both panels off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 fact needs a named source before posting. Do not paste unsourced science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panels above the crowd. Move a panel if it covers 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layout, panels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One call to action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1715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2667000"/>
            <a:ext cx="9144000" cy="1047750"/>
          </a:xfrm>
          <a:prstGeom prst="roundRect">
            <a:avLst>
              <a:gd name="adj" fmla="val 12000"/>
            </a:avLst>
          </a:prstGeom>
          <a:solidFill>
            <a:srgbClr val="22371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4500" b="1">
                <a:solidFill>
                  <a:srgbClr val="F4F1EA"/>
                </a:solidFill>
                <a:latin typeface="Source Sans 3"/>
              </a:rPr>
              <a:t>[COPY: Allison] Happy [Occasion]!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4476750"/>
            <a:ext cx="9144000" cy="1905000"/>
          </a:xfrm>
          <a:prstGeom prst="roundRect">
            <a:avLst>
              <a:gd name="adj" fmla="val 12000"/>
            </a:avLst>
          </a:prstGeom>
          <a:solidFill>
            <a:srgbClr val="156826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750" b="1">
                <a:solidFill>
                  <a:srgbClr val="FFFFFF"/>
                </a:solidFill>
                <a:latin typeface="Source Sans 3"/>
              </a:rPr>
              <a:t>[COPY: Allison] One short line that celebrates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11906250"/>
            <a:ext cx="762000" cy="7620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4" bIns="14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50" b="1">
                <a:solidFill>
                  <a:srgbClr val="DBE6A7"/>
                </a:solidFill>
                <a:latin typeface="Montserrat"/>
              </a:rPr>
              <a:t>Soil Food Web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5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1715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2190750"/>
            <a:ext cx="9144000" cy="2381250"/>
          </a:xfrm>
          <a:prstGeom prst="roundRect">
            <a:avLst>
              <a:gd name="adj" fmla="val 12000"/>
            </a:avLst>
          </a:prstGeom>
          <a:solidFill>
            <a:srgbClr val="22371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4F1EA"/>
                </a:solidFill>
                <a:latin typeface="Source Sans 3"/>
              </a:rPr>
              <a:t>[COPY: Allison] Fact one, two or three lines, plain words.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5143500"/>
            <a:ext cx="9144000" cy="2381250"/>
          </a:xfrm>
          <a:prstGeom prst="roundRect">
            <a:avLst>
              <a:gd name="adj" fmla="val 12000"/>
            </a:avLst>
          </a:prstGeom>
          <a:solidFill>
            <a:srgbClr val="156826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FFFFF"/>
                </a:solidFill>
                <a:latin typeface="Source Sans 3"/>
              </a:rPr>
              <a:t>[COPY: Allison] What follows from it, one to three 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11906250"/>
            <a:ext cx="762000" cy="7620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4" bIns="14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50" b="1">
                <a:solidFill>
                  <a:srgbClr val="DBE6A7"/>
                </a:solidFill>
                <a:latin typeface="Montserrat"/>
              </a:rPr>
              <a:t>Soil Food Web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5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1715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1905000"/>
            <a:ext cx="9144000" cy="1238250"/>
          </a:xfrm>
          <a:prstGeom prst="roundRect">
            <a:avLst>
              <a:gd name="adj" fmla="val 12000"/>
            </a:avLst>
          </a:prstGeom>
          <a:solidFill>
            <a:srgbClr val="22371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4F1EA"/>
                </a:solidFill>
                <a:latin typeface="Source Sans 3"/>
              </a:rPr>
              <a:t>[COPY: Allison] Fact, one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3333750"/>
            <a:ext cx="9144000" cy="2286000"/>
          </a:xfrm>
          <a:prstGeom prst="roundRect">
            <a:avLst>
              <a:gd name="adj" fmla="val 12000"/>
            </a:avLst>
          </a:prstGeom>
          <a:solidFill>
            <a:srgbClr val="156826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FFFFF"/>
                </a:solidFill>
                <a:latin typeface="Source Sans 3"/>
              </a:rPr>
              <a:t>[COPY: Allison] What it means, two lines.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11906250"/>
            <a:ext cx="762000" cy="7620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4" bIns="14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50" b="1">
                <a:solidFill>
                  <a:srgbClr val="DBE6A7"/>
                </a:solidFill>
                <a:latin typeface="Montserrat"/>
              </a:rPr>
              <a:t>Soil Food Web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5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1715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3048000"/>
            <a:ext cx="9144000" cy="2000250"/>
          </a:xfrm>
          <a:prstGeom prst="roundRect">
            <a:avLst>
              <a:gd name="adj" fmla="val 12000"/>
            </a:avLst>
          </a:prstGeom>
          <a:solidFill>
            <a:srgbClr val="22371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4F1EA"/>
                </a:solidFill>
                <a:latin typeface="Source Sans 3"/>
              </a:rPr>
              <a:t>[COPY: Allison] Fact, two 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5334000"/>
            <a:ext cx="9144000" cy="1238250"/>
          </a:xfrm>
          <a:prstGeom prst="roundRect">
            <a:avLst>
              <a:gd name="adj" fmla="val 12000"/>
            </a:avLst>
          </a:prstGeom>
          <a:solidFill>
            <a:srgbClr val="156826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900" b="1">
                <a:solidFill>
                  <a:srgbClr val="FFFFFF"/>
                </a:solidFill>
                <a:latin typeface="Source Sans 3"/>
              </a:rPr>
              <a:t>[COPY: Allison] What it means, one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62000" y="11906250"/>
            <a:ext cx="762000" cy="7620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4" bIns="14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50" b="1">
                <a:solidFill>
                  <a:srgbClr val="DBE6A7"/>
                </a:solidFill>
                <a:latin typeface="Montserrat"/>
              </a:rPr>
              <a:t>Soil Food Web School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5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1715750"/>
          </a:xfrm>
          <a:prstGeom prst="rect">
            <a:avLst/>
          </a:prstGeom>
          <a:solidFill>
            <a:srgbClr val="A7B0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3300" b="1">
                <a:solidFill>
                  <a:srgbClr val="22371F"/>
                </a:solidFill>
                <a:latin typeface="Montserrat"/>
              </a:rPr>
              <a:t>PHOTO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71500" y="1619250"/>
            <a:ext cx="9144000" cy="2190750"/>
          </a:xfrm>
          <a:prstGeom prst="roundRect">
            <a:avLst>
              <a:gd name="adj" fmla="val 12000"/>
            </a:avLst>
          </a:prstGeom>
          <a:solidFill>
            <a:srgbClr val="22371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" rIns="30" tIns="14" bIns="14"/>
          <a:lstStyle/>
          <a:p>
            <a:pPr algn="ctr">
              <a:lnSpc>
                <a:spcPct val="105000"/>
              </a:lnSpc>
            </a:pPr>
            <a:r>
              <a:rPr sz="4200" b="1">
                <a:solidFill>
                  <a:srgbClr val="F4F1EA"/>
                </a:solidFill>
                <a:latin typeface="Source Sans 3"/>
              </a:rPr>
              <a:t>[COPY: Allison] One closing call to action, two lines at most.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715750"/>
            <a:ext cx="10287000" cy="1143000"/>
          </a:xfrm>
          <a:prstGeom prst="rect">
            <a:avLst/>
          </a:prstGeom>
          <a:solidFill>
            <a:srgbClr val="223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62000" y="11906250"/>
            <a:ext cx="762000" cy="762000"/>
          </a:xfrm>
          <a:prstGeom prst="ellipse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4" bIns="14"/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550" b="1">
                <a:solidFill>
                  <a:srgbClr val="DBE6A7"/>
                </a:solidFill>
                <a:latin typeface="Montserrat"/>
              </a:rPr>
              <a:t>Soil Food Web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0" y="11906250"/>
            <a:ext cx="4000500" cy="762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2250">
                <a:solidFill>
                  <a:srgbClr val="F4F1EA"/>
                </a:solidFill>
                <a:latin typeface="Source Sans 3"/>
              </a:rPr>
              <a:t>@soilfoodwebschool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