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assets/photo/erc-rancho-cacachilas-agro2.jpg. Swap for a photo that fits the occasion.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assets/photo/wild-ken-hill-img-1494.jpg (Wild Ken Hill, June 2026). Panels sit above the faces. Any fact needs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assets/photo/workshop-group-around-compost-pile.jpg. Panels sit in the roof space. Move a panel if it covers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assets/photo/hand-soil-roots-fungi.jpg. Same layout, panels kept to the top 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One call to action only. Photo: assets/photo/wild-ken-hill-img-1502.jpg (Wild Ken Hill, June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12193197056478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2667000"/>
            <a:ext cx="9144000" cy="1047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4500" b="1">
                <a:solidFill>
                  <a:srgbClr val="F4F1EA"/>
                </a:solidFill>
                <a:latin typeface="Source Sans 3"/>
              </a:rPr>
              <a:t>[COPY: Allison] Happy [Occasion]!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4476750"/>
            <a:ext cx="9144000" cy="1905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FFFFF"/>
                </a:solidFill>
                <a:latin typeface="Source Sans 3"/>
              </a:rPr>
              <a:t>[COPY: Allison] One short line that celebrates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187270702859039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952500"/>
            <a:ext cx="9144000" cy="2190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 one, two or three lines, plain words.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3333750"/>
            <a:ext cx="9144000" cy="20955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follows from it, one to three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325004524479243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762000"/>
            <a:ext cx="9144000" cy="12382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one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1907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two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554646713663131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4F1EA"/>
                </a:solidFill>
                <a:latin typeface="Source Sans 3"/>
              </a:rPr>
              <a:t>[COPY: Allison] Fact, two 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143000"/>
          </a:xfrm>
          <a:prstGeom prst="roundRect">
            <a:avLst>
              <a:gd name="adj" fmla="val 12000"/>
            </a:avLst>
          </a:prstGeom>
          <a:solidFill>
            <a:srgbClr val="156826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900" b="1">
                <a:solidFill>
                  <a:srgbClr val="FFFFFF"/>
                </a:solidFill>
                <a:latin typeface="Source Sans 3"/>
              </a:rPr>
              <a:t>[COPY: Allison] What it means, one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146245591861663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715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476250"/>
            <a:ext cx="9144000" cy="1809750"/>
          </a:xfrm>
          <a:prstGeom prst="roundRect">
            <a:avLst>
              <a:gd name="adj" fmla="val 12000"/>
            </a:avLst>
          </a:prstGeom>
          <a:solidFill>
            <a:srgbClr val="22371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" rIns="30" tIns="14" bIns="14"/>
          <a:lstStyle/>
          <a:p>
            <a:pPr algn="ctr">
              <a:lnSpc>
                <a:spcPct val="105000"/>
              </a:lnSpc>
            </a:pPr>
            <a:r>
              <a:rPr sz="3750" b="1">
                <a:solidFill>
                  <a:srgbClr val="F4F1EA"/>
                </a:solidFill>
                <a:latin typeface="Source Sans 3"/>
              </a:rPr>
              <a:t>[COPY: Allison] One closing call to action, two lines at most.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715750"/>
            <a:ext cx="10287000" cy="11430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2000" y="11906250"/>
            <a:ext cx="762000" cy="7620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4" bIns="14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550" b="1">
                <a:solidFill>
                  <a:srgbClr val="DBE6A7"/>
                </a:solidFill>
                <a:latin typeface="Montserrat"/>
              </a:rPr>
              <a:t>Soil Food Web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11906250"/>
            <a:ext cx="4000500" cy="7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5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