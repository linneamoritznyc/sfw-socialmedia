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assets/photo/erc-rancho-cacachilas-agro2.jpg. Swap for a photo that fits the occasion.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assets/photo/wild-ken-hill-img-1494.jpg (Wild Ken Hill, June 2026). Panels sit above the faces. Any fact needs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assets/photo/workshop-group-around-compost-pile.jpg. Panels sit in the roof space. Move a panel if it covers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assets/photo/erc-rancho-cacachilas-agro.jpg (crop rows under a wide sky). Panels sit in the sky.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One call to action only. Photo: assets/photo/wild-ken-hill-img-1502.jpg (Wild Ken Hill, June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847480443922811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2667000"/>
            <a:ext cx="9144000" cy="1047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4500" b="1">
                <a:solidFill>
                  <a:srgbClr val="F4F1EA"/>
                </a:solidFill>
                <a:latin typeface="Source Sans 3"/>
              </a:rPr>
              <a:t>[COPY: Allison] Happy [Occasion]!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4476750"/>
            <a:ext cx="9144000" cy="1905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FFFFF"/>
                </a:solidFill>
                <a:latin typeface="Source Sans 3"/>
              </a:rPr>
              <a:t>[COPY: Allison] One short line that celebrates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803186464877369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952500"/>
            <a:ext cx="9144000" cy="2190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 one, two or three lines, plain words.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3333750"/>
            <a:ext cx="9144000" cy="20955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follows from it, one to three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866424218473342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762000"/>
            <a:ext cx="9144000" cy="12382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one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1907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two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078346785060284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two 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143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one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652562352909837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476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4F1EA"/>
                </a:solidFill>
                <a:latin typeface="Source Sans 3"/>
              </a:rPr>
              <a:t>[COPY: Allison] One closing call to action, two lines at most.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