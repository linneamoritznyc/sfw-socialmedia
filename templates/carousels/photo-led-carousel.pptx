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assets/photo/erc-rancho-cacachilas-agro2.jpg. Swap for a photo that fits the occasion.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assets/photo/wild-ken-hill-img-1494.jpg (Wild Ken Hill, June 2026). Panels sit above the faces. Any fact needs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assets/photo/workshop-group-around-compost-pile.jpg. Panels sit in the roof space. Move a panel if it covers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assets/photo/erc-rancho-cacachilas-agro.jpg (crop rows under a wide sky). Panels sit in the sky.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One call to action only. Photo: assets/photo/wild-ken-hill-img-1502.jpg (Wild Ken Hill, June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740234598706828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2667000"/>
            <a:ext cx="9144000" cy="1047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4500" b="1">
                <a:solidFill>
                  <a:srgbClr val="F4F1EA"/>
                </a:solidFill>
                <a:latin typeface="Source Sans 3"/>
              </a:rPr>
              <a:t>[COPY: Allison] Happy [Occasion]!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4476750"/>
            <a:ext cx="9144000" cy="19050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750" b="1">
                <a:solidFill>
                  <a:srgbClr val="FFFFFF"/>
                </a:solidFill>
                <a:latin typeface="Source Sans 3"/>
              </a:rPr>
              <a:t>[COPY: Allison] One short line that celebrates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70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708316352951238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952500"/>
            <a:ext cx="9144000" cy="2190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 one, two or three lines, plain words.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3333750"/>
            <a:ext cx="9144000" cy="20955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follows from it, one to three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70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61896892832671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762000"/>
            <a:ext cx="9144000" cy="12382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Fact, one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1907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it means, two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70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42960739639103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Fact, two 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1430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it means, one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70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27585679133572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4762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750" b="1">
                <a:solidFill>
                  <a:srgbClr val="F4F1EA"/>
                </a:solidFill>
                <a:latin typeface="Source Sans 3"/>
              </a:rPr>
              <a:t>[COPY: Allison] One closing call to action, two lines at most.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70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