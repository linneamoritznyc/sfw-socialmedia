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pic>
        <p:nvPicPr>
          <p:cNvPr id="26" name="Picture 25" descr="st90049323922595621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15000" y="8572500"/>
            <a:ext cx="4419600" cy="3286125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