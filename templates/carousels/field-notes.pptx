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Place and season, e.g. 'Spring 2026'. Trial name from the graduate's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in series: the method. Name the control plot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result. One measure, bars from zero, units stated.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 promise: we publish what the trial found, including when results disappoint.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ran it. Portrait needs written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FIELD 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3810000"/>
            <a:ext cx="8096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Trial name, as the graduate titled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7429500"/>
            <a:ext cx="80962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[COPY: Allison] Place</a:t>
            </a:r>
          </a:p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Season and year</a:t>
            </a:r>
          </a:p>
        </p:txBody>
      </p:sp>
      <p:pic>
        <p:nvPicPr>
          <p:cNvPr id="26" name="Picture 25" descr="st2071964333694664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5715000" y="8572500"/>
            <a:ext cx="4419600" cy="3286125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 question they tested.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2098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22860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1: the plots.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5720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46482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2: the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69342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750" y="70104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3: what was measured.</a:t>
            </a:r>
          </a:p>
        </p:txBody>
      </p:sp>
      <p:sp>
        <p:nvSpPr>
          <p:cNvPr id="30" name="Oval 2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180975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2286000"/>
            <a:ext cx="809625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0" b="1" i="0">
                <a:solidFill>
                  <a:srgbClr val="156826"/>
                </a:solidFill>
                <a:latin typeface="Montserrat"/>
              </a:rPr>
              <a:t>[Big number]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476750"/>
            <a:ext cx="8096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8250" y="10287000"/>
            <a:ext cx="78105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90750" y="8382000"/>
            <a:ext cx="2095500" cy="1905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7048500"/>
            <a:ext cx="2095500" cy="32385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Trial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250" y="11525250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33" name="Oval 32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surprised them, including what disappointed.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WHO RAN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8250" y="2190750"/>
            <a:ext cx="2857500" cy="2857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8750" y="2190750"/>
            <a:ext cx="24765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Small portrait]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50" y="2381250"/>
            <a:ext cx="4857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[COPY: Allison] Graduate name</a:t>
            </a:r>
          </a:p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6286500"/>
            <a:ext cx="809625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Their ground, their crop, their years.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14300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