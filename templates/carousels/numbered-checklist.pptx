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Fill [Number] and [task] in the headline. Keep the Save this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Item 1. One line. If a biological reason exists, say it. Keep to what the source supports.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Item 2. One line. If a biological reason exists, say it. Keep to what the source supports.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Item 3. One line. If a biological reason exists, say it. Keep to what the source supports.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Item 4. One line. If a biological reason exists, say it. Keep to what the source supports.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Item 5. One line. If a biological reason exists, say it. Keep to what the source supports.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reference. Same five items, shortened to fit. Keep it screenshot-friendly.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571500"/>
            <a:ext cx="2000250" cy="60960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571500"/>
            <a:ext cx="20002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2371F"/>
                </a:solidFill>
                <a:latin typeface="Montserrat"/>
              </a:rPr>
              <a:t>Save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857500"/>
            <a:ext cx="9144000" cy="666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0" b="1" i="0">
                <a:solidFill>
                  <a:srgbClr val="FFFFFF"/>
                </a:solidFill>
                <a:latin typeface="Montserrat"/>
              </a:rPr>
              <a:t>[COPY: Allison] [Number] things to check before [task]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0287000"/>
            <a:ext cx="9144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0" i="1">
                <a:solidFill>
                  <a:srgbClr val="DBE6A7"/>
                </a:solidFill>
                <a:latin typeface="EB Garamond"/>
              </a:rPr>
              <a:t>[COPY: Allison] Who this is for, and when.</a:t>
            </a:r>
          </a:p>
        </p:txBody>
      </p:sp>
      <p:pic>
        <p:nvPicPr>
          <p:cNvPr id="6" name="Picture 5" descr="st61075504149922032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">
            <a:off x="6572250" y="857250"/>
            <a:ext cx="3848100" cy="2895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A7B097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0"/>
            <a:ext cx="4381500" cy="723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0" b="1" i="0">
                <a:solidFill>
                  <a:srgbClr val="156826"/>
                </a:solidFill>
                <a:latin typeface="Montserrat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3000" y="2857500"/>
            <a:ext cx="4762500" cy="495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1" i="0">
                <a:solidFill>
                  <a:srgbClr val="22371F"/>
                </a:solidFill>
                <a:latin typeface="Montserrat"/>
              </a:rPr>
              <a:t>[COPY: Allison] Item 1: one action.</a:t>
            </a:r>
          </a:p>
        </p:txBody>
      </p:sp>
      <p:sp>
        <p:nvSpPr>
          <p:cNvPr id="4" name="Oval 3"/>
          <p:cNvSpPr/>
          <p:nvPr/>
        </p:nvSpPr>
        <p:spPr>
          <a:xfrm>
            <a:off x="4953000" y="8382000"/>
            <a:ext cx="1428750" cy="1428750"/>
          </a:xfrm>
          <a:prstGeom prst="ellipse">
            <a:avLst/>
          </a:prstGeom>
          <a:solidFill>
            <a:srgbClr val="E6EADC"/>
          </a:solidFill>
          <a:ln w="28575">
            <a:solidFill>
              <a:srgbClr val="156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0" y="8382000"/>
            <a:ext cx="142875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156826"/>
                </a:solidFill>
                <a:latin typeface="Montserrat"/>
              </a:rPr>
              <a:t>ICON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6826"/>
                </a:solidFill>
                <a:latin typeface="Montserrat"/>
              </a:rPr>
              <a:t>1 OF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0"/>
            <a:ext cx="4381500" cy="723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0" b="1" i="0">
                <a:solidFill>
                  <a:srgbClr val="156826"/>
                </a:solidFill>
                <a:latin typeface="Montserrat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3000" y="2857500"/>
            <a:ext cx="4762500" cy="495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1" i="0">
                <a:solidFill>
                  <a:srgbClr val="22371F"/>
                </a:solidFill>
                <a:latin typeface="Montserrat"/>
              </a:rPr>
              <a:t>[COPY: Allison] Item 2: one action.</a:t>
            </a:r>
          </a:p>
        </p:txBody>
      </p:sp>
      <p:sp>
        <p:nvSpPr>
          <p:cNvPr id="4" name="Oval 3"/>
          <p:cNvSpPr/>
          <p:nvPr/>
        </p:nvSpPr>
        <p:spPr>
          <a:xfrm>
            <a:off x="4953000" y="8382000"/>
            <a:ext cx="1428750" cy="1428750"/>
          </a:xfrm>
          <a:prstGeom prst="ellipse">
            <a:avLst/>
          </a:prstGeom>
          <a:solidFill>
            <a:srgbClr val="E6EADC"/>
          </a:solidFill>
          <a:ln w="28575">
            <a:solidFill>
              <a:srgbClr val="156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0" y="8382000"/>
            <a:ext cx="142875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156826"/>
                </a:solidFill>
                <a:latin typeface="Montserrat"/>
              </a:rPr>
              <a:t>ICON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6826"/>
                </a:solidFill>
                <a:latin typeface="Montserrat"/>
              </a:rPr>
              <a:t>2 OF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0"/>
            <a:ext cx="4381500" cy="723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0" b="1" i="0">
                <a:solidFill>
                  <a:srgbClr val="156826"/>
                </a:solidFill>
                <a:latin typeface="Montserrat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3000" y="2857500"/>
            <a:ext cx="4762500" cy="495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1" i="0">
                <a:solidFill>
                  <a:srgbClr val="22371F"/>
                </a:solidFill>
                <a:latin typeface="Montserrat"/>
              </a:rPr>
              <a:t>[COPY: Allison] Item 3: one action.</a:t>
            </a:r>
          </a:p>
        </p:txBody>
      </p:sp>
      <p:sp>
        <p:nvSpPr>
          <p:cNvPr id="4" name="Oval 3"/>
          <p:cNvSpPr/>
          <p:nvPr/>
        </p:nvSpPr>
        <p:spPr>
          <a:xfrm>
            <a:off x="4953000" y="8382000"/>
            <a:ext cx="1428750" cy="1428750"/>
          </a:xfrm>
          <a:prstGeom prst="ellipse">
            <a:avLst/>
          </a:prstGeom>
          <a:solidFill>
            <a:srgbClr val="E6EADC"/>
          </a:solidFill>
          <a:ln w="28575">
            <a:solidFill>
              <a:srgbClr val="156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0" y="8382000"/>
            <a:ext cx="142875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156826"/>
                </a:solidFill>
                <a:latin typeface="Montserrat"/>
              </a:rPr>
              <a:t>ICON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6826"/>
                </a:solidFill>
                <a:latin typeface="Montserrat"/>
              </a:rPr>
              <a:t>3 OF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0"/>
            <a:ext cx="4381500" cy="723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0" b="1" i="0">
                <a:solidFill>
                  <a:srgbClr val="156826"/>
                </a:solidFill>
                <a:latin typeface="Montserrat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3000" y="2857500"/>
            <a:ext cx="4762500" cy="495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1" i="0">
                <a:solidFill>
                  <a:srgbClr val="22371F"/>
                </a:solidFill>
                <a:latin typeface="Montserrat"/>
              </a:rPr>
              <a:t>[COPY: Allison] Item 4: one action.</a:t>
            </a:r>
          </a:p>
        </p:txBody>
      </p:sp>
      <p:sp>
        <p:nvSpPr>
          <p:cNvPr id="4" name="Oval 3"/>
          <p:cNvSpPr/>
          <p:nvPr/>
        </p:nvSpPr>
        <p:spPr>
          <a:xfrm>
            <a:off x="4953000" y="8382000"/>
            <a:ext cx="1428750" cy="1428750"/>
          </a:xfrm>
          <a:prstGeom prst="ellipse">
            <a:avLst/>
          </a:prstGeom>
          <a:solidFill>
            <a:srgbClr val="E6EADC"/>
          </a:solidFill>
          <a:ln w="28575">
            <a:solidFill>
              <a:srgbClr val="156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0" y="8382000"/>
            <a:ext cx="142875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156826"/>
                </a:solidFill>
                <a:latin typeface="Montserrat"/>
              </a:rPr>
              <a:t>ICON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6826"/>
                </a:solidFill>
                <a:latin typeface="Montserrat"/>
              </a:rPr>
              <a:t>4 OF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0"/>
            <a:ext cx="4381500" cy="723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0" b="1" i="0">
                <a:solidFill>
                  <a:srgbClr val="156826"/>
                </a:solidFill>
                <a:latin typeface="Montserrat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3000" y="2857500"/>
            <a:ext cx="4762500" cy="495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1" i="0">
                <a:solidFill>
                  <a:srgbClr val="22371F"/>
                </a:solidFill>
                <a:latin typeface="Montserrat"/>
              </a:rPr>
              <a:t>[COPY: Allison] Item 5: one action.</a:t>
            </a:r>
          </a:p>
        </p:txBody>
      </p:sp>
      <p:sp>
        <p:nvSpPr>
          <p:cNvPr id="4" name="Oval 3"/>
          <p:cNvSpPr/>
          <p:nvPr/>
        </p:nvSpPr>
        <p:spPr>
          <a:xfrm>
            <a:off x="4953000" y="8382000"/>
            <a:ext cx="1428750" cy="1428750"/>
          </a:xfrm>
          <a:prstGeom prst="ellipse">
            <a:avLst/>
          </a:prstGeom>
          <a:solidFill>
            <a:srgbClr val="E6EADC"/>
          </a:solidFill>
          <a:ln w="28575">
            <a:solidFill>
              <a:srgbClr val="1568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0" y="8382000"/>
            <a:ext cx="142875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156826"/>
                </a:solidFill>
                <a:latin typeface="Montserrat"/>
              </a:rPr>
              <a:t>ICON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6826"/>
                </a:solidFill>
                <a:latin typeface="Montserrat"/>
              </a:rPr>
              <a:t>5 OF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914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6826"/>
                </a:solidFill>
                <a:latin typeface="Montserrat"/>
              </a:rPr>
              <a:t>QUICK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238250"/>
            <a:ext cx="9144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2371F"/>
                </a:solidFill>
                <a:latin typeface="Montserrat"/>
              </a:rPr>
              <a:t>[COPY: Allison] [Number] things to check before [task]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857500"/>
            <a:ext cx="9144000" cy="1333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0100" y="3181350"/>
            <a:ext cx="685800" cy="6858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318135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DBE6A7"/>
                </a:solidFill>
                <a:latin typeface="Montserra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9750" y="2857500"/>
            <a:ext cx="7620000" cy="1333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300" b="1" i="0">
                <a:solidFill>
                  <a:srgbClr val="22371F"/>
                </a:solidFill>
                <a:latin typeface="Montserrat"/>
              </a:rPr>
              <a:t>[COPY: Allison] Item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4476750"/>
            <a:ext cx="9144000" cy="1333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0100" y="4800600"/>
            <a:ext cx="685800" cy="6858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" y="480060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DBE6A7"/>
                </a:solidFill>
                <a:latin typeface="Montserra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9750" y="4476750"/>
            <a:ext cx="7620000" cy="1333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300" b="1" i="0">
                <a:solidFill>
                  <a:srgbClr val="22371F"/>
                </a:solidFill>
                <a:latin typeface="Montserrat"/>
              </a:rPr>
              <a:t>[COPY: Allison] Item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6096000"/>
            <a:ext cx="9144000" cy="1333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0100" y="6419850"/>
            <a:ext cx="685800" cy="6858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" y="641985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DBE6A7"/>
                </a:solidFill>
                <a:latin typeface="Montserra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9750" y="6096000"/>
            <a:ext cx="7620000" cy="1333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300" b="1" i="0">
                <a:solidFill>
                  <a:srgbClr val="22371F"/>
                </a:solidFill>
                <a:latin typeface="Montserrat"/>
              </a:rPr>
              <a:t>[COPY: Allison] Item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7715250"/>
            <a:ext cx="9144000" cy="1333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0100" y="8039100"/>
            <a:ext cx="685800" cy="6858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" y="803910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DBE6A7"/>
                </a:solidFill>
                <a:latin typeface="Montserra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9750" y="7715250"/>
            <a:ext cx="7620000" cy="1333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300" b="1" i="0">
                <a:solidFill>
                  <a:srgbClr val="22371F"/>
                </a:solidFill>
                <a:latin typeface="Montserrat"/>
              </a:rPr>
              <a:t>[COPY: Allison] Item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9334500"/>
            <a:ext cx="9144000" cy="1333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0100" y="9658350"/>
            <a:ext cx="685800" cy="6858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" y="965835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DBE6A7"/>
                </a:solidFill>
                <a:latin typeface="Montserrat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09750" y="9334500"/>
            <a:ext cx="7620000" cy="1333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300" b="1" i="0">
                <a:solidFill>
                  <a:srgbClr val="22371F"/>
                </a:solidFill>
                <a:latin typeface="Montserrat"/>
              </a:rPr>
              <a:t>[COPY: Allison] Item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25" name="Oval 24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