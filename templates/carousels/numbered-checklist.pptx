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Fill [Number] and [task] in the headline. Keep the Save this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1.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2.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3.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4.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5.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reference. Same five items, shortened to fit. Keep it screenshot-friendly.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2000250" cy="6096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571500"/>
            <a:ext cx="2000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857500"/>
            <a:ext cx="9144000" cy="666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i="0">
                <a:solidFill>
                  <a:srgbClr val="FFFFF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287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Who this is for, and when.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1: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2: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3: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4: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5: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238250"/>
            <a:ext cx="9144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100" y="3181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3181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2857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4767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" y="48006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48006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44767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60960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64198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64198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9750" y="60960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77152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0100" y="80391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80391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77152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" y="9334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0100" y="9658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9658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9334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5" name="Oval 24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