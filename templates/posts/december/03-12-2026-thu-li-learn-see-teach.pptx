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430000" cy="59721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LinkedIn image, no text on the image. Sources: Dr. Elaine Ingham, "How to Build Great Soil, Part 1", Diego Footer, 29:19: https://www.youtube.com/watch?v=ErMHR6Mc4Bk&amp;t=1759s; Dr. Elaine Ingham, "How to Build Great Soil, Part 1", Diego Footer, 30:04: https://www.youtube.com/watch?v=ErMHR6Mc4Bk&amp;t=1804s. [TAG @Stephanie] Numbers for paragraph 3: students trained, countries, mentors. Photo: assets/photo/cy-classes-4.jpg (Foundation library), a class at microscopes with a teacher holding a binder; swap if there is a closer photo of a mentor teaching at a microscope. Credit line for every quote: Dr. Elaine Ingham, "How to Build Great Soil, Part 1", Diego Footer. Short quotes with credit are fine; video clips and long excerpts need Evan to check with Diego first. Caption needs review by Allison (AI-generated by Linnea).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94860964406849599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1430000" cy="5972175"/>
          </a:xfrm>
          <a:prstGeom prst="rect">
            <a:avLst/>
          </a:prstGeom>
        </p:spPr>
      </p:pic>
      <p:pic>
        <p:nvPicPr>
          <p:cNvPr id="3" name="Picture 2" descr="foundation-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96500" y="4725207"/>
            <a:ext cx="857250" cy="77071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