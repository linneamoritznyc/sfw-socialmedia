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image, no text on the image. Sources: Dr. Elaine Ingham, "How to Build Great Soil, Part 1", Diego Footer, 29:19: https://www.youtube.com/watch?v=ErMHR6Mc4Bk&amp;t=1759s; Dr. Elaine Ingham, "How to Build Great Soil, Part 1", Diego Footer, 30:04: https://www.youtube.com/watch?v=ErMHR6Mc4Bk&amp;t=1804s. [TAG @Stephanie] Numbers for paragraph 3: students trained, countries, mentors. Photo: assets/photo/cy-classes-4.jpg (Foundation library), a class at microscopes with a teacher holding a binder; swap if there is a closer photo of a mentor teaching at a microscope.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9962703233363698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pic>
        <p:nvPicPr>
          <p:cNvPr id="3" name="Picture 2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4725207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