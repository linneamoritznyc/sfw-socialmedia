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</p:sldIdLst>
  <p:sldSz cx="10287000" cy="1828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Template 6 reel cover, Legacy Purple. Photo: assets/photo/dr-elaine-ingham-with-microscope.jpg (Foundation library). Sources: Dr. Elaine Ingham, "How to Build Great Soil, Part 1", Diego Footer, 30:04: https://www.youtube.com/watch?v=ErMHR6Mc4Bk&amp;t=1804s. World Soil Day, FAO: https://www.fao.org/world-soil-day. [TAG @Evan] Using the 30:04 to 30:24 clip needs Diego Footer's permission. Backup: photo of Elaine from our library (used here, slow zoom). Credit line for every quote: Dr. Elaine Ingham, "How to Build Great Soil, Part 1", Diego Footer. Short quotes with credit are fine; video clips and long excerpts need Evan to check with Diego first. Caption needs review by Allison (AI-generated by Linnea).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Template 6 caption card 1, 64 pt Montserrat Bold Cream on Legacy Purple. Credit line for every quote: Dr. Elaine Ingham, "How to Build Great Soil, Part 1", Diego Footer. Short quotes with credit are fine; video clips and long excerpts need Evan to check with Diego first. Caption needs review by Allison (AI-generated by Linnea).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Template 6 caption card 2, 64 pt Montserrat Bold Cream on Legacy Purple. Credit line for every quote: Dr. Elaine Ingham, "How to Build Great Soil, Part 1", Diego Footer. Short quotes with credit are fine; video clips and long excerpts need Evan to check with Diego first. Caption needs review by Allison (AI-generated by Linnea).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Template 6 caption card 3, 64 pt Montserrat Bold Cream on Legacy Purple. Credit line for every quote: Dr. Elaine Ingham, "How to Build Great Soil, Part 1", Diego Footer. Short quotes with credit are fine; video clips and long excerpts need Evan to check with Diego first. Caption needs review by Allison (AI-generated by Linnea).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Template 6 caption card 4, 64 pt Montserrat Bold Cream on Legacy Purple. Credit line for every quote: Dr. Elaine Ingham, "How to Build Great Soil, Part 1", Diego Footer. Short quotes with credit are fine; video clips and long excerpts need Evan to check with Diego first. Caption needs review by Allison (AI-generated by Linnea).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Relationship Id="rId4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6B4C7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5721126994222050576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828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11239500"/>
            <a:ext cx="10287000" cy="7048500"/>
          </a:xfrm>
          <a:prstGeom prst="rect">
            <a:avLst/>
          </a:prstGeom>
          <a:solidFill>
            <a:srgbClr val="6B4C7A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2000" y="11715750"/>
            <a:ext cx="8763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 spc="200">
                <a:solidFill>
                  <a:srgbClr val="DBE6A7"/>
                </a:solidFill>
                <a:latin typeface="Montserrat"/>
              </a:rPr>
              <a:t>WORLD SOIL DAY · 5 DECEMBER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12192000"/>
            <a:ext cx="876300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0" b="1" i="0">
                <a:solidFill>
                  <a:srgbClr val="F3F1EA"/>
                </a:solidFill>
                <a:latin typeface="Montserrat"/>
              </a:rPr>
              <a:t>You've been infected</a:t>
            </a:r>
          </a:p>
        </p:txBody>
      </p:sp>
      <p:pic>
        <p:nvPicPr>
          <p:cNvPr id="6" name="Picture 5" descr="foundation-logo-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77250" y="14488512"/>
            <a:ext cx="1047750" cy="94198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6B4C7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5671708"/>
            <a:ext cx="8763000" cy="55158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6400" b="1" i="0">
                <a:solidFill>
                  <a:srgbClr val="F3F1EA"/>
                </a:solidFill>
                <a:latin typeface="Montserrat"/>
              </a:rPr>
              <a:t>“Now that you've listened to me, you've been infected.” Dr. Elaine Ingham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6B4C7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6736775"/>
            <a:ext cx="8763000" cy="33856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6400" b="1" i="0">
                <a:solidFill>
                  <a:srgbClr val="F3F1EA"/>
                </a:solidFill>
                <a:latin typeface="Montserrat"/>
              </a:rPr>
              <a:t>“You will go forth and explain this to other people.”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6B4C7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6736775"/>
            <a:ext cx="8763000" cy="33856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6400" b="1" i="0">
                <a:solidFill>
                  <a:srgbClr val="F3F1EA"/>
                </a:solidFill>
                <a:latin typeface="Montserrat"/>
              </a:rPr>
              <a:t>One viewer's answer: we've been inoculated. 🦠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6B4C7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7269308"/>
            <a:ext cx="8763000" cy="2320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6400" b="1" i="0">
                <a:solidFill>
                  <a:srgbClr val="F3F1EA"/>
                </a:solidFill>
                <a:latin typeface="Montserrat"/>
              </a:rPr>
              <a:t>Happy World Soil Day. Pass it on. 💜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