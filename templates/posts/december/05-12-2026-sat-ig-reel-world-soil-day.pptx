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reel cover, Legacy Purple. Photo: assets/photo/dr-elaine-ingham-with-microscope.jpg (Foundation library). Sources: Dr. Elaine Ingham, "How to Build Great Soil, Part 1", Diego Footer, 30:04: https://www.youtube.com/watch?v=ErMHR6Mc4Bk&amp;t=1804s. World Soil Day, FAO: https://www.fao.org/world-soil-day. [TAG @Evan] Using the 30:04 to 30:24 clip needs Diego Footer's permission. Backup: photo of Elaine from our library (used here, slow zoom).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1, 64 pt Montserrat Bold Cream on Legacy Purple.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2, 64 pt Montserrat Bold Cream on Legacy Purple.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3, 64 pt Montserrat Bold Cream on Legacy Purple.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4, 64 pt Montserrat Bold Cream on Legacy Purple.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90782600333568619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1239500"/>
            <a:ext cx="10287000" cy="7048500"/>
          </a:xfrm>
          <a:prstGeom prst="rect">
            <a:avLst/>
          </a:prstGeom>
          <a:solidFill>
            <a:srgbClr val="6B4C7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1715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BE6A7"/>
                </a:solidFill>
                <a:latin typeface="Montserrat"/>
              </a:rPr>
              <a:t>WORLD SOIL DAY · 5 DECEMBER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19200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3F1EA"/>
                </a:solidFill>
                <a:latin typeface="Montserrat"/>
              </a:rPr>
              <a:t>You've been infected</a:t>
            </a:r>
          </a:p>
        </p:txBody>
      </p:sp>
      <p:pic>
        <p:nvPicPr>
          <p:cNvPr id="6" name="Picture 5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44885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671708"/>
            <a:ext cx="8763000" cy="5515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“Now that you've listened to me, you've been infected.” Dr. Elaine Ingham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736775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“You will go forth and explain this to other people.”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736775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One viewer's answer: we've been inoculated. 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C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269308"/>
            <a:ext cx="8763000" cy="2320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Happy World Soil Day. Pass it on. 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