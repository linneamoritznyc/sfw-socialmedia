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boubacar-portrait-bananas-closer.jpg. Seam photo to next slide: young-tree-with-pineapples.jpg.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farm-overview-with-tanks.jpeg. Seam photo to next slide: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vegetable-beds-by-building.jpeg. Seam photo to next slide: still-biochar-kiln-smoke-73s.png.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boubacar-compost-pile.jpeg. Seam photo to next slide: still-biochar-charcoal-16s.png.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carrying-mulch.jpg. Seam photo to next slide: banana-bunch.jpg.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planting-seedling-in-agroforest.jpeg. Seam photo to next slide: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buckets-of-tubers.jpg. Seam photo to next slide: boubacar-hand-compost-worm.jpg.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millipede-leaf-litter.jpg. Seam photo to next slide: caterpillar-on-leaf.jpg.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yellow-caterpillar-on-stem.jpg. Seam photo to next slide: two-men-at-shade-house.jpeg.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group-of-five-farmers.jpeg. Seam photo to next slide: young-tree-yellow-new-leaves.jpg.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young-coffee-plant.jpg.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77471391811355589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7875" y="952500"/>
            <a:ext cx="1905000" cy="17127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3048000"/>
            <a:ext cx="2809875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Coffee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man-by-water-tank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02871146946688181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1256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876787"/>
            <a:ext cx="87630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man-by-water-tank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still-biochar-kiln-smoke-73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6708418710947162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15686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188818"/>
            <a:ext cx="87630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kiln-smoke-73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still-biochar-charcoal-16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6279597302117008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726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346334"/>
            <a:ext cx="8763000" cy="1838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banana-bunch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56382214163965937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anana-bunch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barrel-brew-under-shelter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55856508658362877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502349"/>
            <a:ext cx="8763000" cy="1667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arrel-brew-under-shelter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boubacar-hand-compost-worm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5609447847161563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965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caterpillar-on-leaf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2605846595909139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caterpillar-on-leaf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two-men-at-shade-house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34819799391644990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two-men-at-shade-house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mp-young-tree-yellow-new-leaves-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81387204447705110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9185366614424129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1143000"/>
            <a:ext cx="1619250" cy="14557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