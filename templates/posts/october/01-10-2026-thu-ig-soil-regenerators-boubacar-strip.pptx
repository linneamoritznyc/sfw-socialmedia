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boubacar-portrait-bananas-closer.jpg. Seam photo to next slide: young-tree-with-pineapples.jpg.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farm-overview-with-tanks.jpeg. Seam photo to next slide: man-by-water-tanks.jpeg.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vegetable-beds-by-building.jpeg. Seam photo to next slide: still-biochar-kiln-smoke-73s.png.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boubacar-compost-pile.jpeg. Seam photo to next slide: still-biochar-charcoal-16s.png.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carrying-mulch.jpg. Seam photo to next slide: banana-bunch.jpg.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planting-seedling-in-agroforest.jpeg. Seam photo to next slide: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buckets-of-tubers.jpg. Seam photo to next slide: boubacar-hand-compost-worm.jpg.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millipede-leaf-litter.jpg. Seam photo to next slide: caterpillar-on-leaf.jpg.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yellow-caterpillar-on-stem.jpg. Seam photo to next slide: two-men-at-shade-house.jpeg.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group-of-five-farmers.jpeg. Seam photo to next slide: young-tree-yellow-new-leaves.jpg.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Photo-strip seamless carousel (after the Will Khoury reference). Backdrop assets/collage/boubacar-strip/ (his photos, flat Deep Green tint). Main photo: young-coffee-plant.jpg. His words from his email to Allison, 30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with-pineapples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917182519574339421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9471146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Graduated from the Soil Food Web School in July 2026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7875" y="952500"/>
            <a:ext cx="1905000" cy="17127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57875" y="3048000"/>
            <a:ext cx="2809875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Happy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Coffee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with-pineapple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15701431556180360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19800" y="3543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2053593043082776427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619500"/>
            <a:ext cx="3333750" cy="3238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1256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1111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876787"/>
            <a:ext cx="87630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11111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30030259728747942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19800" y="2781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6708215538397249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857500"/>
            <a:ext cx="3333750" cy="3238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15686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0188818"/>
            <a:ext cx="87630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still-biochar-charcoal-16s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52826404733549225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7262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11111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9346334"/>
            <a:ext cx="8763000" cy="1838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11111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still-biochar-charcoal-16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2566014830139514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19800" y="3543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5247065880967506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619500"/>
            <a:ext cx="3333750" cy="3238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2453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1">
                <a:solidFill>
                  <a:srgbClr val="111111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17282965644951748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19800" y="2781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859612097889148032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857500"/>
            <a:ext cx="3333750" cy="3238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88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111111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9502349"/>
            <a:ext cx="8763000" cy="16672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0">
                <a:solidFill>
                  <a:srgbClr val="111111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boubacar-hand-compost-worm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282412992865387346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965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boubacar-hand-compost-worm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50856453903116146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19800" y="3543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366847490245894347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3619500"/>
            <a:ext cx="3333750" cy="3238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8620125"/>
            <a:ext cx="87630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What he's seeing: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9471146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341410009166620113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019800" y="2781300"/>
            <a:ext cx="3486150" cy="3390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49920326126499941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857500"/>
            <a:ext cx="3333750" cy="3238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715375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yellow-new-leaves-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60543777017177757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-76200" y="3067050"/>
            <a:ext cx="1647825" cy="41529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mp-young-tree-yellow-new-leaves-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250"/>
            <a:ext cx="1571625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050" y="781050"/>
            <a:ext cx="4629150" cy="6248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53385593628447938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857250"/>
            <a:ext cx="4476750" cy="609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8620125"/>
            <a:ext cx="8763000" cy="24533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0" i="1">
                <a:solidFill>
                  <a:srgbClr val="111111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6250" y="1143000"/>
            <a:ext cx="1619250" cy="145579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12096750"/>
            <a:ext cx="102870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4C3634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