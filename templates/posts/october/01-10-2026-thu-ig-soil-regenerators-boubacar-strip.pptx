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boubacar-portrait-bananas-closer.jpg. Seam photo to next slide: young-tree-with-pineapples.jpg.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farm-overview-with-tanks.jpeg. Seam photo to next slide: man-by-water-tanks.jpeg.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vegetable-beds-by-building.jpeg. Seam photo to next slide: still-biochar-kiln-smoke-73s.png.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boubacar-compost-pile.jpeg. Seam photo to next slide: still-biochar-charcoal-16s.png.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carrying-mulch.jpg. Seam photo to next slide: banana-bunch.jpg.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planting-seedling-in-agroforest.jpeg. Seam photo to next slide: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buckets-of-tubers.jpg. Seam photo to next slide: boubacar-hand-compost-worm.jpg.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millipede-leaf-litter.jpg. Seam photo to next slide: caterpillar-on-leaf.jpg.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yellow-caterpillar-on-stem.jpg. Seam photo to next slide: two-men-at-shade-house.jpeg.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group-of-five-farmers.jpeg. Seam photo to next slide: young-tree-yellow-new-leaves.jpg.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young-coffee-plant.jpg.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with-pineapples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6884737098630994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9471146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Graduated from the Soil Food Web School in July 2026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7875" y="952500"/>
            <a:ext cx="1905000" cy="17127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7875" y="3048000"/>
            <a:ext cx="2809875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Happy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Coffee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with-pineapple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78889030969244178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19800" y="3543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09226643497196033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619500"/>
            <a:ext cx="3333750" cy="3238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1256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1111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876787"/>
            <a:ext cx="87630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11111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26408190003152200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19800" y="2781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60808919299272865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857500"/>
            <a:ext cx="3333750" cy="3238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15686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188818"/>
            <a:ext cx="87630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still-biochar-charcoal-16s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93277500469620011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7262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11111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9346334"/>
            <a:ext cx="8763000" cy="1838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11111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still-biochar-charcoal-16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79826119421887186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19800" y="3543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746579780031387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619500"/>
            <a:ext cx="3333750" cy="3238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2453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1">
                <a:solidFill>
                  <a:srgbClr val="111111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65051258982321148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19800" y="2781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9658657674080778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857500"/>
            <a:ext cx="3333750" cy="3238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88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9502349"/>
            <a:ext cx="8763000" cy="1667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0">
                <a:solidFill>
                  <a:srgbClr val="111111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boubacar-hand-compost-worm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98940677915088683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965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boubacar-hand-compost-worm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23169642763056881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19800" y="3543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40709312631539395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619500"/>
            <a:ext cx="3333750" cy="3238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What he's seeing: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471146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0348318215236737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19800" y="2781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56265292819385181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857500"/>
            <a:ext cx="3333750" cy="3238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yellow-new-leaves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90839031915566372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yellow-new-leave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14714334027057129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453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1">
                <a:solidFill>
                  <a:srgbClr val="111111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6250" y="1143000"/>
            <a:ext cx="1619250" cy="14557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