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A: compost mound bottom right.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B: flat-lay soil border (Replicate).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C: torn soil strip.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D: crumbs top right, small mound bottom left. Mentor photos: Linnea's Drive folder (5 Oct 2026). Soil: cut from assets/photo/hand-of-compost.jpg. Names and titles: Stephanie McDaniel, 6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7.png"/><Relationship Id="rId7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9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oil-corner-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953000" y="10191750"/>
            <a:ext cx="5334000" cy="2667000"/>
          </a:xfrm>
          <a:prstGeom prst="rect">
            <a:avLst/>
          </a:prstGeom>
        </p:spPr>
      </p:pic>
      <p:pic>
        <p:nvPicPr>
          <p:cNvPr id="71" name="Picture 70" descr="815871800077988968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809750"/>
            <a:ext cx="4476750" cy="447675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5667375" y="3381375"/>
            <a:ext cx="4000500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67375" y="4090020"/>
            <a:ext cx="4000500" cy="983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Advanced Programs Lead &amp; Mentor</a:t>
            </a:r>
          </a:p>
        </p:txBody>
      </p:sp>
      <p:pic>
        <p:nvPicPr>
          <p:cNvPr id="74" name="Picture 73" descr="98659619260621902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6667500"/>
            <a:ext cx="4476750" cy="447675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5667375" y="8239125"/>
            <a:ext cx="4000500" cy="1283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7375" y="9542115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pic>
        <p:nvPicPr>
          <p:cNvPr id="77" name="Picture 76" descr="foundation-logo-col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1430000"/>
            <a:ext cx="1143000" cy="10276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815871800077988968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809750"/>
            <a:ext cx="4476750" cy="447675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667375" y="3381375"/>
            <a:ext cx="4000500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7375" y="4090020"/>
            <a:ext cx="4000500" cy="983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Advanced Programs Lead &amp; Mentor</a:t>
            </a:r>
          </a:p>
        </p:txBody>
      </p:sp>
      <p:pic>
        <p:nvPicPr>
          <p:cNvPr id="73" name="Picture 72" descr="98659619260621902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667500"/>
            <a:ext cx="4476750" cy="44767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667375" y="8239125"/>
            <a:ext cx="4000500" cy="1283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7375" y="9542115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pic>
        <p:nvPicPr>
          <p:cNvPr id="76" name="Picture 75" descr="soil-flatlay-bord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9300046"/>
            <a:ext cx="10287000" cy="4967696"/>
          </a:xfrm>
          <a:prstGeom prst="rect">
            <a:avLst/>
          </a:prstGeom>
        </p:spPr>
      </p:pic>
      <p:pic>
        <p:nvPicPr>
          <p:cNvPr id="77" name="Picture 76" descr="foundation-logo-col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0" y="9906000"/>
            <a:ext cx="1143000" cy="10276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815871800077988968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809750"/>
            <a:ext cx="4476750" cy="447675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667375" y="3381375"/>
            <a:ext cx="4000500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7375" y="4090020"/>
            <a:ext cx="4000500" cy="983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Advanced Programs Lead &amp; Mentor</a:t>
            </a:r>
          </a:p>
        </p:txBody>
      </p:sp>
      <p:pic>
        <p:nvPicPr>
          <p:cNvPr id="73" name="Picture 72" descr="98659619260621902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667500"/>
            <a:ext cx="4476750" cy="44767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667375" y="8239125"/>
            <a:ext cx="4000500" cy="1283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7375" y="9542115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pic>
        <p:nvPicPr>
          <p:cNvPr id="76" name="Picture 75" descr="soil-torn-stri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1430000"/>
            <a:ext cx="10287000" cy="1428750"/>
          </a:xfrm>
          <a:prstGeom prst="rect">
            <a:avLst/>
          </a:prstGeom>
        </p:spPr>
      </p:pic>
      <p:pic>
        <p:nvPicPr>
          <p:cNvPr id="77" name="Picture 76" descr="foundation-logo-col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5375" y="10287000"/>
            <a:ext cx="1190625" cy="1070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atched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6AA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oil-crumbs-cor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0"/>
            <a:ext cx="4000500" cy="4953000"/>
          </a:xfrm>
          <a:prstGeom prst="rect">
            <a:avLst/>
          </a:prstGeom>
        </p:spPr>
      </p:pic>
      <p:pic>
        <p:nvPicPr>
          <p:cNvPr id="71" name="Picture 70" descr="815871800077988968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809750"/>
            <a:ext cx="4476750" cy="447675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5667375" y="3381375"/>
            <a:ext cx="4000500" cy="689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67375" y="4090020"/>
            <a:ext cx="4000500" cy="983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Advanced Programs Lead &amp; Mentor</a:t>
            </a:r>
          </a:p>
        </p:txBody>
      </p:sp>
      <p:pic>
        <p:nvPicPr>
          <p:cNvPr id="74" name="Picture 73" descr="98659619260621902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6667500"/>
            <a:ext cx="4476750" cy="447675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5667375" y="8239125"/>
            <a:ext cx="4000500" cy="1283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7375" y="9542115"/>
            <a:ext cx="4000500" cy="5395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333130"/>
                </a:solidFill>
                <a:latin typeface="Source Sans 3"/>
              </a:rPr>
              <a:t>Mentor &amp; Consultant</a:t>
            </a:r>
          </a:p>
        </p:txBody>
      </p:sp>
      <p:pic>
        <p:nvPicPr>
          <p:cNvPr id="77" name="Picture 76" descr="soil-corner-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1162109"/>
            <a:ext cx="3619500" cy="1696640"/>
          </a:xfrm>
          <a:prstGeom prst="rect">
            <a:avLst/>
          </a:prstGeom>
        </p:spPr>
      </p:pic>
      <p:pic>
        <p:nvPicPr>
          <p:cNvPr id="78" name="Picture 77" descr="foundation-logo-col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0" y="11430000"/>
            <a:ext cx="1143000" cy="10276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