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image, photo-strip style (matches the Instagram carousel).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Photos: boubacar-portrait-bananas-closer.jpg, vegetable-beds-by-building.jpeg,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inkedin-backd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5300" y="304800"/>
            <a:ext cx="2819400" cy="36766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4051001892978412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81000"/>
            <a:ext cx="2667000" cy="35242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495675" y="828675"/>
            <a:ext cx="2343150" cy="29146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5659324571371664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1875" y="904875"/>
            <a:ext cx="2190750" cy="2762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495300"/>
            <a:ext cx="2343150" cy="3009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03736623667474539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571500"/>
            <a:ext cx="2190750" cy="2857500"/>
          </a:xfrm>
          <a:prstGeom prst="rect">
            <a:avLst/>
          </a:prstGeom>
        </p:spPr>
      </p:pic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571500"/>
            <a:ext cx="1619250" cy="14557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500" y="44577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300">
                <a:solidFill>
                  <a:srgbClr val="31662F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648200"/>
            <a:ext cx="10287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29590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11111"/>
                </a:solidFill>
                <a:latin typeface="Source Sans 3"/>
              </a:rPr>
              <a:t>Gnaly Coffee &amp; AgroÉcole Bio, Fouta Djallon, Guinea-Conakry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