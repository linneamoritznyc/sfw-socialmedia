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LinkedIn image, photo-strip style (matches the Instagram carousel).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 Photos: boubacar-portrait-bananas-closer.jpg, vegetable-beds-by-building.jpeg, young-coffee-plant.jpg.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inkedin-backd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00" cy="597217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95300" y="304800"/>
            <a:ext cx="2819400" cy="367665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552704353445008832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81000"/>
            <a:ext cx="2667000" cy="352425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495675" y="828675"/>
            <a:ext cx="2343150" cy="291465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6217045642842723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1875" y="904875"/>
            <a:ext cx="2190750" cy="27622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19800" y="495300"/>
            <a:ext cx="2343150" cy="3009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882969308019924259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571500"/>
            <a:ext cx="2190750" cy="2857500"/>
          </a:xfrm>
          <a:prstGeom prst="rect">
            <a:avLst/>
          </a:prstGeom>
        </p:spPr>
      </p:pic>
      <p:pic>
        <p:nvPicPr>
          <p:cNvPr id="9" name="Picture 8" descr="foundation-logo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34500" y="571500"/>
            <a:ext cx="1619250" cy="14557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1500" y="4457700"/>
            <a:ext cx="952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300">
                <a:solidFill>
                  <a:srgbClr val="31662F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4648200"/>
            <a:ext cx="102870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>
                <a:solidFill>
                  <a:srgbClr val="111111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5295900"/>
            <a:ext cx="10287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111111"/>
                </a:solidFill>
                <a:latin typeface="Source Sans 3"/>
              </a:rPr>
              <a:t>Gnaly Coffee &amp; AgroÉcole Bio, Fouta Djallon, Guinea-Conakry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