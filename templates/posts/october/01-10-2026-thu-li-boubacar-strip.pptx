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1430000" cy="597217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LinkedIn image, photo-strip style (matches the Instagram carousel). Call to action: his YouTube channel (his Instagram @tidia.diallo.1 is private). Sources: Impact story sheet, Boubacar Tidiane Diallo: https://docs.google.com/spreadsheets/d/10UHLwzJLBQAsmJqmg4hiCQRjBKXPAx7UnOudU-Vsg5U/edit; Email from Boubacar to Allison, 30 September 2026; Instagram: https://www.instagram.com/tidia.diallo.1/; YouTube: https://www.youtube.com/@boubacartidianediallo; Facebook: https://www.facebook.com/btidja; Photos: sent by Boubacar to Stephanie on WhatsApp, 17 August 2026, and to Allison, September 2026. [TAG @Stephanie] Send Boubacar the final caption and slides to approve before posting, and confirm he studied on a scholarship. Photos: boubacar-portrait-bananas-closer.jpg, vegetable-beds-by-building.jpeg, young-coffee-plant.jpg.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jpg"/><Relationship Id="rId5" Type="http://schemas.openxmlformats.org/officeDocument/2006/relationships/image" Target="../media/image3.jpg"/><Relationship Id="rId6" Type="http://schemas.openxmlformats.org/officeDocument/2006/relationships/image" Target="../media/image4.jpg"/><Relationship Id="rId7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inkedin-backdro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1430000" cy="597217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95300" y="304800"/>
            <a:ext cx="2819400" cy="367665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901176621575303419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81000"/>
            <a:ext cx="2667000" cy="352425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495675" y="828675"/>
            <a:ext cx="2343150" cy="291465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4661564634153178448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1875" y="904875"/>
            <a:ext cx="2190750" cy="276225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019800" y="495300"/>
            <a:ext cx="2343150" cy="30099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4927884398861364573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571500"/>
            <a:ext cx="2190750" cy="2857500"/>
          </a:xfrm>
          <a:prstGeom prst="rect">
            <a:avLst/>
          </a:prstGeom>
        </p:spPr>
      </p:pic>
      <p:pic>
        <p:nvPicPr>
          <p:cNvPr id="9" name="Picture 8" descr="foundation-logo-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34500" y="571500"/>
            <a:ext cx="1619250" cy="145579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71500" y="4400550"/>
            <a:ext cx="952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 spc="300">
                <a:solidFill>
                  <a:srgbClr val="31662F"/>
                </a:solidFill>
                <a:latin typeface="Montserrat"/>
              </a:rPr>
              <a:t>HAPPY INTERNATIONAL COFFEE DAY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4762500"/>
            <a:ext cx="102870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200" b="1" i="0">
                <a:solidFill>
                  <a:srgbClr val="111111"/>
                </a:solidFill>
                <a:latin typeface="Montserrat"/>
              </a:rPr>
              <a:t>Boubacar Tidiane Diallo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5381625"/>
            <a:ext cx="10287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0" i="0">
                <a:solidFill>
                  <a:srgbClr val="111111"/>
                </a:solidFill>
                <a:latin typeface="Source Sans 3"/>
              </a:rPr>
              <a:t>Gnaly Coffee &amp; AgroÉcole Bio, Fouta Djallon, Guinea-Conakry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