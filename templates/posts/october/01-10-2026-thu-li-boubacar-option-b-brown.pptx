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soil brown.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B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5A3B39"/>
              </a:gs>
              <a:gs pos="100000">
                <a:srgbClr val="3A252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77232822485829619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4E3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E8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E8CDB8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