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B layout, soil brown. Trifold style: gradient panel, tracked eyebrow, Montserrat headline, EB Garamond serif. EB Garamond is in the repo (assets/font) and in Canva. No stickers. Photo: assets/photo/boubacar/vegetable-beds-by-building.jpeg.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B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gradFill rotWithShape="1">
            <a:gsLst>
              <a:gs pos="0">
                <a:srgbClr val="5A3B39"/>
              </a:gs>
              <a:gs pos="100000">
                <a:srgbClr val="3A25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9115257140737995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53000" cy="5972175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4381500" y="0"/>
            <a:ext cx="7048500" cy="5972175"/>
          </a:xfrm>
          <a:custGeom>
            <a:avLst/>
            <a:gdLst/>
            <a:ahLst/>
            <a:cxnLst/>
            <a:rect l="l" t="t" r="r" b="b"/>
            <a:pathLst>
              <a:path w="7048500" h="5972175">
                <a:moveTo>
                  <a:pt x="7048500" y="5972175"/>
                </a:moveTo>
                <a:lnTo>
                  <a:pt x="7048500" y="0"/>
                </a:lnTo>
                <a:lnTo>
                  <a:pt x="571500" y="0"/>
                </a:lnTo>
                <a:lnTo>
                  <a:pt x="526660" y="149304"/>
                </a:lnTo>
                <a:lnTo>
                  <a:pt x="482097" y="298608"/>
                </a:lnTo>
                <a:lnTo>
                  <a:pt x="438085" y="447913"/>
                </a:lnTo>
                <a:lnTo>
                  <a:pt x="394896" y="597217"/>
                </a:lnTo>
                <a:lnTo>
                  <a:pt x="352796" y="746521"/>
                </a:lnTo>
                <a:lnTo>
                  <a:pt x="312044" y="895826"/>
                </a:lnTo>
                <a:lnTo>
                  <a:pt x="272892" y="1045130"/>
                </a:lnTo>
                <a:lnTo>
                  <a:pt x="235580" y="1194435"/>
                </a:lnTo>
                <a:lnTo>
                  <a:pt x="200340" y="1343739"/>
                </a:lnTo>
                <a:lnTo>
                  <a:pt x="167388" y="1493043"/>
                </a:lnTo>
                <a:lnTo>
                  <a:pt x="136927" y="1642348"/>
                </a:lnTo>
                <a:lnTo>
                  <a:pt x="109146" y="1791652"/>
                </a:lnTo>
                <a:lnTo>
                  <a:pt x="84216" y="1940956"/>
                </a:lnTo>
                <a:lnTo>
                  <a:pt x="62289" y="2090261"/>
                </a:lnTo>
                <a:lnTo>
                  <a:pt x="43502" y="2239565"/>
                </a:lnTo>
                <a:lnTo>
                  <a:pt x="27971" y="2388870"/>
                </a:lnTo>
                <a:lnTo>
                  <a:pt x="15790" y="2538174"/>
                </a:lnTo>
                <a:lnTo>
                  <a:pt x="7036" y="2687478"/>
                </a:lnTo>
                <a:lnTo>
                  <a:pt x="1761" y="2836783"/>
                </a:lnTo>
                <a:lnTo>
                  <a:pt x="0" y="2986087"/>
                </a:lnTo>
                <a:lnTo>
                  <a:pt x="1761" y="3135391"/>
                </a:lnTo>
                <a:lnTo>
                  <a:pt x="7036" y="3284696"/>
                </a:lnTo>
                <a:lnTo>
                  <a:pt x="15790" y="3434000"/>
                </a:lnTo>
                <a:lnTo>
                  <a:pt x="27971" y="3583305"/>
                </a:lnTo>
                <a:lnTo>
                  <a:pt x="43502" y="3732609"/>
                </a:lnTo>
                <a:lnTo>
                  <a:pt x="62289" y="3881913"/>
                </a:lnTo>
                <a:lnTo>
                  <a:pt x="84216" y="4031218"/>
                </a:lnTo>
                <a:lnTo>
                  <a:pt x="109146" y="4180522"/>
                </a:lnTo>
                <a:lnTo>
                  <a:pt x="136927" y="4329826"/>
                </a:lnTo>
                <a:lnTo>
                  <a:pt x="167388" y="4479131"/>
                </a:lnTo>
                <a:lnTo>
                  <a:pt x="200340" y="4628435"/>
                </a:lnTo>
                <a:lnTo>
                  <a:pt x="235580" y="4777740"/>
                </a:lnTo>
                <a:lnTo>
                  <a:pt x="272892" y="4927044"/>
                </a:lnTo>
                <a:lnTo>
                  <a:pt x="312044" y="5076348"/>
                </a:lnTo>
                <a:lnTo>
                  <a:pt x="352796" y="5225653"/>
                </a:lnTo>
                <a:lnTo>
                  <a:pt x="394896" y="5374957"/>
                </a:lnTo>
                <a:lnTo>
                  <a:pt x="438085" y="5524261"/>
                </a:lnTo>
                <a:lnTo>
                  <a:pt x="482097" y="5673566"/>
                </a:lnTo>
                <a:lnTo>
                  <a:pt x="526660" y="5822870"/>
                </a:lnTo>
                <a:lnTo>
                  <a:pt x="571500" y="5972175"/>
                </a:lnTo>
                <a:close/>
              </a:path>
            </a:pathLst>
          </a:custGeom>
          <a:solidFill>
            <a:srgbClr val="4E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0" y="6667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E8CDB8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1028700"/>
            <a:ext cx="571500" cy="28575"/>
          </a:xfrm>
          <a:prstGeom prst="rect">
            <a:avLst/>
          </a:prstGeom>
          <a:solidFill>
            <a:srgbClr val="E8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1333500"/>
            <a:ext cx="56197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F4F1EA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4095750"/>
            <a:ext cx="5524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4514850"/>
            <a:ext cx="552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8CDB8"/>
                </a:solidFill>
                <a:latin typeface="EB Garamond"/>
              </a:rPr>
              <a:t>Gnaly Coffee &amp; AgroÉcole Bio, Guinea-Conakry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4905375"/>
            <a:ext cx="762000" cy="685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