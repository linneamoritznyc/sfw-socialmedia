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381250"/>
            <a:ext cx="8382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Happy World Teachers' Day. Collect them all.</a:t>
            </a:r>
          </a:p>
        </p:txBody>
      </p:sp>
      <p:sp>
        <p:nvSpPr>
          <p:cNvPr id="3" name="Rounded Rectangle 2"/>
          <p:cNvSpPr/>
          <p:nvPr/>
        </p:nvSpPr>
        <p:spPr>
          <a:xfrm rot="21240000">
            <a:off x="381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7145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360000">
            <a:off x="3048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51135050882268417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F4F1EA"/>
                </a:solidFill>
                <a:latin typeface="Montserrat"/>
              </a:rPr>
              <a:t>DR. CARLA PORTUGAL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Science Leader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05873802536618417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4F1EA"/>
                </a:solidFill>
                <a:latin typeface="Montserrat"/>
              </a:rPr>
              <a:t>NICK PADWICK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Farmer, Norfolk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46398792856363332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4F1EA"/>
                </a:solidFill>
                <a:latin typeface="Montserrat"/>
              </a:rPr>
              <a:t>WES SANDER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Microscopy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89743851242480689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4F1EA"/>
                </a:solidFill>
                <a:latin typeface="Montserrat"/>
              </a:rPr>
              <a:t>GERALD RAMIREZ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">
            <a:off x="1695970" y="1290848"/>
            <a:ext cx="3619500" cy="36195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180000">
            <a:off x="1848370" y="1290848"/>
            <a:ext cx="33147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Dr. Caterina Capri, square headshot</a:t>
            </a:r>
          </a:p>
        </p:txBody>
      </p:sp>
      <p:sp>
        <p:nvSpPr>
          <p:cNvPr id="6" name="Oval 5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7" name="TextBox 46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8" name="Freeform 47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F4F1EA"/>
                </a:solidFill>
                <a:latin typeface="Montserrat"/>
              </a:rPr>
              <a:t>DR. CATERINA CAPRI</a:t>
            </a:r>
          </a:p>
        </p:txBody>
      </p:sp>
      <p:sp>
        <p:nvSpPr>
          <p:cNvPr id="50" name="Freeform 49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Advanced Programs</a:t>
            </a:r>
          </a:p>
        </p:txBody>
      </p:sp>
      <p:sp>
        <p:nvSpPr>
          <p:cNvPr id="52" name="Rectangle 51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381250"/>
            <a:ext cx="8382000" cy="3224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Thank you to every mentor who teaches our students to see soil.</a:t>
            </a:r>
          </a:p>
        </p:txBody>
      </p:sp>
      <p:sp>
        <p:nvSpPr>
          <p:cNvPr id="3" name="Rounded Rectangle 2"/>
          <p:cNvSpPr/>
          <p:nvPr/>
        </p:nvSpPr>
        <p:spPr>
          <a:xfrm rot="21240000">
            <a:off x="381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7145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360000">
            <a:off x="3048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