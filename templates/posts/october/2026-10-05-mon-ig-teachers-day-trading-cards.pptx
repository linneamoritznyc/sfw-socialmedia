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9174616522703462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0194125340596066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Farmer, Norfolk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5798082408211095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WES SANDER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Microscopy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1835444895752119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GERALD RAMÍREZ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