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Carla Portugal,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Nick Padwick,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Farmer, Norfolk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Wes Sander,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WES SANDER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Microscopy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Gerald Ramirez,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