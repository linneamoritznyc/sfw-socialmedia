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658133130993077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5961702025282773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Farmer, Norfolk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7295257180075450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WES SANDER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Microscopy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1535105391591671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180000">
            <a:off x="7264054" y="2150558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56826"/>
                </a:solidFill>
                <a:latin typeface="Montserrat"/>
              </a:rPr>
              <a:t>LOGO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224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