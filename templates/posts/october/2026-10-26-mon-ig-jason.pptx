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Jason at his compost piles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1E3F1D">
                  <a:alpha val="0"/>
                </a:srgbClr>
              </a:gs>
              <a:gs pos="100000">
                <a:srgbClr val="1E3F1D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9105900"/>
            <a:ext cx="1143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9429750"/>
            <a:ext cx="7620000" cy="1845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Jason Gearheart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389315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Integrated Elements Compost, Indiana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714500" y="5810250"/>
            <a:ext cx="2476500" cy="457200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33500" y="4686300"/>
            <a:ext cx="3238500" cy="9525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 i="0">
                <a:solidFill>
                  <a:srgbClr val="31662F"/>
                </a:solidFill>
                <a:latin typeface="Montserrat"/>
              </a:rPr>
              <a:t>120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10610850"/>
            <a:ext cx="3238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Year one, yards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0" y="5238750"/>
            <a:ext cx="2476500" cy="5143500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15000" y="4114800"/>
            <a:ext cx="3238500" cy="9525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 i="0">
                <a:solidFill>
                  <a:srgbClr val="1E3F1D"/>
                </a:solidFill>
                <a:latin typeface="Montserrat"/>
              </a:rPr>
              <a:t>135+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0610850"/>
            <a:ext cx="3238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Year two, yards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0382250"/>
            <a:ext cx="8001000" cy="28575"/>
          </a:xfrm>
          <a:prstGeom prst="rect">
            <a:avLst/>
          </a:prstGeom>
          <a:solidFill>
            <a:srgbClr val="1E3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woodchips next to finished compost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WOODCHIPS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Woodchips in. Biologically active compost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31662F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3901494"/>
            <a:ext cx="8382000" cy="4484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1E3F1D"/>
                </a:solidFill>
                <a:latin typeface="Montserrat"/>
              </a:rPr>
              <a:t>“Every year I’ve been able to knock out a piece of the puzzle for efficiency without compromising quality.”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671505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31662F"/>
                </a:solidFill>
                <a:latin typeface="Source Sans 3"/>
              </a:rPr>
              <a:t>Jason Gearheart, Indiana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