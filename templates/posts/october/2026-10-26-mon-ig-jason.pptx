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 at his compost piles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91059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429750"/>
            <a:ext cx="7620000" cy="1845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Jason Gearheart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389315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Integrated Elements Compost, Indiana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14500" y="5810250"/>
            <a:ext cx="2476500" cy="45720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3500" y="46863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156826"/>
                </a:solidFill>
                <a:latin typeface="Montserrat"/>
              </a:rP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one, yards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0" y="5238750"/>
            <a:ext cx="2476500" cy="5143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0" y="41148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22371F"/>
                </a:solidFill>
                <a:latin typeface="Montserrat"/>
              </a:rPr>
              <a:t>135+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two, yards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0382250"/>
            <a:ext cx="80010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woodchips next to finished compost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WOODCHIPS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Woodchips in. Biologically active compost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156826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3901494"/>
            <a:ext cx="8382000" cy="4484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22371F"/>
                </a:solidFill>
                <a:latin typeface="Montserrat"/>
              </a:rPr>
              <a:t>“Every year I’ve been able to knock out a piece of the puzzle for efficiency without compromising quality.”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671505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156826"/>
                </a:solidFill>
                <a:latin typeface="Source Sans 3"/>
              </a:rPr>
              <a:t>Jason Gearheart, Indiana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