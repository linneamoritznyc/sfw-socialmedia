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1A. Series cover. Same cover on every Soil Regenerators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128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Angela with a school group at the microscope, faces hidden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077075"/>
            <a:ext cx="10287000" cy="5781675"/>
          </a:xfrm>
          <a:prstGeom prst="rect">
            <a:avLst/>
          </a:prstGeom>
          <a:gradFill rotWithShape="1">
            <a:gsLst>
              <a:gs pos="0">
                <a:srgbClr val="22371F">
                  <a:alpha val="0"/>
                </a:srgbClr>
              </a:gs>
              <a:gs pos="100000">
                <a:srgbClr val="22371F">
                  <a:alpha val="8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762000"/>
            <a:ext cx="7239000" cy="666750"/>
          </a:xfrm>
          <a:prstGeom prst="roundRect">
            <a:avLst>
              <a:gd name="adj" fmla="val 50000"/>
            </a:avLst>
          </a:prstGeom>
          <a:solidFill>
            <a:srgbClr val="22371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7239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 spc="200">
                <a:solidFill>
                  <a:srgbClr val="DBE6A7"/>
                </a:solidFill>
                <a:latin typeface="Montserrat"/>
              </a:rPr>
              <a:t>SOIL REGENERATORS IN THE WILD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0058400"/>
            <a:ext cx="1143000" cy="38100"/>
          </a:xfrm>
          <a:prstGeom prst="rect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10382250"/>
            <a:ext cx="7620000" cy="95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 i="0">
                <a:solidFill>
                  <a:srgbClr val="F4F1EA"/>
                </a:solidFill>
                <a:latin typeface="Montserrat"/>
              </a:rPr>
              <a:t>Angela Viner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1447757"/>
            <a:ext cx="7429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DBE6A7"/>
                </a:solidFill>
                <a:latin typeface="Source Sans 3"/>
              </a:rPr>
              <a:t>Australia</a:t>
            </a:r>
          </a:p>
        </p:txBody>
      </p:sp>
      <p:sp>
        <p:nvSpPr>
          <p:cNvPr id="10" name="Oval 9"/>
          <p:cNvSpPr/>
          <p:nvPr/>
        </p:nvSpPr>
        <p:spPr>
          <a:xfrm>
            <a:off x="8667750" y="11239500"/>
            <a:ext cx="857250" cy="85725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67750" y="112395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60000"/>
                  </a:srgbClr>
                </a:solidFill>
                <a:latin typeface="Source Sans 3"/>
              </a:rPr>
              <a:t>1/3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764962"/>
            <a:ext cx="8763000" cy="329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DBE6A7"/>
                </a:solidFill>
                <a:latin typeface="Montserrat"/>
              </a:rPr>
              <a:t>WHAT KIDS SHOUT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336462"/>
            <a:ext cx="8382000" cy="27774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600" b="1" i="0">
                <a:solidFill>
                  <a:srgbClr val="F4F1EA"/>
                </a:solidFill>
                <a:latin typeface="Montserrat"/>
              </a:rPr>
              <a:t>SOIL IS ALIVE!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399635"/>
            <a:ext cx="8382000" cy="12179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 i="0">
                <a:solidFill>
                  <a:srgbClr val="DBE6A7"/>
                </a:solidFill>
                <a:latin typeface="Source Sans 3"/>
              </a:rPr>
              <a:t>What kids shout when they get home from Angela's farm.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60000"/>
                  </a:srgbClr>
                </a:solidFill>
                <a:latin typeface="Source Sans 3"/>
              </a:rPr>
              <a:t>2/3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0010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800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her book in the garden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477250"/>
            <a:ext cx="8763000" cy="329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SCHOOL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9001125"/>
            <a:ext cx="8763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22371F"/>
                </a:solidFill>
                <a:latin typeface="Source Sans 3"/>
              </a:rPr>
              <a:t>Hundreds of school groups. One microscope. A book about the organisms in the soil.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3/3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