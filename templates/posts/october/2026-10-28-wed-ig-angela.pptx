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Angela with a school group at the microscope, faces hidden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22371F">
                  <a:alpha val="0"/>
                </a:srgbClr>
              </a:gs>
              <a:gs pos="100000">
                <a:srgbClr val="22371F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Angela Viner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Australia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76496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BE6A7"/>
                </a:solidFill>
                <a:latin typeface="Montserrat"/>
              </a:rPr>
              <a:t>WHAT KIDS SHOUT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336462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 b="1" i="0">
                <a:solidFill>
                  <a:srgbClr val="F4F1EA"/>
                </a:solidFill>
                <a:latin typeface="Montserrat"/>
              </a:rPr>
              <a:t>SOIL IS ALIVE!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99635"/>
            <a:ext cx="8382000" cy="1217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DBE6A7"/>
                </a:solidFill>
                <a:latin typeface="Source Sans 3"/>
              </a:rPr>
              <a:t>What kids shout when they get home from Angela's farm.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her book in the garden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SCHOOL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Hundreds of school groups. One microscope. A book about the organisms in the soil.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