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1: bunting, balloons and stars (PowerPoint shapes), big logo. Mentor photos: Linnea's Drive folder (5 Oct 2026) and assets/mentors-teachers-day/; written consent per the folder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Mentors: Ib Borup Pedersen, Brian Daubenspeck. About lines: drafts from the team notes; confirm with each mentor (05-10-2026-mon-ig-teachers-day-mentors.md). Mentor photos: Linnea's Drive folder (5 Oct 2026) and assets/mentors-teachers-day/; written consent per the folder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Mentors: Elena Kalli, Nick Padwick. About lines: drafts from the team notes; confirm with each mentor (05-10-2026-mon-ig-teachers-day-mentors.md). Mentor photos: Linnea's Drive folder (5 Oct 2026) and assets/mentors-teachers-day/; written consent per the folder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Mentors: Carla Ribeiro Machado e Portugal, Gerald Ramírez. About lines: drafts from the team notes; confirm with each mentor (05-10-2026-mon-ig-teachers-day-mentors.md). Mentor photos: Linnea's Drive folder (5 Oct 2026) and assets/mentors-teachers-day/; written consent per the folder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Mentors: Wesley Sander, Isadora Shmidt. About lines: drafts from the team notes; confirm with each mentor (05-10-2026-mon-ig-teachers-day-mentors.md). Mentor photos: Linnea's Drive folder (5 Oct 2026) and assets/mentors-teachers-day/; written consent per the folder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Mentors: Delvin Solkinson, Tommy Tapper. About lines: drafts from the team notes; confirm with each mentor (05-10-2026-mon-ig-teachers-day-mentors.md). Mentor photos: Linnea's Drive folder (5 Oct 2026) and assets/mentors-teachers-day/; written consent per the folder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Mentors: Dora Tkalec, Ayşen Üstünay. About lines: drafts from the team notes; confirm with each mentor (05-10-2026-mon-ig-teachers-day-mentors.md). Mentor photos: Linnea's Drive folder (5 Oct 2026) and assets/mentors-teachers-day/; written consent per the folder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Mentors: Loida Vasquez, Casey Williams. About lines: drafts from the team notes; confirm with each mentor (05-10-2026-mon-ig-teachers-day-mentors.md). Mentor photos: Linnea's Drive folder (5 Oct 2026) and assets/mentors-teachers-day/; written consent per the folder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fourteen in a grid, alphabetical. Mentor photos: Linnea's Drive folder (5 Oct 2026) and assets/mentors-teachers-day/; written consent per the folder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Closing: bunting, balloons and a big logo. Line to confirm with Linnea.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jpg"/><Relationship Id="rId4" Type="http://schemas.openxmlformats.org/officeDocument/2006/relationships/image" Target="../media/image3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5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jpg"/><Relationship Id="rId4" Type="http://schemas.openxmlformats.org/officeDocument/2006/relationships/image" Target="../media/image7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jpg"/><Relationship Id="rId4" Type="http://schemas.openxmlformats.org/officeDocument/2006/relationships/image" Target="../media/image9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0.jpg"/><Relationship Id="rId4" Type="http://schemas.openxmlformats.org/officeDocument/2006/relationships/image" Target="../media/image1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2.jpg"/><Relationship Id="rId4" Type="http://schemas.openxmlformats.org/officeDocument/2006/relationships/image" Target="../media/image13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4.jpg"/><Relationship Id="rId4" Type="http://schemas.openxmlformats.org/officeDocument/2006/relationships/image" Target="../media/image15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6.jpg"/><Relationship Id="rId4" Type="http://schemas.openxmlformats.org/officeDocument/2006/relationships/image" Target="../media/image17.jpg"/><Relationship Id="rId5" Type="http://schemas.openxmlformats.org/officeDocument/2006/relationships/image" Target="../media/image18.jpg"/><Relationship Id="rId6" Type="http://schemas.openxmlformats.org/officeDocument/2006/relationships/image" Target="../media/image19.jpg"/><Relationship Id="rId7" Type="http://schemas.openxmlformats.org/officeDocument/2006/relationships/image" Target="../media/image20.jpg"/><Relationship Id="rId8" Type="http://schemas.openxmlformats.org/officeDocument/2006/relationships/image" Target="../media/image21.jpg"/><Relationship Id="rId9" Type="http://schemas.openxmlformats.org/officeDocument/2006/relationships/image" Target="../media/image22.jpg"/><Relationship Id="rId10" Type="http://schemas.openxmlformats.org/officeDocument/2006/relationships/image" Target="../media/image23.jpg"/><Relationship Id="rId11" Type="http://schemas.openxmlformats.org/officeDocument/2006/relationships/image" Target="../media/image24.jpg"/><Relationship Id="rId12" Type="http://schemas.openxmlformats.org/officeDocument/2006/relationships/image" Target="../media/image25.jpg"/><Relationship Id="rId13" Type="http://schemas.openxmlformats.org/officeDocument/2006/relationships/image" Target="../media/image26.jpg"/><Relationship Id="rId14" Type="http://schemas.openxmlformats.org/officeDocument/2006/relationships/image" Target="../media/image27.jpg"/><Relationship Id="rId15" Type="http://schemas.openxmlformats.org/officeDocument/2006/relationships/image" Target="../media/image28.jpg"/><Relationship Id="rId16" Type="http://schemas.openxmlformats.org/officeDocument/2006/relationships/image" Target="../media/image2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-190500" y="3588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0"/>
                </a:moveTo>
                <a:lnTo>
                  <a:pt x="190500" y="22154"/>
                </a:lnTo>
                <a:lnTo>
                  <a:pt x="190500" y="50729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3810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0"/>
                </a:moveTo>
                <a:lnTo>
                  <a:pt x="190500" y="22153"/>
                </a:lnTo>
                <a:lnTo>
                  <a:pt x="190500" y="5072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190500" y="4031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0"/>
                </a:moveTo>
                <a:lnTo>
                  <a:pt x="190500" y="22078"/>
                </a:lnTo>
                <a:lnTo>
                  <a:pt x="190500" y="5065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81000" y="4252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0"/>
                </a:moveTo>
                <a:lnTo>
                  <a:pt x="190500" y="21928"/>
                </a:lnTo>
                <a:lnTo>
                  <a:pt x="190500" y="5050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571500" y="4471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0"/>
                </a:moveTo>
                <a:lnTo>
                  <a:pt x="190500" y="21705"/>
                </a:lnTo>
                <a:lnTo>
                  <a:pt x="190500" y="5028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762000" y="4688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0"/>
                </a:moveTo>
                <a:lnTo>
                  <a:pt x="190500" y="21408"/>
                </a:lnTo>
                <a:lnTo>
                  <a:pt x="190500" y="499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952500" y="4902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0"/>
                </a:moveTo>
                <a:lnTo>
                  <a:pt x="190500" y="21037"/>
                </a:lnTo>
                <a:lnTo>
                  <a:pt x="190500" y="4961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1143000" y="5113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0"/>
                </a:moveTo>
                <a:lnTo>
                  <a:pt x="190500" y="20597"/>
                </a:lnTo>
                <a:lnTo>
                  <a:pt x="190500" y="4917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1333500" y="5319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0"/>
                </a:moveTo>
                <a:lnTo>
                  <a:pt x="190500" y="20086"/>
                </a:lnTo>
                <a:lnTo>
                  <a:pt x="190500" y="4866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1524000" y="5519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0"/>
                </a:moveTo>
                <a:lnTo>
                  <a:pt x="190500" y="19508"/>
                </a:lnTo>
                <a:lnTo>
                  <a:pt x="190500" y="480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714500" y="5715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0"/>
                </a:moveTo>
                <a:lnTo>
                  <a:pt x="190500" y="18862"/>
                </a:lnTo>
                <a:lnTo>
                  <a:pt x="190500" y="4743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905000" y="5903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0"/>
                </a:moveTo>
                <a:lnTo>
                  <a:pt x="190500" y="18155"/>
                </a:lnTo>
                <a:lnTo>
                  <a:pt x="190500" y="4673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2095500" y="6085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0"/>
                </a:moveTo>
                <a:lnTo>
                  <a:pt x="190500" y="17385"/>
                </a:lnTo>
                <a:lnTo>
                  <a:pt x="190500" y="4596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2286000" y="6259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0"/>
                </a:moveTo>
                <a:lnTo>
                  <a:pt x="190500" y="16556"/>
                </a:lnTo>
                <a:lnTo>
                  <a:pt x="190500" y="4513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2476500" y="6424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0"/>
                </a:moveTo>
                <a:lnTo>
                  <a:pt x="190500" y="15671"/>
                </a:lnTo>
                <a:lnTo>
                  <a:pt x="190500" y="4424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2667000" y="6581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0"/>
                </a:moveTo>
                <a:lnTo>
                  <a:pt x="190500" y="14733"/>
                </a:lnTo>
                <a:lnTo>
                  <a:pt x="190500" y="4330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2857500" y="6728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0"/>
                </a:moveTo>
                <a:lnTo>
                  <a:pt x="190500" y="13746"/>
                </a:lnTo>
                <a:lnTo>
                  <a:pt x="190500" y="4232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3048000" y="6866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0"/>
                </a:moveTo>
                <a:lnTo>
                  <a:pt x="190500" y="12712"/>
                </a:lnTo>
                <a:lnTo>
                  <a:pt x="190500" y="412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3238500" y="6993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0"/>
                </a:moveTo>
                <a:lnTo>
                  <a:pt x="190500" y="11635"/>
                </a:lnTo>
                <a:lnTo>
                  <a:pt x="190500" y="4021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3429000" y="7109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0"/>
                </a:moveTo>
                <a:lnTo>
                  <a:pt x="190500" y="10519"/>
                </a:lnTo>
                <a:lnTo>
                  <a:pt x="190500" y="39094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3619500" y="7214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0"/>
                </a:moveTo>
                <a:lnTo>
                  <a:pt x="190500" y="9366"/>
                </a:lnTo>
                <a:lnTo>
                  <a:pt x="190500" y="3794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3810000" y="7308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0"/>
                </a:moveTo>
                <a:lnTo>
                  <a:pt x="190500" y="8182"/>
                </a:lnTo>
                <a:lnTo>
                  <a:pt x="190500" y="3675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4000500" y="7390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0"/>
                </a:moveTo>
                <a:lnTo>
                  <a:pt x="190500" y="6972"/>
                </a:lnTo>
                <a:lnTo>
                  <a:pt x="190500" y="3554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4191000" y="7459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0"/>
                </a:moveTo>
                <a:lnTo>
                  <a:pt x="190500" y="5736"/>
                </a:lnTo>
                <a:lnTo>
                  <a:pt x="190500" y="3431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4381500" y="7517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0"/>
                </a:moveTo>
                <a:lnTo>
                  <a:pt x="190500" y="4481"/>
                </a:lnTo>
                <a:lnTo>
                  <a:pt x="190500" y="3305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4572000" y="7562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0"/>
                </a:moveTo>
                <a:lnTo>
                  <a:pt x="190500" y="3212"/>
                </a:lnTo>
                <a:lnTo>
                  <a:pt x="190500" y="317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4762500" y="7594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0"/>
                </a:moveTo>
                <a:lnTo>
                  <a:pt x="190500" y="1932"/>
                </a:lnTo>
                <a:lnTo>
                  <a:pt x="190500" y="3050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4953000" y="7613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0"/>
                </a:moveTo>
                <a:lnTo>
                  <a:pt x="190500" y="645"/>
                </a:lnTo>
                <a:lnTo>
                  <a:pt x="190500" y="2922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5143500" y="7613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64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2922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5334000" y="7594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193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050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5524500" y="7562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32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17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5715000" y="7517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448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305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905500" y="7459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573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431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6096000" y="7390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697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554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Freeform 35"/>
          <p:cNvSpPr/>
          <p:nvPr/>
        </p:nvSpPr>
        <p:spPr>
          <a:xfrm>
            <a:off x="6286500" y="7308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818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675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6477000" y="7214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936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794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6667500" y="7109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10519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9094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6858000" y="6993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1163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021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7048500" y="6866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127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12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239000" y="6728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1374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232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7429500" y="6581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1473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330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7620000" y="6424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1567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424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7810500" y="6259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1655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13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8001000" y="6085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1738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96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8191500" y="5903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1815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673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8382000" y="5715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1886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743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8572500" y="5519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195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0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8763000" y="5319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2008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66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8953500" y="5113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2059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17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9144000" y="4902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2103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61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9334500" y="4688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214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9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9525000" y="4471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2170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28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9715500" y="4252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2192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50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9906000" y="4031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2207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65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10096500" y="3810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2215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10287000" y="3588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22154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9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152400" y="447159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1295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2438400" y="672862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3581400" y="739022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4724400" y="7620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5867400" y="739022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7010400" y="672862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8153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9296400" y="447159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5-Point Star 66"/>
          <p:cNvSpPr/>
          <p:nvPr/>
        </p:nvSpPr>
        <p:spPr>
          <a:xfrm>
            <a:off x="2981325" y="2486025"/>
            <a:ext cx="323850" cy="323850"/>
          </a:xfrm>
          <a:prstGeom prst="star5">
            <a:avLst/>
          </a:pr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5-Point Star 67"/>
          <p:cNvSpPr/>
          <p:nvPr/>
        </p:nvSpPr>
        <p:spPr>
          <a:xfrm>
            <a:off x="6981825" y="2486025"/>
            <a:ext cx="323850" cy="323850"/>
          </a:xfrm>
          <a:prstGeom prst="star5">
            <a:avLst/>
          </a:pr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62000" y="2428875"/>
            <a:ext cx="8763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600" b="1" i="0" spc="400">
                <a:solidFill>
                  <a:srgbClr val="31662F"/>
                </a:solidFill>
                <a:latin typeface="Montserrat"/>
              </a:rPr>
              <a:t>OCTOBER 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2000" y="3048000"/>
            <a:ext cx="8763000" cy="266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600" b="1" i="0">
                <a:solidFill>
                  <a:srgbClr val="31662F"/>
                </a:solidFill>
                <a:latin typeface="Montserrat"/>
              </a:rPr>
              <a:t>Happy World Teachers' Day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62000" y="5715000"/>
            <a:ext cx="8763000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0" i="0">
                <a:solidFill>
                  <a:srgbClr val="333130"/>
                </a:solidFill>
                <a:latin typeface="Source Sans 3"/>
              </a:rPr>
              <a:t>Meet our fourteen mentors.</a:t>
            </a:r>
          </a:p>
        </p:txBody>
      </p:sp>
      <p:sp>
        <p:nvSpPr>
          <p:cNvPr id="72" name="Oval 71"/>
          <p:cNvSpPr/>
          <p:nvPr/>
        </p:nvSpPr>
        <p:spPr>
          <a:xfrm>
            <a:off x="1952625" y="7810500"/>
            <a:ext cx="1428750" cy="1743075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2266950" y="8089392"/>
            <a:ext cx="171450" cy="348615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Freeform 73"/>
          <p:cNvSpPr/>
          <p:nvPr/>
        </p:nvSpPr>
        <p:spPr>
          <a:xfrm>
            <a:off x="2581275" y="9515475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Freeform 74"/>
          <p:cNvSpPr/>
          <p:nvPr/>
        </p:nvSpPr>
        <p:spPr>
          <a:xfrm>
            <a:off x="2667000" y="9648825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Freeform 75"/>
          <p:cNvSpPr/>
          <p:nvPr/>
        </p:nvSpPr>
        <p:spPr>
          <a:xfrm>
            <a:off x="2685923" y="9705975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Freeform 76"/>
          <p:cNvSpPr/>
          <p:nvPr/>
        </p:nvSpPr>
        <p:spPr>
          <a:xfrm>
            <a:off x="2704092" y="9763125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Freeform 77"/>
          <p:cNvSpPr/>
          <p:nvPr/>
        </p:nvSpPr>
        <p:spPr>
          <a:xfrm>
            <a:off x="2720782" y="9820275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Freeform 78"/>
          <p:cNvSpPr/>
          <p:nvPr/>
        </p:nvSpPr>
        <p:spPr>
          <a:xfrm>
            <a:off x="2735328" y="9877425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Freeform 79"/>
          <p:cNvSpPr/>
          <p:nvPr/>
        </p:nvSpPr>
        <p:spPr>
          <a:xfrm>
            <a:off x="2747150" y="9934575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Freeform 80"/>
          <p:cNvSpPr/>
          <p:nvPr/>
        </p:nvSpPr>
        <p:spPr>
          <a:xfrm>
            <a:off x="2755776" y="9991725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Freeform 81"/>
          <p:cNvSpPr/>
          <p:nvPr/>
        </p:nvSpPr>
        <p:spPr>
          <a:xfrm>
            <a:off x="2760864" y="10048875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Freeform 82"/>
          <p:cNvSpPr/>
          <p:nvPr/>
        </p:nvSpPr>
        <p:spPr>
          <a:xfrm>
            <a:off x="2759758" y="10106025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Freeform 83"/>
          <p:cNvSpPr/>
          <p:nvPr/>
        </p:nvSpPr>
        <p:spPr>
          <a:xfrm>
            <a:off x="2753610" y="10163175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Freeform 84"/>
          <p:cNvSpPr/>
          <p:nvPr/>
        </p:nvSpPr>
        <p:spPr>
          <a:xfrm>
            <a:off x="2744009" y="10220325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Freeform 85"/>
          <p:cNvSpPr/>
          <p:nvPr/>
        </p:nvSpPr>
        <p:spPr>
          <a:xfrm>
            <a:off x="2731337" y="10277475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Freeform 86"/>
          <p:cNvSpPr/>
          <p:nvPr/>
        </p:nvSpPr>
        <p:spPr>
          <a:xfrm>
            <a:off x="2716101" y="10334625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Freeform 87"/>
          <p:cNvSpPr/>
          <p:nvPr/>
        </p:nvSpPr>
        <p:spPr>
          <a:xfrm>
            <a:off x="2698907" y="10391775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Freeform 88"/>
          <p:cNvSpPr/>
          <p:nvPr/>
        </p:nvSpPr>
        <p:spPr>
          <a:xfrm>
            <a:off x="2680441" y="10448925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Freeform 89"/>
          <p:cNvSpPr/>
          <p:nvPr/>
        </p:nvSpPr>
        <p:spPr>
          <a:xfrm>
            <a:off x="2661439" y="10506075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Freeform 90"/>
          <p:cNvSpPr/>
          <p:nvPr/>
        </p:nvSpPr>
        <p:spPr>
          <a:xfrm>
            <a:off x="2642659" y="10563225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Freeform 91"/>
          <p:cNvSpPr/>
          <p:nvPr/>
        </p:nvSpPr>
        <p:spPr>
          <a:xfrm>
            <a:off x="2624849" y="10620375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Freeform 92"/>
          <p:cNvSpPr/>
          <p:nvPr/>
        </p:nvSpPr>
        <p:spPr>
          <a:xfrm>
            <a:off x="2608720" y="10677525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Freeform 93"/>
          <p:cNvSpPr/>
          <p:nvPr/>
        </p:nvSpPr>
        <p:spPr>
          <a:xfrm>
            <a:off x="2594914" y="10734675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Freeform 94"/>
          <p:cNvSpPr/>
          <p:nvPr/>
        </p:nvSpPr>
        <p:spPr>
          <a:xfrm>
            <a:off x="2583982" y="10791825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Freeform 95"/>
          <p:cNvSpPr/>
          <p:nvPr/>
        </p:nvSpPr>
        <p:spPr>
          <a:xfrm>
            <a:off x="2576359" y="10848975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Freeform 96"/>
          <p:cNvSpPr/>
          <p:nvPr/>
        </p:nvSpPr>
        <p:spPr>
          <a:xfrm>
            <a:off x="2572350" y="10906125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Freeform 97"/>
          <p:cNvSpPr/>
          <p:nvPr/>
        </p:nvSpPr>
        <p:spPr>
          <a:xfrm>
            <a:off x="2572115" y="10963275"/>
            <a:ext cx="19285" cy="57150"/>
          </a:xfrm>
          <a:custGeom>
            <a:avLst/>
            <a:gdLst/>
            <a:ahLst/>
            <a:cxnLst/>
            <a:rect l="l" t="t" r="r" b="b"/>
            <a:pathLst>
              <a:path w="19285" h="57150">
                <a:moveTo>
                  <a:pt x="23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28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Freeform 98"/>
          <p:cNvSpPr/>
          <p:nvPr/>
        </p:nvSpPr>
        <p:spPr>
          <a:xfrm>
            <a:off x="2572115" y="11020425"/>
            <a:ext cx="22597" cy="57150"/>
          </a:xfrm>
          <a:custGeom>
            <a:avLst/>
            <a:gdLst/>
            <a:ahLst/>
            <a:cxnLst/>
            <a:rect l="l" t="t" r="r" b="b"/>
            <a:pathLst>
              <a:path w="22597" h="57150">
                <a:moveTo>
                  <a:pt x="0" y="0"/>
                </a:moveTo>
                <a:lnTo>
                  <a:pt x="3547" y="57150"/>
                </a:lnTo>
                <a:lnTo>
                  <a:pt x="2259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Freeform 99"/>
          <p:cNvSpPr/>
          <p:nvPr/>
        </p:nvSpPr>
        <p:spPr>
          <a:xfrm>
            <a:off x="2575662" y="11077575"/>
            <a:ext cx="26238" cy="57150"/>
          </a:xfrm>
          <a:custGeom>
            <a:avLst/>
            <a:gdLst/>
            <a:ahLst/>
            <a:cxnLst/>
            <a:rect l="l" t="t" r="r" b="b"/>
            <a:pathLst>
              <a:path w="26238" h="57150">
                <a:moveTo>
                  <a:pt x="0" y="0"/>
                </a:moveTo>
                <a:lnTo>
                  <a:pt x="7188" y="57150"/>
                </a:lnTo>
                <a:lnTo>
                  <a:pt x="262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Freeform 100"/>
          <p:cNvSpPr/>
          <p:nvPr/>
        </p:nvSpPr>
        <p:spPr>
          <a:xfrm>
            <a:off x="2582850" y="11134725"/>
            <a:ext cx="29593" cy="57150"/>
          </a:xfrm>
          <a:custGeom>
            <a:avLst/>
            <a:gdLst/>
            <a:ahLst/>
            <a:cxnLst/>
            <a:rect l="l" t="t" r="r" b="b"/>
            <a:pathLst>
              <a:path w="29594" h="57150">
                <a:moveTo>
                  <a:pt x="0" y="0"/>
                </a:moveTo>
                <a:lnTo>
                  <a:pt x="10544" y="57150"/>
                </a:lnTo>
                <a:lnTo>
                  <a:pt x="29594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Freeform 101"/>
          <p:cNvSpPr/>
          <p:nvPr/>
        </p:nvSpPr>
        <p:spPr>
          <a:xfrm>
            <a:off x="2593394" y="11191875"/>
            <a:ext cx="32527" cy="57150"/>
          </a:xfrm>
          <a:custGeom>
            <a:avLst/>
            <a:gdLst/>
            <a:ahLst/>
            <a:cxnLst/>
            <a:rect l="l" t="t" r="r" b="b"/>
            <a:pathLst>
              <a:path w="32527" h="57150">
                <a:moveTo>
                  <a:pt x="0" y="0"/>
                </a:moveTo>
                <a:lnTo>
                  <a:pt x="13477" y="57150"/>
                </a:lnTo>
                <a:lnTo>
                  <a:pt x="3252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Freeform 102"/>
          <p:cNvSpPr/>
          <p:nvPr/>
        </p:nvSpPr>
        <p:spPr>
          <a:xfrm>
            <a:off x="2606871" y="11249025"/>
            <a:ext cx="34924" cy="57150"/>
          </a:xfrm>
          <a:custGeom>
            <a:avLst/>
            <a:gdLst/>
            <a:ahLst/>
            <a:cxnLst/>
            <a:rect l="l" t="t" r="r" b="b"/>
            <a:pathLst>
              <a:path w="34925" h="57150">
                <a:moveTo>
                  <a:pt x="0" y="0"/>
                </a:moveTo>
                <a:lnTo>
                  <a:pt x="15875" y="57150"/>
                </a:lnTo>
                <a:lnTo>
                  <a:pt x="349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Freeform 103"/>
          <p:cNvSpPr/>
          <p:nvPr/>
        </p:nvSpPr>
        <p:spPr>
          <a:xfrm>
            <a:off x="2622746" y="11306175"/>
            <a:ext cx="36689" cy="57150"/>
          </a:xfrm>
          <a:custGeom>
            <a:avLst/>
            <a:gdLst/>
            <a:ahLst/>
            <a:cxnLst/>
            <a:rect l="l" t="t" r="r" b="b"/>
            <a:pathLst>
              <a:path w="36689" h="57150">
                <a:moveTo>
                  <a:pt x="0" y="0"/>
                </a:moveTo>
                <a:lnTo>
                  <a:pt x="17639" y="57150"/>
                </a:lnTo>
                <a:lnTo>
                  <a:pt x="3668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Freeform 104"/>
          <p:cNvSpPr/>
          <p:nvPr/>
        </p:nvSpPr>
        <p:spPr>
          <a:xfrm>
            <a:off x="2640385" y="11363325"/>
            <a:ext cx="37750" cy="57150"/>
          </a:xfrm>
          <a:custGeom>
            <a:avLst/>
            <a:gdLst/>
            <a:ahLst/>
            <a:cxnLst/>
            <a:rect l="l" t="t" r="r" b="b"/>
            <a:pathLst>
              <a:path w="37750" h="57150">
                <a:moveTo>
                  <a:pt x="0" y="0"/>
                </a:moveTo>
                <a:lnTo>
                  <a:pt x="18700" y="57150"/>
                </a:lnTo>
                <a:lnTo>
                  <a:pt x="37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Freeform 105"/>
          <p:cNvSpPr/>
          <p:nvPr/>
        </p:nvSpPr>
        <p:spPr>
          <a:xfrm>
            <a:off x="2659085" y="11420475"/>
            <a:ext cx="38065" cy="57150"/>
          </a:xfrm>
          <a:custGeom>
            <a:avLst/>
            <a:gdLst/>
            <a:ahLst/>
            <a:cxnLst/>
            <a:rect l="l" t="t" r="r" b="b"/>
            <a:pathLst>
              <a:path w="38066" h="57150">
                <a:moveTo>
                  <a:pt x="0" y="0"/>
                </a:moveTo>
                <a:lnTo>
                  <a:pt x="19016" y="57150"/>
                </a:lnTo>
                <a:lnTo>
                  <a:pt x="380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Freeform 106"/>
          <p:cNvSpPr/>
          <p:nvPr/>
        </p:nvSpPr>
        <p:spPr>
          <a:xfrm>
            <a:off x="2678101" y="11477625"/>
            <a:ext cx="37623" cy="57150"/>
          </a:xfrm>
          <a:custGeom>
            <a:avLst/>
            <a:gdLst/>
            <a:ahLst/>
            <a:cxnLst/>
            <a:rect l="l" t="t" r="r" b="b"/>
            <a:pathLst>
              <a:path w="37623" h="57150">
                <a:moveTo>
                  <a:pt x="0" y="0"/>
                </a:moveTo>
                <a:lnTo>
                  <a:pt x="18573" y="57150"/>
                </a:lnTo>
                <a:lnTo>
                  <a:pt x="3762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Freeform 107"/>
          <p:cNvSpPr/>
          <p:nvPr/>
        </p:nvSpPr>
        <p:spPr>
          <a:xfrm>
            <a:off x="2696674" y="11534775"/>
            <a:ext cx="36439" cy="57150"/>
          </a:xfrm>
          <a:custGeom>
            <a:avLst/>
            <a:gdLst/>
            <a:ahLst/>
            <a:cxnLst/>
            <a:rect l="l" t="t" r="r" b="b"/>
            <a:pathLst>
              <a:path w="36440" h="57150">
                <a:moveTo>
                  <a:pt x="0" y="0"/>
                </a:moveTo>
                <a:lnTo>
                  <a:pt x="17390" y="57150"/>
                </a:lnTo>
                <a:lnTo>
                  <a:pt x="364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Freeform 108"/>
          <p:cNvSpPr/>
          <p:nvPr/>
        </p:nvSpPr>
        <p:spPr>
          <a:xfrm>
            <a:off x="2714064" y="11591925"/>
            <a:ext cx="34563" cy="57150"/>
          </a:xfrm>
          <a:custGeom>
            <a:avLst/>
            <a:gdLst/>
            <a:ahLst/>
            <a:cxnLst/>
            <a:rect l="l" t="t" r="r" b="b"/>
            <a:pathLst>
              <a:path w="34563" h="57150">
                <a:moveTo>
                  <a:pt x="0" y="0"/>
                </a:moveTo>
                <a:lnTo>
                  <a:pt x="15513" y="57150"/>
                </a:lnTo>
                <a:lnTo>
                  <a:pt x="3456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Freeform 109"/>
          <p:cNvSpPr/>
          <p:nvPr/>
        </p:nvSpPr>
        <p:spPr>
          <a:xfrm>
            <a:off x="2729577" y="11649075"/>
            <a:ext cx="32068" cy="57150"/>
          </a:xfrm>
          <a:custGeom>
            <a:avLst/>
            <a:gdLst/>
            <a:ahLst/>
            <a:cxnLst/>
            <a:rect l="l" t="t" r="r" b="b"/>
            <a:pathLst>
              <a:path w="32069" h="57150">
                <a:moveTo>
                  <a:pt x="0" y="0"/>
                </a:moveTo>
                <a:lnTo>
                  <a:pt x="13019" y="57150"/>
                </a:lnTo>
                <a:lnTo>
                  <a:pt x="3206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Freeform 110"/>
          <p:cNvSpPr/>
          <p:nvPr/>
        </p:nvSpPr>
        <p:spPr>
          <a:xfrm>
            <a:off x="2742596" y="11706225"/>
            <a:ext cx="29055" cy="57150"/>
          </a:xfrm>
          <a:custGeom>
            <a:avLst/>
            <a:gdLst/>
            <a:ahLst/>
            <a:cxnLst/>
            <a:rect l="l" t="t" r="r" b="b"/>
            <a:pathLst>
              <a:path w="29055" h="57150">
                <a:moveTo>
                  <a:pt x="0" y="0"/>
                </a:moveTo>
                <a:lnTo>
                  <a:pt x="10005" y="57150"/>
                </a:lnTo>
                <a:lnTo>
                  <a:pt x="2905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Freeform 111"/>
          <p:cNvSpPr/>
          <p:nvPr/>
        </p:nvSpPr>
        <p:spPr>
          <a:xfrm>
            <a:off x="2752601" y="11763375"/>
            <a:ext cx="25642" cy="57150"/>
          </a:xfrm>
          <a:custGeom>
            <a:avLst/>
            <a:gdLst/>
            <a:ahLst/>
            <a:cxnLst/>
            <a:rect l="l" t="t" r="r" b="b"/>
            <a:pathLst>
              <a:path w="25643" h="57150">
                <a:moveTo>
                  <a:pt x="0" y="0"/>
                </a:moveTo>
                <a:lnTo>
                  <a:pt x="6593" y="57150"/>
                </a:lnTo>
                <a:lnTo>
                  <a:pt x="2564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Freeform 112"/>
          <p:cNvSpPr/>
          <p:nvPr/>
        </p:nvSpPr>
        <p:spPr>
          <a:xfrm>
            <a:off x="2759194" y="11820525"/>
            <a:ext cx="21966" cy="57150"/>
          </a:xfrm>
          <a:custGeom>
            <a:avLst/>
            <a:gdLst/>
            <a:ahLst/>
            <a:cxnLst/>
            <a:rect l="l" t="t" r="r" b="b"/>
            <a:pathLst>
              <a:path w="21967" h="57150">
                <a:moveTo>
                  <a:pt x="0" y="0"/>
                </a:moveTo>
                <a:lnTo>
                  <a:pt x="2917" y="57150"/>
                </a:lnTo>
                <a:lnTo>
                  <a:pt x="2196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Freeform 113"/>
          <p:cNvSpPr/>
          <p:nvPr/>
        </p:nvSpPr>
        <p:spPr>
          <a:xfrm>
            <a:off x="2761236" y="11877675"/>
            <a:ext cx="19924" cy="57150"/>
          </a:xfrm>
          <a:custGeom>
            <a:avLst/>
            <a:gdLst/>
            <a:ahLst/>
            <a:cxnLst/>
            <a:rect l="l" t="t" r="r" b="b"/>
            <a:pathLst>
              <a:path w="19925" h="57150">
                <a:moveTo>
                  <a:pt x="87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92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Freeform 114"/>
          <p:cNvSpPr/>
          <p:nvPr/>
        </p:nvSpPr>
        <p:spPr>
          <a:xfrm>
            <a:off x="2756604" y="11934825"/>
            <a:ext cx="23681" cy="57150"/>
          </a:xfrm>
          <a:custGeom>
            <a:avLst/>
            <a:gdLst/>
            <a:ahLst/>
            <a:cxnLst/>
            <a:rect l="l" t="t" r="r" b="b"/>
            <a:pathLst>
              <a:path w="23682" h="57150">
                <a:moveTo>
                  <a:pt x="46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6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Freeform 115"/>
          <p:cNvSpPr/>
          <p:nvPr/>
        </p:nvSpPr>
        <p:spPr>
          <a:xfrm>
            <a:off x="2748400" y="11991975"/>
            <a:ext cx="27254" cy="57150"/>
          </a:xfrm>
          <a:custGeom>
            <a:avLst/>
            <a:gdLst/>
            <a:ahLst/>
            <a:cxnLst/>
            <a:rect l="l" t="t" r="r" b="b"/>
            <a:pathLst>
              <a:path w="27254" h="57150">
                <a:moveTo>
                  <a:pt x="820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725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Freeform 116"/>
          <p:cNvSpPr/>
          <p:nvPr/>
        </p:nvSpPr>
        <p:spPr>
          <a:xfrm>
            <a:off x="2736951" y="12049125"/>
            <a:ext cx="30499" cy="57150"/>
          </a:xfrm>
          <a:custGeom>
            <a:avLst/>
            <a:gdLst/>
            <a:ahLst/>
            <a:cxnLst/>
            <a:rect l="l" t="t" r="r" b="b"/>
            <a:pathLst>
              <a:path w="30499" h="57150">
                <a:moveTo>
                  <a:pt x="1144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049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Freeform 117"/>
          <p:cNvSpPr/>
          <p:nvPr/>
        </p:nvSpPr>
        <p:spPr>
          <a:xfrm>
            <a:off x="2722713" y="12106275"/>
            <a:ext cx="33287" cy="57150"/>
          </a:xfrm>
          <a:custGeom>
            <a:avLst/>
            <a:gdLst/>
            <a:ahLst/>
            <a:cxnLst/>
            <a:rect l="l" t="t" r="r" b="b"/>
            <a:pathLst>
              <a:path w="33288" h="57150">
                <a:moveTo>
                  <a:pt x="1423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28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Freeform 118"/>
          <p:cNvSpPr/>
          <p:nvPr/>
        </p:nvSpPr>
        <p:spPr>
          <a:xfrm>
            <a:off x="2706254" y="12163425"/>
            <a:ext cx="35509" cy="57150"/>
          </a:xfrm>
          <a:custGeom>
            <a:avLst/>
            <a:gdLst/>
            <a:ahLst/>
            <a:cxnLst/>
            <a:rect l="l" t="t" r="r" b="b"/>
            <a:pathLst>
              <a:path w="35509" h="57150">
                <a:moveTo>
                  <a:pt x="1645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50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Freeform 119"/>
          <p:cNvSpPr/>
          <p:nvPr/>
        </p:nvSpPr>
        <p:spPr>
          <a:xfrm>
            <a:off x="2688230" y="12220575"/>
            <a:ext cx="37074" cy="57150"/>
          </a:xfrm>
          <a:custGeom>
            <a:avLst/>
            <a:gdLst/>
            <a:ahLst/>
            <a:cxnLst/>
            <a:rect l="l" t="t" r="r" b="b"/>
            <a:pathLst>
              <a:path w="37074" h="57150">
                <a:moveTo>
                  <a:pt x="1802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07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Freeform 120"/>
          <p:cNvSpPr/>
          <p:nvPr/>
        </p:nvSpPr>
        <p:spPr>
          <a:xfrm>
            <a:off x="2669359" y="12277725"/>
            <a:ext cx="37920" cy="57150"/>
          </a:xfrm>
          <a:custGeom>
            <a:avLst/>
            <a:gdLst/>
            <a:ahLst/>
            <a:cxnLst/>
            <a:rect l="l" t="t" r="r" b="b"/>
            <a:pathLst>
              <a:path w="37921" h="57150">
                <a:moveTo>
                  <a:pt x="1887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92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Freeform 121"/>
          <p:cNvSpPr/>
          <p:nvPr/>
        </p:nvSpPr>
        <p:spPr>
          <a:xfrm>
            <a:off x="2650395" y="12334875"/>
            <a:ext cx="38014" cy="57150"/>
          </a:xfrm>
          <a:custGeom>
            <a:avLst/>
            <a:gdLst/>
            <a:ahLst/>
            <a:cxnLst/>
            <a:rect l="l" t="t" r="r" b="b"/>
            <a:pathLst>
              <a:path w="38014" h="57150">
                <a:moveTo>
                  <a:pt x="1896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1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Freeform 122"/>
          <p:cNvSpPr/>
          <p:nvPr/>
        </p:nvSpPr>
        <p:spPr>
          <a:xfrm>
            <a:off x="2632092" y="12392025"/>
            <a:ext cx="37352" cy="57150"/>
          </a:xfrm>
          <a:custGeom>
            <a:avLst/>
            <a:gdLst/>
            <a:ahLst/>
            <a:cxnLst/>
            <a:rect l="l" t="t" r="r" b="b"/>
            <a:pathLst>
              <a:path w="37353" h="57150">
                <a:moveTo>
                  <a:pt x="1830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35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Freeform 123"/>
          <p:cNvSpPr/>
          <p:nvPr/>
        </p:nvSpPr>
        <p:spPr>
          <a:xfrm>
            <a:off x="2615181" y="12449175"/>
            <a:ext cx="35960" cy="57150"/>
          </a:xfrm>
          <a:custGeom>
            <a:avLst/>
            <a:gdLst/>
            <a:ahLst/>
            <a:cxnLst/>
            <a:rect l="l" t="t" r="r" b="b"/>
            <a:pathLst>
              <a:path w="35961" h="57150">
                <a:moveTo>
                  <a:pt x="1691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96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Freeform 124"/>
          <p:cNvSpPr/>
          <p:nvPr/>
        </p:nvSpPr>
        <p:spPr>
          <a:xfrm>
            <a:off x="2600336" y="12506325"/>
            <a:ext cx="33895" cy="57150"/>
          </a:xfrm>
          <a:custGeom>
            <a:avLst/>
            <a:gdLst/>
            <a:ahLst/>
            <a:cxnLst/>
            <a:rect l="l" t="t" r="r" b="b"/>
            <a:pathLst>
              <a:path w="33895" h="57150">
                <a:moveTo>
                  <a:pt x="1484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89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Freeform 125"/>
          <p:cNvSpPr/>
          <p:nvPr/>
        </p:nvSpPr>
        <p:spPr>
          <a:xfrm>
            <a:off x="2588149" y="12563475"/>
            <a:ext cx="31237" cy="57150"/>
          </a:xfrm>
          <a:custGeom>
            <a:avLst/>
            <a:gdLst/>
            <a:ahLst/>
            <a:cxnLst/>
            <a:rect l="l" t="t" r="r" b="b"/>
            <a:pathLst>
              <a:path w="31237" h="57150">
                <a:moveTo>
                  <a:pt x="12187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237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Freeform 126"/>
          <p:cNvSpPr/>
          <p:nvPr/>
        </p:nvSpPr>
        <p:spPr>
          <a:xfrm>
            <a:off x="2579105" y="12620625"/>
            <a:ext cx="28093" cy="57150"/>
          </a:xfrm>
          <a:custGeom>
            <a:avLst/>
            <a:gdLst/>
            <a:ahLst/>
            <a:cxnLst/>
            <a:rect l="l" t="t" r="r" b="b"/>
            <a:pathLst>
              <a:path w="28094" h="57150">
                <a:moveTo>
                  <a:pt x="904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09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Freeform 127"/>
          <p:cNvSpPr/>
          <p:nvPr/>
        </p:nvSpPr>
        <p:spPr>
          <a:xfrm>
            <a:off x="2573565" y="12677775"/>
            <a:ext cx="24589" cy="57150"/>
          </a:xfrm>
          <a:custGeom>
            <a:avLst/>
            <a:gdLst/>
            <a:ahLst/>
            <a:cxnLst/>
            <a:rect l="l" t="t" r="r" b="b"/>
            <a:pathLst>
              <a:path w="24590" h="57150">
                <a:moveTo>
                  <a:pt x="554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459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Freeform 128"/>
          <p:cNvSpPr/>
          <p:nvPr/>
        </p:nvSpPr>
        <p:spPr>
          <a:xfrm>
            <a:off x="2571750" y="12734925"/>
            <a:ext cx="20864" cy="57150"/>
          </a:xfrm>
          <a:custGeom>
            <a:avLst/>
            <a:gdLst/>
            <a:ahLst/>
            <a:cxnLst/>
            <a:rect l="l" t="t" r="r" b="b"/>
            <a:pathLst>
              <a:path w="20865" h="57150">
                <a:moveTo>
                  <a:pt x="181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086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Freeform 129"/>
          <p:cNvSpPr/>
          <p:nvPr/>
        </p:nvSpPr>
        <p:spPr>
          <a:xfrm>
            <a:off x="2571750" y="12792075"/>
            <a:ext cx="21032" cy="57150"/>
          </a:xfrm>
          <a:custGeom>
            <a:avLst/>
            <a:gdLst/>
            <a:ahLst/>
            <a:cxnLst/>
            <a:rect l="l" t="t" r="r" b="b"/>
            <a:pathLst>
              <a:path w="21033" h="57150">
                <a:moveTo>
                  <a:pt x="0" y="0"/>
                </a:moveTo>
                <a:lnTo>
                  <a:pt x="1983" y="57150"/>
                </a:lnTo>
                <a:lnTo>
                  <a:pt x="2103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Freeform 130"/>
          <p:cNvSpPr/>
          <p:nvPr/>
        </p:nvSpPr>
        <p:spPr>
          <a:xfrm>
            <a:off x="2573733" y="12849225"/>
            <a:ext cx="24750" cy="57150"/>
          </a:xfrm>
          <a:custGeom>
            <a:avLst/>
            <a:gdLst/>
            <a:ahLst/>
            <a:cxnLst/>
            <a:rect l="l" t="t" r="r" b="b"/>
            <a:pathLst>
              <a:path w="24750" h="57150">
                <a:moveTo>
                  <a:pt x="0" y="0"/>
                </a:moveTo>
                <a:lnTo>
                  <a:pt x="5700" y="57150"/>
                </a:lnTo>
                <a:lnTo>
                  <a:pt x="24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666750" y="7239000"/>
            <a:ext cx="1524000" cy="1859280"/>
          </a:xfrm>
          <a:prstGeom prst="ellipse">
            <a:avLst/>
          </a:pr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1002029" y="7536484"/>
            <a:ext cx="182880" cy="371856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Freeform 133"/>
          <p:cNvSpPr/>
          <p:nvPr/>
        </p:nvSpPr>
        <p:spPr>
          <a:xfrm>
            <a:off x="1343025" y="9060180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Freeform 134"/>
          <p:cNvSpPr/>
          <p:nvPr/>
        </p:nvSpPr>
        <p:spPr>
          <a:xfrm>
            <a:off x="1428750" y="9193530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Freeform 135"/>
          <p:cNvSpPr/>
          <p:nvPr/>
        </p:nvSpPr>
        <p:spPr>
          <a:xfrm>
            <a:off x="1447673" y="9250680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Freeform 136"/>
          <p:cNvSpPr/>
          <p:nvPr/>
        </p:nvSpPr>
        <p:spPr>
          <a:xfrm>
            <a:off x="1465842" y="9307830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Freeform 137"/>
          <p:cNvSpPr/>
          <p:nvPr/>
        </p:nvSpPr>
        <p:spPr>
          <a:xfrm>
            <a:off x="1482532" y="9364980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Freeform 138"/>
          <p:cNvSpPr/>
          <p:nvPr/>
        </p:nvSpPr>
        <p:spPr>
          <a:xfrm>
            <a:off x="1497078" y="9422130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Freeform 139"/>
          <p:cNvSpPr/>
          <p:nvPr/>
        </p:nvSpPr>
        <p:spPr>
          <a:xfrm>
            <a:off x="1508900" y="9479280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Freeform 140"/>
          <p:cNvSpPr/>
          <p:nvPr/>
        </p:nvSpPr>
        <p:spPr>
          <a:xfrm>
            <a:off x="1517526" y="9536430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Freeform 141"/>
          <p:cNvSpPr/>
          <p:nvPr/>
        </p:nvSpPr>
        <p:spPr>
          <a:xfrm>
            <a:off x="1522614" y="9593580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Freeform 142"/>
          <p:cNvSpPr/>
          <p:nvPr/>
        </p:nvSpPr>
        <p:spPr>
          <a:xfrm>
            <a:off x="1521508" y="9650730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Freeform 143"/>
          <p:cNvSpPr/>
          <p:nvPr/>
        </p:nvSpPr>
        <p:spPr>
          <a:xfrm>
            <a:off x="1515360" y="9707880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Freeform 144"/>
          <p:cNvSpPr/>
          <p:nvPr/>
        </p:nvSpPr>
        <p:spPr>
          <a:xfrm>
            <a:off x="1505759" y="9765030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Freeform 145"/>
          <p:cNvSpPr/>
          <p:nvPr/>
        </p:nvSpPr>
        <p:spPr>
          <a:xfrm>
            <a:off x="1493087" y="9822180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Freeform 146"/>
          <p:cNvSpPr/>
          <p:nvPr/>
        </p:nvSpPr>
        <p:spPr>
          <a:xfrm>
            <a:off x="1477851" y="9879330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Freeform 147"/>
          <p:cNvSpPr/>
          <p:nvPr/>
        </p:nvSpPr>
        <p:spPr>
          <a:xfrm>
            <a:off x="1460657" y="9936480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Freeform 148"/>
          <p:cNvSpPr/>
          <p:nvPr/>
        </p:nvSpPr>
        <p:spPr>
          <a:xfrm>
            <a:off x="1442191" y="9993630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Freeform 149"/>
          <p:cNvSpPr/>
          <p:nvPr/>
        </p:nvSpPr>
        <p:spPr>
          <a:xfrm>
            <a:off x="1423189" y="10050780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Freeform 150"/>
          <p:cNvSpPr/>
          <p:nvPr/>
        </p:nvSpPr>
        <p:spPr>
          <a:xfrm>
            <a:off x="1404409" y="10107930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Freeform 151"/>
          <p:cNvSpPr/>
          <p:nvPr/>
        </p:nvSpPr>
        <p:spPr>
          <a:xfrm>
            <a:off x="1386599" y="10165080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Freeform 152"/>
          <p:cNvSpPr/>
          <p:nvPr/>
        </p:nvSpPr>
        <p:spPr>
          <a:xfrm>
            <a:off x="1370470" y="10222230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Freeform 153"/>
          <p:cNvSpPr/>
          <p:nvPr/>
        </p:nvSpPr>
        <p:spPr>
          <a:xfrm>
            <a:off x="1356664" y="10279380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Freeform 154"/>
          <p:cNvSpPr/>
          <p:nvPr/>
        </p:nvSpPr>
        <p:spPr>
          <a:xfrm>
            <a:off x="1345732" y="10336530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Freeform 155"/>
          <p:cNvSpPr/>
          <p:nvPr/>
        </p:nvSpPr>
        <p:spPr>
          <a:xfrm>
            <a:off x="1338109" y="10393680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Freeform 156"/>
          <p:cNvSpPr/>
          <p:nvPr/>
        </p:nvSpPr>
        <p:spPr>
          <a:xfrm>
            <a:off x="1334100" y="10450830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Freeform 157"/>
          <p:cNvSpPr/>
          <p:nvPr/>
        </p:nvSpPr>
        <p:spPr>
          <a:xfrm>
            <a:off x="1333865" y="10507980"/>
            <a:ext cx="19285" cy="57150"/>
          </a:xfrm>
          <a:custGeom>
            <a:avLst/>
            <a:gdLst/>
            <a:ahLst/>
            <a:cxnLst/>
            <a:rect l="l" t="t" r="r" b="b"/>
            <a:pathLst>
              <a:path w="19285" h="57150">
                <a:moveTo>
                  <a:pt x="23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28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Freeform 158"/>
          <p:cNvSpPr/>
          <p:nvPr/>
        </p:nvSpPr>
        <p:spPr>
          <a:xfrm>
            <a:off x="1333865" y="10565130"/>
            <a:ext cx="22597" cy="57150"/>
          </a:xfrm>
          <a:custGeom>
            <a:avLst/>
            <a:gdLst/>
            <a:ahLst/>
            <a:cxnLst/>
            <a:rect l="l" t="t" r="r" b="b"/>
            <a:pathLst>
              <a:path w="22597" h="57150">
                <a:moveTo>
                  <a:pt x="0" y="0"/>
                </a:moveTo>
                <a:lnTo>
                  <a:pt x="3547" y="57150"/>
                </a:lnTo>
                <a:lnTo>
                  <a:pt x="2259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Freeform 159"/>
          <p:cNvSpPr/>
          <p:nvPr/>
        </p:nvSpPr>
        <p:spPr>
          <a:xfrm>
            <a:off x="1337412" y="10622280"/>
            <a:ext cx="26238" cy="57150"/>
          </a:xfrm>
          <a:custGeom>
            <a:avLst/>
            <a:gdLst/>
            <a:ahLst/>
            <a:cxnLst/>
            <a:rect l="l" t="t" r="r" b="b"/>
            <a:pathLst>
              <a:path w="26238" h="57150">
                <a:moveTo>
                  <a:pt x="0" y="0"/>
                </a:moveTo>
                <a:lnTo>
                  <a:pt x="7188" y="57150"/>
                </a:lnTo>
                <a:lnTo>
                  <a:pt x="262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Freeform 160"/>
          <p:cNvSpPr/>
          <p:nvPr/>
        </p:nvSpPr>
        <p:spPr>
          <a:xfrm>
            <a:off x="1344600" y="10679430"/>
            <a:ext cx="29593" cy="57150"/>
          </a:xfrm>
          <a:custGeom>
            <a:avLst/>
            <a:gdLst/>
            <a:ahLst/>
            <a:cxnLst/>
            <a:rect l="l" t="t" r="r" b="b"/>
            <a:pathLst>
              <a:path w="29594" h="57150">
                <a:moveTo>
                  <a:pt x="0" y="0"/>
                </a:moveTo>
                <a:lnTo>
                  <a:pt x="10544" y="57150"/>
                </a:lnTo>
                <a:lnTo>
                  <a:pt x="29594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Freeform 161"/>
          <p:cNvSpPr/>
          <p:nvPr/>
        </p:nvSpPr>
        <p:spPr>
          <a:xfrm>
            <a:off x="1355144" y="10736580"/>
            <a:ext cx="32527" cy="57150"/>
          </a:xfrm>
          <a:custGeom>
            <a:avLst/>
            <a:gdLst/>
            <a:ahLst/>
            <a:cxnLst/>
            <a:rect l="l" t="t" r="r" b="b"/>
            <a:pathLst>
              <a:path w="32527" h="57150">
                <a:moveTo>
                  <a:pt x="0" y="0"/>
                </a:moveTo>
                <a:lnTo>
                  <a:pt x="13477" y="57150"/>
                </a:lnTo>
                <a:lnTo>
                  <a:pt x="3252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Freeform 162"/>
          <p:cNvSpPr/>
          <p:nvPr/>
        </p:nvSpPr>
        <p:spPr>
          <a:xfrm>
            <a:off x="1368621" y="10793730"/>
            <a:ext cx="34924" cy="57150"/>
          </a:xfrm>
          <a:custGeom>
            <a:avLst/>
            <a:gdLst/>
            <a:ahLst/>
            <a:cxnLst/>
            <a:rect l="l" t="t" r="r" b="b"/>
            <a:pathLst>
              <a:path w="34925" h="57150">
                <a:moveTo>
                  <a:pt x="0" y="0"/>
                </a:moveTo>
                <a:lnTo>
                  <a:pt x="15875" y="57150"/>
                </a:lnTo>
                <a:lnTo>
                  <a:pt x="349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Freeform 163"/>
          <p:cNvSpPr/>
          <p:nvPr/>
        </p:nvSpPr>
        <p:spPr>
          <a:xfrm>
            <a:off x="1384496" y="10850880"/>
            <a:ext cx="36689" cy="57150"/>
          </a:xfrm>
          <a:custGeom>
            <a:avLst/>
            <a:gdLst/>
            <a:ahLst/>
            <a:cxnLst/>
            <a:rect l="l" t="t" r="r" b="b"/>
            <a:pathLst>
              <a:path w="36689" h="57150">
                <a:moveTo>
                  <a:pt x="0" y="0"/>
                </a:moveTo>
                <a:lnTo>
                  <a:pt x="17639" y="57150"/>
                </a:lnTo>
                <a:lnTo>
                  <a:pt x="3668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Freeform 164"/>
          <p:cNvSpPr/>
          <p:nvPr/>
        </p:nvSpPr>
        <p:spPr>
          <a:xfrm>
            <a:off x="1402135" y="10908030"/>
            <a:ext cx="37750" cy="57150"/>
          </a:xfrm>
          <a:custGeom>
            <a:avLst/>
            <a:gdLst/>
            <a:ahLst/>
            <a:cxnLst/>
            <a:rect l="l" t="t" r="r" b="b"/>
            <a:pathLst>
              <a:path w="37750" h="57150">
                <a:moveTo>
                  <a:pt x="0" y="0"/>
                </a:moveTo>
                <a:lnTo>
                  <a:pt x="18700" y="57150"/>
                </a:lnTo>
                <a:lnTo>
                  <a:pt x="37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Freeform 165"/>
          <p:cNvSpPr/>
          <p:nvPr/>
        </p:nvSpPr>
        <p:spPr>
          <a:xfrm>
            <a:off x="1420835" y="10965180"/>
            <a:ext cx="38065" cy="57150"/>
          </a:xfrm>
          <a:custGeom>
            <a:avLst/>
            <a:gdLst/>
            <a:ahLst/>
            <a:cxnLst/>
            <a:rect l="l" t="t" r="r" b="b"/>
            <a:pathLst>
              <a:path w="38066" h="57150">
                <a:moveTo>
                  <a:pt x="0" y="0"/>
                </a:moveTo>
                <a:lnTo>
                  <a:pt x="19016" y="57150"/>
                </a:lnTo>
                <a:lnTo>
                  <a:pt x="380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Freeform 166"/>
          <p:cNvSpPr/>
          <p:nvPr/>
        </p:nvSpPr>
        <p:spPr>
          <a:xfrm>
            <a:off x="1439851" y="11022330"/>
            <a:ext cx="37623" cy="57150"/>
          </a:xfrm>
          <a:custGeom>
            <a:avLst/>
            <a:gdLst/>
            <a:ahLst/>
            <a:cxnLst/>
            <a:rect l="l" t="t" r="r" b="b"/>
            <a:pathLst>
              <a:path w="37623" h="57150">
                <a:moveTo>
                  <a:pt x="0" y="0"/>
                </a:moveTo>
                <a:lnTo>
                  <a:pt x="18573" y="57150"/>
                </a:lnTo>
                <a:lnTo>
                  <a:pt x="3762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Freeform 167"/>
          <p:cNvSpPr/>
          <p:nvPr/>
        </p:nvSpPr>
        <p:spPr>
          <a:xfrm>
            <a:off x="1458424" y="11079480"/>
            <a:ext cx="36439" cy="57150"/>
          </a:xfrm>
          <a:custGeom>
            <a:avLst/>
            <a:gdLst/>
            <a:ahLst/>
            <a:cxnLst/>
            <a:rect l="l" t="t" r="r" b="b"/>
            <a:pathLst>
              <a:path w="36440" h="57150">
                <a:moveTo>
                  <a:pt x="0" y="0"/>
                </a:moveTo>
                <a:lnTo>
                  <a:pt x="17390" y="57150"/>
                </a:lnTo>
                <a:lnTo>
                  <a:pt x="364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Freeform 168"/>
          <p:cNvSpPr/>
          <p:nvPr/>
        </p:nvSpPr>
        <p:spPr>
          <a:xfrm>
            <a:off x="1475814" y="11136630"/>
            <a:ext cx="34563" cy="57150"/>
          </a:xfrm>
          <a:custGeom>
            <a:avLst/>
            <a:gdLst/>
            <a:ahLst/>
            <a:cxnLst/>
            <a:rect l="l" t="t" r="r" b="b"/>
            <a:pathLst>
              <a:path w="34563" h="57150">
                <a:moveTo>
                  <a:pt x="0" y="0"/>
                </a:moveTo>
                <a:lnTo>
                  <a:pt x="15513" y="57150"/>
                </a:lnTo>
                <a:lnTo>
                  <a:pt x="3456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Freeform 169"/>
          <p:cNvSpPr/>
          <p:nvPr/>
        </p:nvSpPr>
        <p:spPr>
          <a:xfrm>
            <a:off x="1491327" y="11193780"/>
            <a:ext cx="32068" cy="57150"/>
          </a:xfrm>
          <a:custGeom>
            <a:avLst/>
            <a:gdLst/>
            <a:ahLst/>
            <a:cxnLst/>
            <a:rect l="l" t="t" r="r" b="b"/>
            <a:pathLst>
              <a:path w="32069" h="57150">
                <a:moveTo>
                  <a:pt x="0" y="0"/>
                </a:moveTo>
                <a:lnTo>
                  <a:pt x="13019" y="57150"/>
                </a:lnTo>
                <a:lnTo>
                  <a:pt x="3206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Freeform 170"/>
          <p:cNvSpPr/>
          <p:nvPr/>
        </p:nvSpPr>
        <p:spPr>
          <a:xfrm>
            <a:off x="1504346" y="11250930"/>
            <a:ext cx="29055" cy="57150"/>
          </a:xfrm>
          <a:custGeom>
            <a:avLst/>
            <a:gdLst/>
            <a:ahLst/>
            <a:cxnLst/>
            <a:rect l="l" t="t" r="r" b="b"/>
            <a:pathLst>
              <a:path w="29055" h="57150">
                <a:moveTo>
                  <a:pt x="0" y="0"/>
                </a:moveTo>
                <a:lnTo>
                  <a:pt x="10005" y="57150"/>
                </a:lnTo>
                <a:lnTo>
                  <a:pt x="2905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Freeform 171"/>
          <p:cNvSpPr/>
          <p:nvPr/>
        </p:nvSpPr>
        <p:spPr>
          <a:xfrm>
            <a:off x="1514351" y="11308080"/>
            <a:ext cx="25642" cy="57150"/>
          </a:xfrm>
          <a:custGeom>
            <a:avLst/>
            <a:gdLst/>
            <a:ahLst/>
            <a:cxnLst/>
            <a:rect l="l" t="t" r="r" b="b"/>
            <a:pathLst>
              <a:path w="25643" h="57150">
                <a:moveTo>
                  <a:pt x="0" y="0"/>
                </a:moveTo>
                <a:lnTo>
                  <a:pt x="6593" y="57150"/>
                </a:lnTo>
                <a:lnTo>
                  <a:pt x="2564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Freeform 172"/>
          <p:cNvSpPr/>
          <p:nvPr/>
        </p:nvSpPr>
        <p:spPr>
          <a:xfrm>
            <a:off x="1520944" y="11365230"/>
            <a:ext cx="21966" cy="57150"/>
          </a:xfrm>
          <a:custGeom>
            <a:avLst/>
            <a:gdLst/>
            <a:ahLst/>
            <a:cxnLst/>
            <a:rect l="l" t="t" r="r" b="b"/>
            <a:pathLst>
              <a:path w="21967" h="57150">
                <a:moveTo>
                  <a:pt x="0" y="0"/>
                </a:moveTo>
                <a:lnTo>
                  <a:pt x="2917" y="57150"/>
                </a:lnTo>
                <a:lnTo>
                  <a:pt x="2196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Freeform 173"/>
          <p:cNvSpPr/>
          <p:nvPr/>
        </p:nvSpPr>
        <p:spPr>
          <a:xfrm>
            <a:off x="1522986" y="11422380"/>
            <a:ext cx="19924" cy="57150"/>
          </a:xfrm>
          <a:custGeom>
            <a:avLst/>
            <a:gdLst/>
            <a:ahLst/>
            <a:cxnLst/>
            <a:rect l="l" t="t" r="r" b="b"/>
            <a:pathLst>
              <a:path w="19925" h="57150">
                <a:moveTo>
                  <a:pt x="87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92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Freeform 174"/>
          <p:cNvSpPr/>
          <p:nvPr/>
        </p:nvSpPr>
        <p:spPr>
          <a:xfrm>
            <a:off x="1518354" y="11479530"/>
            <a:ext cx="23681" cy="57150"/>
          </a:xfrm>
          <a:custGeom>
            <a:avLst/>
            <a:gdLst/>
            <a:ahLst/>
            <a:cxnLst/>
            <a:rect l="l" t="t" r="r" b="b"/>
            <a:pathLst>
              <a:path w="23682" h="57150">
                <a:moveTo>
                  <a:pt x="46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6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Freeform 175"/>
          <p:cNvSpPr/>
          <p:nvPr/>
        </p:nvSpPr>
        <p:spPr>
          <a:xfrm>
            <a:off x="1510150" y="11536680"/>
            <a:ext cx="27254" cy="57150"/>
          </a:xfrm>
          <a:custGeom>
            <a:avLst/>
            <a:gdLst/>
            <a:ahLst/>
            <a:cxnLst/>
            <a:rect l="l" t="t" r="r" b="b"/>
            <a:pathLst>
              <a:path w="27254" h="57150">
                <a:moveTo>
                  <a:pt x="820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725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Freeform 176"/>
          <p:cNvSpPr/>
          <p:nvPr/>
        </p:nvSpPr>
        <p:spPr>
          <a:xfrm>
            <a:off x="1498701" y="11593830"/>
            <a:ext cx="30499" cy="57150"/>
          </a:xfrm>
          <a:custGeom>
            <a:avLst/>
            <a:gdLst/>
            <a:ahLst/>
            <a:cxnLst/>
            <a:rect l="l" t="t" r="r" b="b"/>
            <a:pathLst>
              <a:path w="30499" h="57150">
                <a:moveTo>
                  <a:pt x="1144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049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Freeform 177"/>
          <p:cNvSpPr/>
          <p:nvPr/>
        </p:nvSpPr>
        <p:spPr>
          <a:xfrm>
            <a:off x="1484463" y="11650980"/>
            <a:ext cx="33287" cy="57150"/>
          </a:xfrm>
          <a:custGeom>
            <a:avLst/>
            <a:gdLst/>
            <a:ahLst/>
            <a:cxnLst/>
            <a:rect l="l" t="t" r="r" b="b"/>
            <a:pathLst>
              <a:path w="33288" h="57150">
                <a:moveTo>
                  <a:pt x="1423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28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Freeform 178"/>
          <p:cNvSpPr/>
          <p:nvPr/>
        </p:nvSpPr>
        <p:spPr>
          <a:xfrm>
            <a:off x="1468004" y="11708130"/>
            <a:ext cx="35509" cy="57150"/>
          </a:xfrm>
          <a:custGeom>
            <a:avLst/>
            <a:gdLst/>
            <a:ahLst/>
            <a:cxnLst/>
            <a:rect l="l" t="t" r="r" b="b"/>
            <a:pathLst>
              <a:path w="35509" h="57150">
                <a:moveTo>
                  <a:pt x="1645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50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Freeform 179"/>
          <p:cNvSpPr/>
          <p:nvPr/>
        </p:nvSpPr>
        <p:spPr>
          <a:xfrm>
            <a:off x="1449980" y="11765280"/>
            <a:ext cx="37074" cy="57150"/>
          </a:xfrm>
          <a:custGeom>
            <a:avLst/>
            <a:gdLst/>
            <a:ahLst/>
            <a:cxnLst/>
            <a:rect l="l" t="t" r="r" b="b"/>
            <a:pathLst>
              <a:path w="37074" h="57150">
                <a:moveTo>
                  <a:pt x="1802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07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Freeform 180"/>
          <p:cNvSpPr/>
          <p:nvPr/>
        </p:nvSpPr>
        <p:spPr>
          <a:xfrm>
            <a:off x="1431109" y="11822430"/>
            <a:ext cx="37920" cy="57150"/>
          </a:xfrm>
          <a:custGeom>
            <a:avLst/>
            <a:gdLst/>
            <a:ahLst/>
            <a:cxnLst/>
            <a:rect l="l" t="t" r="r" b="b"/>
            <a:pathLst>
              <a:path w="37921" h="57150">
                <a:moveTo>
                  <a:pt x="1887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92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Freeform 181"/>
          <p:cNvSpPr/>
          <p:nvPr/>
        </p:nvSpPr>
        <p:spPr>
          <a:xfrm>
            <a:off x="1412145" y="11879580"/>
            <a:ext cx="38014" cy="57150"/>
          </a:xfrm>
          <a:custGeom>
            <a:avLst/>
            <a:gdLst/>
            <a:ahLst/>
            <a:cxnLst/>
            <a:rect l="l" t="t" r="r" b="b"/>
            <a:pathLst>
              <a:path w="38014" h="57150">
                <a:moveTo>
                  <a:pt x="1896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1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Freeform 182"/>
          <p:cNvSpPr/>
          <p:nvPr/>
        </p:nvSpPr>
        <p:spPr>
          <a:xfrm>
            <a:off x="1393842" y="11936730"/>
            <a:ext cx="37352" cy="57150"/>
          </a:xfrm>
          <a:custGeom>
            <a:avLst/>
            <a:gdLst/>
            <a:ahLst/>
            <a:cxnLst/>
            <a:rect l="l" t="t" r="r" b="b"/>
            <a:pathLst>
              <a:path w="37353" h="57150">
                <a:moveTo>
                  <a:pt x="1830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35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Freeform 183"/>
          <p:cNvSpPr/>
          <p:nvPr/>
        </p:nvSpPr>
        <p:spPr>
          <a:xfrm>
            <a:off x="1376931" y="11993880"/>
            <a:ext cx="35960" cy="57150"/>
          </a:xfrm>
          <a:custGeom>
            <a:avLst/>
            <a:gdLst/>
            <a:ahLst/>
            <a:cxnLst/>
            <a:rect l="l" t="t" r="r" b="b"/>
            <a:pathLst>
              <a:path w="35961" h="57150">
                <a:moveTo>
                  <a:pt x="1691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96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Freeform 184"/>
          <p:cNvSpPr/>
          <p:nvPr/>
        </p:nvSpPr>
        <p:spPr>
          <a:xfrm>
            <a:off x="1362086" y="12051030"/>
            <a:ext cx="33895" cy="57150"/>
          </a:xfrm>
          <a:custGeom>
            <a:avLst/>
            <a:gdLst/>
            <a:ahLst/>
            <a:cxnLst/>
            <a:rect l="l" t="t" r="r" b="b"/>
            <a:pathLst>
              <a:path w="33895" h="57150">
                <a:moveTo>
                  <a:pt x="1484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89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Freeform 185"/>
          <p:cNvSpPr/>
          <p:nvPr/>
        </p:nvSpPr>
        <p:spPr>
          <a:xfrm>
            <a:off x="1349899" y="12108180"/>
            <a:ext cx="31237" cy="57150"/>
          </a:xfrm>
          <a:custGeom>
            <a:avLst/>
            <a:gdLst/>
            <a:ahLst/>
            <a:cxnLst/>
            <a:rect l="l" t="t" r="r" b="b"/>
            <a:pathLst>
              <a:path w="31237" h="57150">
                <a:moveTo>
                  <a:pt x="12187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237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Freeform 186"/>
          <p:cNvSpPr/>
          <p:nvPr/>
        </p:nvSpPr>
        <p:spPr>
          <a:xfrm>
            <a:off x="1340855" y="12165330"/>
            <a:ext cx="28093" cy="57150"/>
          </a:xfrm>
          <a:custGeom>
            <a:avLst/>
            <a:gdLst/>
            <a:ahLst/>
            <a:cxnLst/>
            <a:rect l="l" t="t" r="r" b="b"/>
            <a:pathLst>
              <a:path w="28094" h="57150">
                <a:moveTo>
                  <a:pt x="904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09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Freeform 187"/>
          <p:cNvSpPr/>
          <p:nvPr/>
        </p:nvSpPr>
        <p:spPr>
          <a:xfrm>
            <a:off x="1335315" y="12222480"/>
            <a:ext cx="24589" cy="57150"/>
          </a:xfrm>
          <a:custGeom>
            <a:avLst/>
            <a:gdLst/>
            <a:ahLst/>
            <a:cxnLst/>
            <a:rect l="l" t="t" r="r" b="b"/>
            <a:pathLst>
              <a:path w="24590" h="57150">
                <a:moveTo>
                  <a:pt x="554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459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Freeform 188"/>
          <p:cNvSpPr/>
          <p:nvPr/>
        </p:nvSpPr>
        <p:spPr>
          <a:xfrm>
            <a:off x="1333500" y="12279630"/>
            <a:ext cx="20864" cy="57150"/>
          </a:xfrm>
          <a:custGeom>
            <a:avLst/>
            <a:gdLst/>
            <a:ahLst/>
            <a:cxnLst/>
            <a:rect l="l" t="t" r="r" b="b"/>
            <a:pathLst>
              <a:path w="20865" h="57150">
                <a:moveTo>
                  <a:pt x="181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086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Freeform 189"/>
          <p:cNvSpPr/>
          <p:nvPr/>
        </p:nvSpPr>
        <p:spPr>
          <a:xfrm>
            <a:off x="1333500" y="12336780"/>
            <a:ext cx="21032" cy="57150"/>
          </a:xfrm>
          <a:custGeom>
            <a:avLst/>
            <a:gdLst/>
            <a:ahLst/>
            <a:cxnLst/>
            <a:rect l="l" t="t" r="r" b="b"/>
            <a:pathLst>
              <a:path w="21033" h="57150">
                <a:moveTo>
                  <a:pt x="0" y="0"/>
                </a:moveTo>
                <a:lnTo>
                  <a:pt x="1983" y="57150"/>
                </a:lnTo>
                <a:lnTo>
                  <a:pt x="2103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Freeform 190"/>
          <p:cNvSpPr/>
          <p:nvPr/>
        </p:nvSpPr>
        <p:spPr>
          <a:xfrm>
            <a:off x="1335483" y="12393930"/>
            <a:ext cx="24750" cy="57150"/>
          </a:xfrm>
          <a:custGeom>
            <a:avLst/>
            <a:gdLst/>
            <a:ahLst/>
            <a:cxnLst/>
            <a:rect l="l" t="t" r="r" b="b"/>
            <a:pathLst>
              <a:path w="24750" h="57150">
                <a:moveTo>
                  <a:pt x="0" y="0"/>
                </a:moveTo>
                <a:lnTo>
                  <a:pt x="5700" y="57150"/>
                </a:lnTo>
                <a:lnTo>
                  <a:pt x="24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Freeform 191"/>
          <p:cNvSpPr/>
          <p:nvPr/>
        </p:nvSpPr>
        <p:spPr>
          <a:xfrm>
            <a:off x="1341183" y="12451080"/>
            <a:ext cx="28241" cy="57150"/>
          </a:xfrm>
          <a:custGeom>
            <a:avLst/>
            <a:gdLst/>
            <a:ahLst/>
            <a:cxnLst/>
            <a:rect l="l" t="t" r="r" b="b"/>
            <a:pathLst>
              <a:path w="28242" h="57150">
                <a:moveTo>
                  <a:pt x="0" y="0"/>
                </a:moveTo>
                <a:lnTo>
                  <a:pt x="9192" y="57150"/>
                </a:lnTo>
                <a:lnTo>
                  <a:pt x="2824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Freeform 192"/>
          <p:cNvSpPr/>
          <p:nvPr/>
        </p:nvSpPr>
        <p:spPr>
          <a:xfrm>
            <a:off x="1350375" y="12508230"/>
            <a:ext cx="31366" cy="57150"/>
          </a:xfrm>
          <a:custGeom>
            <a:avLst/>
            <a:gdLst/>
            <a:ahLst/>
            <a:cxnLst/>
            <a:rect l="l" t="t" r="r" b="b"/>
            <a:pathLst>
              <a:path w="31366" h="57150">
                <a:moveTo>
                  <a:pt x="0" y="0"/>
                </a:moveTo>
                <a:lnTo>
                  <a:pt x="12316" y="57150"/>
                </a:lnTo>
                <a:lnTo>
                  <a:pt x="313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Freeform 193"/>
          <p:cNvSpPr/>
          <p:nvPr/>
        </p:nvSpPr>
        <p:spPr>
          <a:xfrm>
            <a:off x="1362691" y="12565380"/>
            <a:ext cx="33999" cy="57150"/>
          </a:xfrm>
          <a:custGeom>
            <a:avLst/>
            <a:gdLst/>
            <a:ahLst/>
            <a:cxnLst/>
            <a:rect l="l" t="t" r="r" b="b"/>
            <a:pathLst>
              <a:path w="34000" h="57150">
                <a:moveTo>
                  <a:pt x="0" y="0"/>
                </a:moveTo>
                <a:lnTo>
                  <a:pt x="14950" y="57150"/>
                </a:lnTo>
                <a:lnTo>
                  <a:pt x="3400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Freeform 194"/>
          <p:cNvSpPr/>
          <p:nvPr/>
        </p:nvSpPr>
        <p:spPr>
          <a:xfrm>
            <a:off x="1377641" y="12622530"/>
            <a:ext cx="36037" cy="57150"/>
          </a:xfrm>
          <a:custGeom>
            <a:avLst/>
            <a:gdLst/>
            <a:ahLst/>
            <a:cxnLst/>
            <a:rect l="l" t="t" r="r" b="b"/>
            <a:pathLst>
              <a:path w="36037" h="57150">
                <a:moveTo>
                  <a:pt x="0" y="0"/>
                </a:moveTo>
                <a:lnTo>
                  <a:pt x="16987" y="57150"/>
                </a:lnTo>
                <a:lnTo>
                  <a:pt x="3603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Freeform 195"/>
          <p:cNvSpPr/>
          <p:nvPr/>
        </p:nvSpPr>
        <p:spPr>
          <a:xfrm>
            <a:off x="1394628" y="12679680"/>
            <a:ext cx="37397" cy="57150"/>
          </a:xfrm>
          <a:custGeom>
            <a:avLst/>
            <a:gdLst/>
            <a:ahLst/>
            <a:cxnLst/>
            <a:rect l="l" t="t" r="r" b="b"/>
            <a:pathLst>
              <a:path w="37398" h="57150">
                <a:moveTo>
                  <a:pt x="0" y="0"/>
                </a:moveTo>
                <a:lnTo>
                  <a:pt x="18348" y="57150"/>
                </a:lnTo>
                <a:lnTo>
                  <a:pt x="3739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Freeform 196"/>
          <p:cNvSpPr/>
          <p:nvPr/>
        </p:nvSpPr>
        <p:spPr>
          <a:xfrm>
            <a:off x="1412976" y="12736830"/>
            <a:ext cx="38026" cy="57150"/>
          </a:xfrm>
          <a:custGeom>
            <a:avLst/>
            <a:gdLst/>
            <a:ahLst/>
            <a:cxnLst/>
            <a:rect l="l" t="t" r="r" b="b"/>
            <a:pathLst>
              <a:path w="38026" h="57150">
                <a:moveTo>
                  <a:pt x="0" y="0"/>
                </a:moveTo>
                <a:lnTo>
                  <a:pt x="18976" y="57150"/>
                </a:lnTo>
                <a:lnTo>
                  <a:pt x="3802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Freeform 197"/>
          <p:cNvSpPr/>
          <p:nvPr/>
        </p:nvSpPr>
        <p:spPr>
          <a:xfrm>
            <a:off x="1431952" y="12793980"/>
            <a:ext cx="37898" cy="57150"/>
          </a:xfrm>
          <a:custGeom>
            <a:avLst/>
            <a:gdLst/>
            <a:ahLst/>
            <a:cxnLst/>
            <a:rect l="l" t="t" r="r" b="b"/>
            <a:pathLst>
              <a:path w="37899" h="57150">
                <a:moveTo>
                  <a:pt x="0" y="0"/>
                </a:moveTo>
                <a:lnTo>
                  <a:pt x="18849" y="57150"/>
                </a:lnTo>
                <a:lnTo>
                  <a:pt x="3789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Freeform 198"/>
          <p:cNvSpPr/>
          <p:nvPr/>
        </p:nvSpPr>
        <p:spPr>
          <a:xfrm>
            <a:off x="1450801" y="12851130"/>
            <a:ext cx="37019" cy="57150"/>
          </a:xfrm>
          <a:custGeom>
            <a:avLst/>
            <a:gdLst/>
            <a:ahLst/>
            <a:cxnLst/>
            <a:rect l="l" t="t" r="r" b="b"/>
            <a:pathLst>
              <a:path w="37019" h="57150">
                <a:moveTo>
                  <a:pt x="0" y="0"/>
                </a:moveTo>
                <a:lnTo>
                  <a:pt x="17969" y="57150"/>
                </a:lnTo>
                <a:lnTo>
                  <a:pt x="370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Oval 199"/>
          <p:cNvSpPr/>
          <p:nvPr/>
        </p:nvSpPr>
        <p:spPr>
          <a:xfrm>
            <a:off x="1333500" y="8858250"/>
            <a:ext cx="1333500" cy="1626869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Oval 200"/>
          <p:cNvSpPr/>
          <p:nvPr/>
        </p:nvSpPr>
        <p:spPr>
          <a:xfrm>
            <a:off x="1626870" y="9118549"/>
            <a:ext cx="160020" cy="325373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Freeform 201"/>
          <p:cNvSpPr/>
          <p:nvPr/>
        </p:nvSpPr>
        <p:spPr>
          <a:xfrm>
            <a:off x="1914525" y="10447020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Freeform 202"/>
          <p:cNvSpPr/>
          <p:nvPr/>
        </p:nvSpPr>
        <p:spPr>
          <a:xfrm>
            <a:off x="2000250" y="10580370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Freeform 203"/>
          <p:cNvSpPr/>
          <p:nvPr/>
        </p:nvSpPr>
        <p:spPr>
          <a:xfrm>
            <a:off x="2019173" y="10637520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Freeform 204"/>
          <p:cNvSpPr/>
          <p:nvPr/>
        </p:nvSpPr>
        <p:spPr>
          <a:xfrm>
            <a:off x="2037342" y="10694670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Freeform 205"/>
          <p:cNvSpPr/>
          <p:nvPr/>
        </p:nvSpPr>
        <p:spPr>
          <a:xfrm>
            <a:off x="2054032" y="10751820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Freeform 206"/>
          <p:cNvSpPr/>
          <p:nvPr/>
        </p:nvSpPr>
        <p:spPr>
          <a:xfrm>
            <a:off x="2068578" y="10808970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Freeform 207"/>
          <p:cNvSpPr/>
          <p:nvPr/>
        </p:nvSpPr>
        <p:spPr>
          <a:xfrm>
            <a:off x="2080400" y="10866120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Freeform 208"/>
          <p:cNvSpPr/>
          <p:nvPr/>
        </p:nvSpPr>
        <p:spPr>
          <a:xfrm>
            <a:off x="2089026" y="10923270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Freeform 209"/>
          <p:cNvSpPr/>
          <p:nvPr/>
        </p:nvSpPr>
        <p:spPr>
          <a:xfrm>
            <a:off x="2094114" y="10980420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Freeform 210"/>
          <p:cNvSpPr/>
          <p:nvPr/>
        </p:nvSpPr>
        <p:spPr>
          <a:xfrm>
            <a:off x="2093008" y="11037570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Freeform 211"/>
          <p:cNvSpPr/>
          <p:nvPr/>
        </p:nvSpPr>
        <p:spPr>
          <a:xfrm>
            <a:off x="2086860" y="11094720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Freeform 212"/>
          <p:cNvSpPr/>
          <p:nvPr/>
        </p:nvSpPr>
        <p:spPr>
          <a:xfrm>
            <a:off x="2077259" y="11151870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Freeform 213"/>
          <p:cNvSpPr/>
          <p:nvPr/>
        </p:nvSpPr>
        <p:spPr>
          <a:xfrm>
            <a:off x="2064587" y="11209020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Freeform 214"/>
          <p:cNvSpPr/>
          <p:nvPr/>
        </p:nvSpPr>
        <p:spPr>
          <a:xfrm>
            <a:off x="2049351" y="11266170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Freeform 215"/>
          <p:cNvSpPr/>
          <p:nvPr/>
        </p:nvSpPr>
        <p:spPr>
          <a:xfrm>
            <a:off x="2032157" y="11323320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Freeform 216"/>
          <p:cNvSpPr/>
          <p:nvPr/>
        </p:nvSpPr>
        <p:spPr>
          <a:xfrm>
            <a:off x="2013691" y="11380470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Freeform 217"/>
          <p:cNvSpPr/>
          <p:nvPr/>
        </p:nvSpPr>
        <p:spPr>
          <a:xfrm>
            <a:off x="1994689" y="11437620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Freeform 218"/>
          <p:cNvSpPr/>
          <p:nvPr/>
        </p:nvSpPr>
        <p:spPr>
          <a:xfrm>
            <a:off x="1975909" y="11494770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Freeform 219"/>
          <p:cNvSpPr/>
          <p:nvPr/>
        </p:nvSpPr>
        <p:spPr>
          <a:xfrm>
            <a:off x="1958099" y="11551920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Freeform 220"/>
          <p:cNvSpPr/>
          <p:nvPr/>
        </p:nvSpPr>
        <p:spPr>
          <a:xfrm>
            <a:off x="1941970" y="11609070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Freeform 221"/>
          <p:cNvSpPr/>
          <p:nvPr/>
        </p:nvSpPr>
        <p:spPr>
          <a:xfrm>
            <a:off x="1928164" y="11666220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Freeform 222"/>
          <p:cNvSpPr/>
          <p:nvPr/>
        </p:nvSpPr>
        <p:spPr>
          <a:xfrm>
            <a:off x="1917232" y="11723370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Freeform 223"/>
          <p:cNvSpPr/>
          <p:nvPr/>
        </p:nvSpPr>
        <p:spPr>
          <a:xfrm>
            <a:off x="1909609" y="11780520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Freeform 224"/>
          <p:cNvSpPr/>
          <p:nvPr/>
        </p:nvSpPr>
        <p:spPr>
          <a:xfrm>
            <a:off x="1905600" y="11837670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Freeform 225"/>
          <p:cNvSpPr/>
          <p:nvPr/>
        </p:nvSpPr>
        <p:spPr>
          <a:xfrm>
            <a:off x="1905365" y="11894820"/>
            <a:ext cx="19285" cy="57150"/>
          </a:xfrm>
          <a:custGeom>
            <a:avLst/>
            <a:gdLst/>
            <a:ahLst/>
            <a:cxnLst/>
            <a:rect l="l" t="t" r="r" b="b"/>
            <a:pathLst>
              <a:path w="19285" h="57150">
                <a:moveTo>
                  <a:pt x="23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28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Freeform 226"/>
          <p:cNvSpPr/>
          <p:nvPr/>
        </p:nvSpPr>
        <p:spPr>
          <a:xfrm>
            <a:off x="1905365" y="11951970"/>
            <a:ext cx="22597" cy="57150"/>
          </a:xfrm>
          <a:custGeom>
            <a:avLst/>
            <a:gdLst/>
            <a:ahLst/>
            <a:cxnLst/>
            <a:rect l="l" t="t" r="r" b="b"/>
            <a:pathLst>
              <a:path w="22597" h="57150">
                <a:moveTo>
                  <a:pt x="0" y="0"/>
                </a:moveTo>
                <a:lnTo>
                  <a:pt x="3547" y="57150"/>
                </a:lnTo>
                <a:lnTo>
                  <a:pt x="2259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Freeform 227"/>
          <p:cNvSpPr/>
          <p:nvPr/>
        </p:nvSpPr>
        <p:spPr>
          <a:xfrm>
            <a:off x="1908912" y="12009120"/>
            <a:ext cx="26238" cy="57150"/>
          </a:xfrm>
          <a:custGeom>
            <a:avLst/>
            <a:gdLst/>
            <a:ahLst/>
            <a:cxnLst/>
            <a:rect l="l" t="t" r="r" b="b"/>
            <a:pathLst>
              <a:path w="26238" h="57150">
                <a:moveTo>
                  <a:pt x="0" y="0"/>
                </a:moveTo>
                <a:lnTo>
                  <a:pt x="7188" y="57150"/>
                </a:lnTo>
                <a:lnTo>
                  <a:pt x="262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Freeform 228"/>
          <p:cNvSpPr/>
          <p:nvPr/>
        </p:nvSpPr>
        <p:spPr>
          <a:xfrm>
            <a:off x="1916100" y="12066270"/>
            <a:ext cx="29593" cy="57150"/>
          </a:xfrm>
          <a:custGeom>
            <a:avLst/>
            <a:gdLst/>
            <a:ahLst/>
            <a:cxnLst/>
            <a:rect l="l" t="t" r="r" b="b"/>
            <a:pathLst>
              <a:path w="29594" h="57150">
                <a:moveTo>
                  <a:pt x="0" y="0"/>
                </a:moveTo>
                <a:lnTo>
                  <a:pt x="10544" y="57150"/>
                </a:lnTo>
                <a:lnTo>
                  <a:pt x="29594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Freeform 229"/>
          <p:cNvSpPr/>
          <p:nvPr/>
        </p:nvSpPr>
        <p:spPr>
          <a:xfrm>
            <a:off x="1926644" y="12123420"/>
            <a:ext cx="32527" cy="57150"/>
          </a:xfrm>
          <a:custGeom>
            <a:avLst/>
            <a:gdLst/>
            <a:ahLst/>
            <a:cxnLst/>
            <a:rect l="l" t="t" r="r" b="b"/>
            <a:pathLst>
              <a:path w="32527" h="57150">
                <a:moveTo>
                  <a:pt x="0" y="0"/>
                </a:moveTo>
                <a:lnTo>
                  <a:pt x="13477" y="57150"/>
                </a:lnTo>
                <a:lnTo>
                  <a:pt x="3252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Freeform 230"/>
          <p:cNvSpPr/>
          <p:nvPr/>
        </p:nvSpPr>
        <p:spPr>
          <a:xfrm>
            <a:off x="1940121" y="12180570"/>
            <a:ext cx="34924" cy="57150"/>
          </a:xfrm>
          <a:custGeom>
            <a:avLst/>
            <a:gdLst/>
            <a:ahLst/>
            <a:cxnLst/>
            <a:rect l="l" t="t" r="r" b="b"/>
            <a:pathLst>
              <a:path w="34925" h="57150">
                <a:moveTo>
                  <a:pt x="0" y="0"/>
                </a:moveTo>
                <a:lnTo>
                  <a:pt x="15875" y="57150"/>
                </a:lnTo>
                <a:lnTo>
                  <a:pt x="349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Freeform 231"/>
          <p:cNvSpPr/>
          <p:nvPr/>
        </p:nvSpPr>
        <p:spPr>
          <a:xfrm>
            <a:off x="1955996" y="12237720"/>
            <a:ext cx="36689" cy="57150"/>
          </a:xfrm>
          <a:custGeom>
            <a:avLst/>
            <a:gdLst/>
            <a:ahLst/>
            <a:cxnLst/>
            <a:rect l="l" t="t" r="r" b="b"/>
            <a:pathLst>
              <a:path w="36689" h="57150">
                <a:moveTo>
                  <a:pt x="0" y="0"/>
                </a:moveTo>
                <a:lnTo>
                  <a:pt x="17639" y="57150"/>
                </a:lnTo>
                <a:lnTo>
                  <a:pt x="3668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Freeform 232"/>
          <p:cNvSpPr/>
          <p:nvPr/>
        </p:nvSpPr>
        <p:spPr>
          <a:xfrm>
            <a:off x="1973635" y="12294870"/>
            <a:ext cx="37750" cy="57150"/>
          </a:xfrm>
          <a:custGeom>
            <a:avLst/>
            <a:gdLst/>
            <a:ahLst/>
            <a:cxnLst/>
            <a:rect l="l" t="t" r="r" b="b"/>
            <a:pathLst>
              <a:path w="37750" h="57150">
                <a:moveTo>
                  <a:pt x="0" y="0"/>
                </a:moveTo>
                <a:lnTo>
                  <a:pt x="18700" y="57150"/>
                </a:lnTo>
                <a:lnTo>
                  <a:pt x="37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Freeform 233"/>
          <p:cNvSpPr/>
          <p:nvPr/>
        </p:nvSpPr>
        <p:spPr>
          <a:xfrm>
            <a:off x="1992335" y="12352020"/>
            <a:ext cx="38065" cy="57150"/>
          </a:xfrm>
          <a:custGeom>
            <a:avLst/>
            <a:gdLst/>
            <a:ahLst/>
            <a:cxnLst/>
            <a:rect l="l" t="t" r="r" b="b"/>
            <a:pathLst>
              <a:path w="38066" h="57150">
                <a:moveTo>
                  <a:pt x="0" y="0"/>
                </a:moveTo>
                <a:lnTo>
                  <a:pt x="19016" y="57150"/>
                </a:lnTo>
                <a:lnTo>
                  <a:pt x="380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Freeform 234"/>
          <p:cNvSpPr/>
          <p:nvPr/>
        </p:nvSpPr>
        <p:spPr>
          <a:xfrm>
            <a:off x="2011351" y="12409170"/>
            <a:ext cx="37623" cy="57150"/>
          </a:xfrm>
          <a:custGeom>
            <a:avLst/>
            <a:gdLst/>
            <a:ahLst/>
            <a:cxnLst/>
            <a:rect l="l" t="t" r="r" b="b"/>
            <a:pathLst>
              <a:path w="37623" h="57150">
                <a:moveTo>
                  <a:pt x="0" y="0"/>
                </a:moveTo>
                <a:lnTo>
                  <a:pt x="18573" y="57150"/>
                </a:lnTo>
                <a:lnTo>
                  <a:pt x="3762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Freeform 235"/>
          <p:cNvSpPr/>
          <p:nvPr/>
        </p:nvSpPr>
        <p:spPr>
          <a:xfrm>
            <a:off x="2029924" y="12466320"/>
            <a:ext cx="36439" cy="57150"/>
          </a:xfrm>
          <a:custGeom>
            <a:avLst/>
            <a:gdLst/>
            <a:ahLst/>
            <a:cxnLst/>
            <a:rect l="l" t="t" r="r" b="b"/>
            <a:pathLst>
              <a:path w="36440" h="57150">
                <a:moveTo>
                  <a:pt x="0" y="0"/>
                </a:moveTo>
                <a:lnTo>
                  <a:pt x="17390" y="57150"/>
                </a:lnTo>
                <a:lnTo>
                  <a:pt x="364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Freeform 236"/>
          <p:cNvSpPr/>
          <p:nvPr/>
        </p:nvSpPr>
        <p:spPr>
          <a:xfrm>
            <a:off x="2047314" y="12523470"/>
            <a:ext cx="34563" cy="57150"/>
          </a:xfrm>
          <a:custGeom>
            <a:avLst/>
            <a:gdLst/>
            <a:ahLst/>
            <a:cxnLst/>
            <a:rect l="l" t="t" r="r" b="b"/>
            <a:pathLst>
              <a:path w="34563" h="57150">
                <a:moveTo>
                  <a:pt x="0" y="0"/>
                </a:moveTo>
                <a:lnTo>
                  <a:pt x="15513" y="57150"/>
                </a:lnTo>
                <a:lnTo>
                  <a:pt x="3456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Freeform 237"/>
          <p:cNvSpPr/>
          <p:nvPr/>
        </p:nvSpPr>
        <p:spPr>
          <a:xfrm>
            <a:off x="2062827" y="12580620"/>
            <a:ext cx="32068" cy="57150"/>
          </a:xfrm>
          <a:custGeom>
            <a:avLst/>
            <a:gdLst/>
            <a:ahLst/>
            <a:cxnLst/>
            <a:rect l="l" t="t" r="r" b="b"/>
            <a:pathLst>
              <a:path w="32069" h="57150">
                <a:moveTo>
                  <a:pt x="0" y="0"/>
                </a:moveTo>
                <a:lnTo>
                  <a:pt x="13019" y="57150"/>
                </a:lnTo>
                <a:lnTo>
                  <a:pt x="3206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Freeform 238"/>
          <p:cNvSpPr/>
          <p:nvPr/>
        </p:nvSpPr>
        <p:spPr>
          <a:xfrm>
            <a:off x="2075846" y="12637770"/>
            <a:ext cx="29055" cy="57150"/>
          </a:xfrm>
          <a:custGeom>
            <a:avLst/>
            <a:gdLst/>
            <a:ahLst/>
            <a:cxnLst/>
            <a:rect l="l" t="t" r="r" b="b"/>
            <a:pathLst>
              <a:path w="29055" h="57150">
                <a:moveTo>
                  <a:pt x="0" y="0"/>
                </a:moveTo>
                <a:lnTo>
                  <a:pt x="10005" y="57150"/>
                </a:lnTo>
                <a:lnTo>
                  <a:pt x="2905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Freeform 239"/>
          <p:cNvSpPr/>
          <p:nvPr/>
        </p:nvSpPr>
        <p:spPr>
          <a:xfrm>
            <a:off x="2085851" y="12694920"/>
            <a:ext cx="25642" cy="57150"/>
          </a:xfrm>
          <a:custGeom>
            <a:avLst/>
            <a:gdLst/>
            <a:ahLst/>
            <a:cxnLst/>
            <a:rect l="l" t="t" r="r" b="b"/>
            <a:pathLst>
              <a:path w="25643" h="57150">
                <a:moveTo>
                  <a:pt x="0" y="0"/>
                </a:moveTo>
                <a:lnTo>
                  <a:pt x="6593" y="57150"/>
                </a:lnTo>
                <a:lnTo>
                  <a:pt x="2564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Freeform 240"/>
          <p:cNvSpPr/>
          <p:nvPr/>
        </p:nvSpPr>
        <p:spPr>
          <a:xfrm>
            <a:off x="2092444" y="12752070"/>
            <a:ext cx="21966" cy="57150"/>
          </a:xfrm>
          <a:custGeom>
            <a:avLst/>
            <a:gdLst/>
            <a:ahLst/>
            <a:cxnLst/>
            <a:rect l="l" t="t" r="r" b="b"/>
            <a:pathLst>
              <a:path w="21967" h="57150">
                <a:moveTo>
                  <a:pt x="0" y="0"/>
                </a:moveTo>
                <a:lnTo>
                  <a:pt x="2917" y="57150"/>
                </a:lnTo>
                <a:lnTo>
                  <a:pt x="2196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Freeform 241"/>
          <p:cNvSpPr/>
          <p:nvPr/>
        </p:nvSpPr>
        <p:spPr>
          <a:xfrm>
            <a:off x="2094486" y="12809220"/>
            <a:ext cx="19924" cy="57150"/>
          </a:xfrm>
          <a:custGeom>
            <a:avLst/>
            <a:gdLst/>
            <a:ahLst/>
            <a:cxnLst/>
            <a:rect l="l" t="t" r="r" b="b"/>
            <a:pathLst>
              <a:path w="19925" h="57150">
                <a:moveTo>
                  <a:pt x="87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92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Freeform 242"/>
          <p:cNvSpPr/>
          <p:nvPr/>
        </p:nvSpPr>
        <p:spPr>
          <a:xfrm>
            <a:off x="2089854" y="12866370"/>
            <a:ext cx="23681" cy="57150"/>
          </a:xfrm>
          <a:custGeom>
            <a:avLst/>
            <a:gdLst/>
            <a:ahLst/>
            <a:cxnLst/>
            <a:rect l="l" t="t" r="r" b="b"/>
            <a:pathLst>
              <a:path w="23682" h="57150">
                <a:moveTo>
                  <a:pt x="46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6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Oval 243"/>
          <p:cNvSpPr/>
          <p:nvPr/>
        </p:nvSpPr>
        <p:spPr>
          <a:xfrm>
            <a:off x="6905625" y="7810500"/>
            <a:ext cx="1428750" cy="1743075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Oval 244"/>
          <p:cNvSpPr/>
          <p:nvPr/>
        </p:nvSpPr>
        <p:spPr>
          <a:xfrm>
            <a:off x="7219950" y="8089392"/>
            <a:ext cx="171450" cy="348615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Freeform 245"/>
          <p:cNvSpPr/>
          <p:nvPr/>
        </p:nvSpPr>
        <p:spPr>
          <a:xfrm>
            <a:off x="7534275" y="9515475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Freeform 246"/>
          <p:cNvSpPr/>
          <p:nvPr/>
        </p:nvSpPr>
        <p:spPr>
          <a:xfrm>
            <a:off x="7620000" y="9648825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Freeform 247"/>
          <p:cNvSpPr/>
          <p:nvPr/>
        </p:nvSpPr>
        <p:spPr>
          <a:xfrm>
            <a:off x="7638923" y="9705975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Freeform 248"/>
          <p:cNvSpPr/>
          <p:nvPr/>
        </p:nvSpPr>
        <p:spPr>
          <a:xfrm>
            <a:off x="7657092" y="9763125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Freeform 249"/>
          <p:cNvSpPr/>
          <p:nvPr/>
        </p:nvSpPr>
        <p:spPr>
          <a:xfrm>
            <a:off x="7673782" y="9820275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Freeform 250"/>
          <p:cNvSpPr/>
          <p:nvPr/>
        </p:nvSpPr>
        <p:spPr>
          <a:xfrm>
            <a:off x="7688328" y="9877425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Freeform 251"/>
          <p:cNvSpPr/>
          <p:nvPr/>
        </p:nvSpPr>
        <p:spPr>
          <a:xfrm>
            <a:off x="7700150" y="9934575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Freeform 252"/>
          <p:cNvSpPr/>
          <p:nvPr/>
        </p:nvSpPr>
        <p:spPr>
          <a:xfrm>
            <a:off x="7708776" y="9991725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Freeform 253"/>
          <p:cNvSpPr/>
          <p:nvPr/>
        </p:nvSpPr>
        <p:spPr>
          <a:xfrm>
            <a:off x="7713864" y="10048875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Freeform 254"/>
          <p:cNvSpPr/>
          <p:nvPr/>
        </p:nvSpPr>
        <p:spPr>
          <a:xfrm>
            <a:off x="7712758" y="10106025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Freeform 255"/>
          <p:cNvSpPr/>
          <p:nvPr/>
        </p:nvSpPr>
        <p:spPr>
          <a:xfrm>
            <a:off x="7706610" y="10163175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Freeform 256"/>
          <p:cNvSpPr/>
          <p:nvPr/>
        </p:nvSpPr>
        <p:spPr>
          <a:xfrm>
            <a:off x="7697009" y="10220325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Freeform 257"/>
          <p:cNvSpPr/>
          <p:nvPr/>
        </p:nvSpPr>
        <p:spPr>
          <a:xfrm>
            <a:off x="7684337" y="10277475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Freeform 258"/>
          <p:cNvSpPr/>
          <p:nvPr/>
        </p:nvSpPr>
        <p:spPr>
          <a:xfrm>
            <a:off x="7669101" y="10334625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Freeform 259"/>
          <p:cNvSpPr/>
          <p:nvPr/>
        </p:nvSpPr>
        <p:spPr>
          <a:xfrm>
            <a:off x="7651907" y="10391775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Freeform 260"/>
          <p:cNvSpPr/>
          <p:nvPr/>
        </p:nvSpPr>
        <p:spPr>
          <a:xfrm>
            <a:off x="7633441" y="10448925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Freeform 261"/>
          <p:cNvSpPr/>
          <p:nvPr/>
        </p:nvSpPr>
        <p:spPr>
          <a:xfrm>
            <a:off x="7614439" y="10506075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Freeform 262"/>
          <p:cNvSpPr/>
          <p:nvPr/>
        </p:nvSpPr>
        <p:spPr>
          <a:xfrm>
            <a:off x="7595659" y="10563225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Freeform 263"/>
          <p:cNvSpPr/>
          <p:nvPr/>
        </p:nvSpPr>
        <p:spPr>
          <a:xfrm>
            <a:off x="7577849" y="10620375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Freeform 264"/>
          <p:cNvSpPr/>
          <p:nvPr/>
        </p:nvSpPr>
        <p:spPr>
          <a:xfrm>
            <a:off x="7561720" y="10677525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Freeform 265"/>
          <p:cNvSpPr/>
          <p:nvPr/>
        </p:nvSpPr>
        <p:spPr>
          <a:xfrm>
            <a:off x="7547914" y="10734675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Freeform 266"/>
          <p:cNvSpPr/>
          <p:nvPr/>
        </p:nvSpPr>
        <p:spPr>
          <a:xfrm>
            <a:off x="7536982" y="10791825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Freeform 267"/>
          <p:cNvSpPr/>
          <p:nvPr/>
        </p:nvSpPr>
        <p:spPr>
          <a:xfrm>
            <a:off x="7529359" y="10848975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Freeform 268"/>
          <p:cNvSpPr/>
          <p:nvPr/>
        </p:nvSpPr>
        <p:spPr>
          <a:xfrm>
            <a:off x="7525350" y="10906125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Freeform 269"/>
          <p:cNvSpPr/>
          <p:nvPr/>
        </p:nvSpPr>
        <p:spPr>
          <a:xfrm>
            <a:off x="7525115" y="10963275"/>
            <a:ext cx="19285" cy="57150"/>
          </a:xfrm>
          <a:custGeom>
            <a:avLst/>
            <a:gdLst/>
            <a:ahLst/>
            <a:cxnLst/>
            <a:rect l="l" t="t" r="r" b="b"/>
            <a:pathLst>
              <a:path w="19285" h="57150">
                <a:moveTo>
                  <a:pt x="23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28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Freeform 270"/>
          <p:cNvSpPr/>
          <p:nvPr/>
        </p:nvSpPr>
        <p:spPr>
          <a:xfrm>
            <a:off x="7525115" y="11020425"/>
            <a:ext cx="22597" cy="57150"/>
          </a:xfrm>
          <a:custGeom>
            <a:avLst/>
            <a:gdLst/>
            <a:ahLst/>
            <a:cxnLst/>
            <a:rect l="l" t="t" r="r" b="b"/>
            <a:pathLst>
              <a:path w="22597" h="57150">
                <a:moveTo>
                  <a:pt x="0" y="0"/>
                </a:moveTo>
                <a:lnTo>
                  <a:pt x="3547" y="57150"/>
                </a:lnTo>
                <a:lnTo>
                  <a:pt x="2259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Freeform 271"/>
          <p:cNvSpPr/>
          <p:nvPr/>
        </p:nvSpPr>
        <p:spPr>
          <a:xfrm>
            <a:off x="7528662" y="11077575"/>
            <a:ext cx="26238" cy="57150"/>
          </a:xfrm>
          <a:custGeom>
            <a:avLst/>
            <a:gdLst/>
            <a:ahLst/>
            <a:cxnLst/>
            <a:rect l="l" t="t" r="r" b="b"/>
            <a:pathLst>
              <a:path w="26238" h="57150">
                <a:moveTo>
                  <a:pt x="0" y="0"/>
                </a:moveTo>
                <a:lnTo>
                  <a:pt x="7188" y="57150"/>
                </a:lnTo>
                <a:lnTo>
                  <a:pt x="262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Freeform 272"/>
          <p:cNvSpPr/>
          <p:nvPr/>
        </p:nvSpPr>
        <p:spPr>
          <a:xfrm>
            <a:off x="7535850" y="11134725"/>
            <a:ext cx="29593" cy="57150"/>
          </a:xfrm>
          <a:custGeom>
            <a:avLst/>
            <a:gdLst/>
            <a:ahLst/>
            <a:cxnLst/>
            <a:rect l="l" t="t" r="r" b="b"/>
            <a:pathLst>
              <a:path w="29594" h="57150">
                <a:moveTo>
                  <a:pt x="0" y="0"/>
                </a:moveTo>
                <a:lnTo>
                  <a:pt x="10544" y="57150"/>
                </a:lnTo>
                <a:lnTo>
                  <a:pt x="29594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Freeform 273"/>
          <p:cNvSpPr/>
          <p:nvPr/>
        </p:nvSpPr>
        <p:spPr>
          <a:xfrm>
            <a:off x="7546394" y="11191875"/>
            <a:ext cx="32527" cy="57150"/>
          </a:xfrm>
          <a:custGeom>
            <a:avLst/>
            <a:gdLst/>
            <a:ahLst/>
            <a:cxnLst/>
            <a:rect l="l" t="t" r="r" b="b"/>
            <a:pathLst>
              <a:path w="32527" h="57150">
                <a:moveTo>
                  <a:pt x="0" y="0"/>
                </a:moveTo>
                <a:lnTo>
                  <a:pt x="13477" y="57150"/>
                </a:lnTo>
                <a:lnTo>
                  <a:pt x="3252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Freeform 274"/>
          <p:cNvSpPr/>
          <p:nvPr/>
        </p:nvSpPr>
        <p:spPr>
          <a:xfrm>
            <a:off x="7559871" y="11249025"/>
            <a:ext cx="34924" cy="57150"/>
          </a:xfrm>
          <a:custGeom>
            <a:avLst/>
            <a:gdLst/>
            <a:ahLst/>
            <a:cxnLst/>
            <a:rect l="l" t="t" r="r" b="b"/>
            <a:pathLst>
              <a:path w="34925" h="57150">
                <a:moveTo>
                  <a:pt x="0" y="0"/>
                </a:moveTo>
                <a:lnTo>
                  <a:pt x="15875" y="57150"/>
                </a:lnTo>
                <a:lnTo>
                  <a:pt x="349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Freeform 275"/>
          <p:cNvSpPr/>
          <p:nvPr/>
        </p:nvSpPr>
        <p:spPr>
          <a:xfrm>
            <a:off x="7575746" y="11306175"/>
            <a:ext cx="36689" cy="57150"/>
          </a:xfrm>
          <a:custGeom>
            <a:avLst/>
            <a:gdLst/>
            <a:ahLst/>
            <a:cxnLst/>
            <a:rect l="l" t="t" r="r" b="b"/>
            <a:pathLst>
              <a:path w="36689" h="57150">
                <a:moveTo>
                  <a:pt x="0" y="0"/>
                </a:moveTo>
                <a:lnTo>
                  <a:pt x="17639" y="57150"/>
                </a:lnTo>
                <a:lnTo>
                  <a:pt x="3668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Freeform 276"/>
          <p:cNvSpPr/>
          <p:nvPr/>
        </p:nvSpPr>
        <p:spPr>
          <a:xfrm>
            <a:off x="7593385" y="11363325"/>
            <a:ext cx="37750" cy="57150"/>
          </a:xfrm>
          <a:custGeom>
            <a:avLst/>
            <a:gdLst/>
            <a:ahLst/>
            <a:cxnLst/>
            <a:rect l="l" t="t" r="r" b="b"/>
            <a:pathLst>
              <a:path w="37750" h="57150">
                <a:moveTo>
                  <a:pt x="0" y="0"/>
                </a:moveTo>
                <a:lnTo>
                  <a:pt x="18700" y="57150"/>
                </a:lnTo>
                <a:lnTo>
                  <a:pt x="37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Freeform 277"/>
          <p:cNvSpPr/>
          <p:nvPr/>
        </p:nvSpPr>
        <p:spPr>
          <a:xfrm>
            <a:off x="7612085" y="11420475"/>
            <a:ext cx="38065" cy="57150"/>
          </a:xfrm>
          <a:custGeom>
            <a:avLst/>
            <a:gdLst/>
            <a:ahLst/>
            <a:cxnLst/>
            <a:rect l="l" t="t" r="r" b="b"/>
            <a:pathLst>
              <a:path w="38066" h="57150">
                <a:moveTo>
                  <a:pt x="0" y="0"/>
                </a:moveTo>
                <a:lnTo>
                  <a:pt x="19016" y="57150"/>
                </a:lnTo>
                <a:lnTo>
                  <a:pt x="380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Freeform 278"/>
          <p:cNvSpPr/>
          <p:nvPr/>
        </p:nvSpPr>
        <p:spPr>
          <a:xfrm>
            <a:off x="7631101" y="11477625"/>
            <a:ext cx="37623" cy="57150"/>
          </a:xfrm>
          <a:custGeom>
            <a:avLst/>
            <a:gdLst/>
            <a:ahLst/>
            <a:cxnLst/>
            <a:rect l="l" t="t" r="r" b="b"/>
            <a:pathLst>
              <a:path w="37623" h="57150">
                <a:moveTo>
                  <a:pt x="0" y="0"/>
                </a:moveTo>
                <a:lnTo>
                  <a:pt x="18573" y="57150"/>
                </a:lnTo>
                <a:lnTo>
                  <a:pt x="3762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Freeform 279"/>
          <p:cNvSpPr/>
          <p:nvPr/>
        </p:nvSpPr>
        <p:spPr>
          <a:xfrm>
            <a:off x="7649674" y="11534775"/>
            <a:ext cx="36439" cy="57150"/>
          </a:xfrm>
          <a:custGeom>
            <a:avLst/>
            <a:gdLst/>
            <a:ahLst/>
            <a:cxnLst/>
            <a:rect l="l" t="t" r="r" b="b"/>
            <a:pathLst>
              <a:path w="36440" h="57150">
                <a:moveTo>
                  <a:pt x="0" y="0"/>
                </a:moveTo>
                <a:lnTo>
                  <a:pt x="17390" y="57150"/>
                </a:lnTo>
                <a:lnTo>
                  <a:pt x="364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Freeform 280"/>
          <p:cNvSpPr/>
          <p:nvPr/>
        </p:nvSpPr>
        <p:spPr>
          <a:xfrm>
            <a:off x="7667064" y="11591925"/>
            <a:ext cx="34563" cy="57150"/>
          </a:xfrm>
          <a:custGeom>
            <a:avLst/>
            <a:gdLst/>
            <a:ahLst/>
            <a:cxnLst/>
            <a:rect l="l" t="t" r="r" b="b"/>
            <a:pathLst>
              <a:path w="34563" h="57150">
                <a:moveTo>
                  <a:pt x="0" y="0"/>
                </a:moveTo>
                <a:lnTo>
                  <a:pt x="15513" y="57150"/>
                </a:lnTo>
                <a:lnTo>
                  <a:pt x="3456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Freeform 281"/>
          <p:cNvSpPr/>
          <p:nvPr/>
        </p:nvSpPr>
        <p:spPr>
          <a:xfrm>
            <a:off x="7682577" y="11649075"/>
            <a:ext cx="32068" cy="57150"/>
          </a:xfrm>
          <a:custGeom>
            <a:avLst/>
            <a:gdLst/>
            <a:ahLst/>
            <a:cxnLst/>
            <a:rect l="l" t="t" r="r" b="b"/>
            <a:pathLst>
              <a:path w="32069" h="57150">
                <a:moveTo>
                  <a:pt x="0" y="0"/>
                </a:moveTo>
                <a:lnTo>
                  <a:pt x="13019" y="57150"/>
                </a:lnTo>
                <a:lnTo>
                  <a:pt x="3206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Freeform 282"/>
          <p:cNvSpPr/>
          <p:nvPr/>
        </p:nvSpPr>
        <p:spPr>
          <a:xfrm>
            <a:off x="7695596" y="11706225"/>
            <a:ext cx="29055" cy="57150"/>
          </a:xfrm>
          <a:custGeom>
            <a:avLst/>
            <a:gdLst/>
            <a:ahLst/>
            <a:cxnLst/>
            <a:rect l="l" t="t" r="r" b="b"/>
            <a:pathLst>
              <a:path w="29055" h="57150">
                <a:moveTo>
                  <a:pt x="0" y="0"/>
                </a:moveTo>
                <a:lnTo>
                  <a:pt x="10005" y="57150"/>
                </a:lnTo>
                <a:lnTo>
                  <a:pt x="2905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Freeform 283"/>
          <p:cNvSpPr/>
          <p:nvPr/>
        </p:nvSpPr>
        <p:spPr>
          <a:xfrm>
            <a:off x="7705601" y="11763375"/>
            <a:ext cx="25642" cy="57150"/>
          </a:xfrm>
          <a:custGeom>
            <a:avLst/>
            <a:gdLst/>
            <a:ahLst/>
            <a:cxnLst/>
            <a:rect l="l" t="t" r="r" b="b"/>
            <a:pathLst>
              <a:path w="25643" h="57150">
                <a:moveTo>
                  <a:pt x="0" y="0"/>
                </a:moveTo>
                <a:lnTo>
                  <a:pt x="6593" y="57150"/>
                </a:lnTo>
                <a:lnTo>
                  <a:pt x="2564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Freeform 284"/>
          <p:cNvSpPr/>
          <p:nvPr/>
        </p:nvSpPr>
        <p:spPr>
          <a:xfrm>
            <a:off x="7712194" y="11820525"/>
            <a:ext cx="21966" cy="57150"/>
          </a:xfrm>
          <a:custGeom>
            <a:avLst/>
            <a:gdLst/>
            <a:ahLst/>
            <a:cxnLst/>
            <a:rect l="l" t="t" r="r" b="b"/>
            <a:pathLst>
              <a:path w="21967" h="57150">
                <a:moveTo>
                  <a:pt x="0" y="0"/>
                </a:moveTo>
                <a:lnTo>
                  <a:pt x="2917" y="57150"/>
                </a:lnTo>
                <a:lnTo>
                  <a:pt x="2196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Freeform 285"/>
          <p:cNvSpPr/>
          <p:nvPr/>
        </p:nvSpPr>
        <p:spPr>
          <a:xfrm>
            <a:off x="7714236" y="11877675"/>
            <a:ext cx="19924" cy="57150"/>
          </a:xfrm>
          <a:custGeom>
            <a:avLst/>
            <a:gdLst/>
            <a:ahLst/>
            <a:cxnLst/>
            <a:rect l="l" t="t" r="r" b="b"/>
            <a:pathLst>
              <a:path w="19925" h="57150">
                <a:moveTo>
                  <a:pt x="87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92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Freeform 286"/>
          <p:cNvSpPr/>
          <p:nvPr/>
        </p:nvSpPr>
        <p:spPr>
          <a:xfrm>
            <a:off x="7709604" y="11934825"/>
            <a:ext cx="23681" cy="57150"/>
          </a:xfrm>
          <a:custGeom>
            <a:avLst/>
            <a:gdLst/>
            <a:ahLst/>
            <a:cxnLst/>
            <a:rect l="l" t="t" r="r" b="b"/>
            <a:pathLst>
              <a:path w="23682" h="57150">
                <a:moveTo>
                  <a:pt x="46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6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Freeform 287"/>
          <p:cNvSpPr/>
          <p:nvPr/>
        </p:nvSpPr>
        <p:spPr>
          <a:xfrm>
            <a:off x="7701400" y="11991975"/>
            <a:ext cx="27254" cy="57150"/>
          </a:xfrm>
          <a:custGeom>
            <a:avLst/>
            <a:gdLst/>
            <a:ahLst/>
            <a:cxnLst/>
            <a:rect l="l" t="t" r="r" b="b"/>
            <a:pathLst>
              <a:path w="27254" h="57150">
                <a:moveTo>
                  <a:pt x="820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725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Freeform 288"/>
          <p:cNvSpPr/>
          <p:nvPr/>
        </p:nvSpPr>
        <p:spPr>
          <a:xfrm>
            <a:off x="7689951" y="12049125"/>
            <a:ext cx="30499" cy="57150"/>
          </a:xfrm>
          <a:custGeom>
            <a:avLst/>
            <a:gdLst/>
            <a:ahLst/>
            <a:cxnLst/>
            <a:rect l="l" t="t" r="r" b="b"/>
            <a:pathLst>
              <a:path w="30499" h="57150">
                <a:moveTo>
                  <a:pt x="1144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049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Freeform 289"/>
          <p:cNvSpPr/>
          <p:nvPr/>
        </p:nvSpPr>
        <p:spPr>
          <a:xfrm>
            <a:off x="7675713" y="12106275"/>
            <a:ext cx="33287" cy="57150"/>
          </a:xfrm>
          <a:custGeom>
            <a:avLst/>
            <a:gdLst/>
            <a:ahLst/>
            <a:cxnLst/>
            <a:rect l="l" t="t" r="r" b="b"/>
            <a:pathLst>
              <a:path w="33288" h="57150">
                <a:moveTo>
                  <a:pt x="1423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28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Freeform 290"/>
          <p:cNvSpPr/>
          <p:nvPr/>
        </p:nvSpPr>
        <p:spPr>
          <a:xfrm>
            <a:off x="7659254" y="12163425"/>
            <a:ext cx="35509" cy="57150"/>
          </a:xfrm>
          <a:custGeom>
            <a:avLst/>
            <a:gdLst/>
            <a:ahLst/>
            <a:cxnLst/>
            <a:rect l="l" t="t" r="r" b="b"/>
            <a:pathLst>
              <a:path w="35509" h="57150">
                <a:moveTo>
                  <a:pt x="1645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50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Freeform 291"/>
          <p:cNvSpPr/>
          <p:nvPr/>
        </p:nvSpPr>
        <p:spPr>
          <a:xfrm>
            <a:off x="7641230" y="12220575"/>
            <a:ext cx="37074" cy="57150"/>
          </a:xfrm>
          <a:custGeom>
            <a:avLst/>
            <a:gdLst/>
            <a:ahLst/>
            <a:cxnLst/>
            <a:rect l="l" t="t" r="r" b="b"/>
            <a:pathLst>
              <a:path w="37074" h="57150">
                <a:moveTo>
                  <a:pt x="1802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07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Freeform 292"/>
          <p:cNvSpPr/>
          <p:nvPr/>
        </p:nvSpPr>
        <p:spPr>
          <a:xfrm>
            <a:off x="7622359" y="12277725"/>
            <a:ext cx="37920" cy="57150"/>
          </a:xfrm>
          <a:custGeom>
            <a:avLst/>
            <a:gdLst/>
            <a:ahLst/>
            <a:cxnLst/>
            <a:rect l="l" t="t" r="r" b="b"/>
            <a:pathLst>
              <a:path w="37921" h="57150">
                <a:moveTo>
                  <a:pt x="1887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92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Freeform 293"/>
          <p:cNvSpPr/>
          <p:nvPr/>
        </p:nvSpPr>
        <p:spPr>
          <a:xfrm>
            <a:off x="7603395" y="12334875"/>
            <a:ext cx="38014" cy="57150"/>
          </a:xfrm>
          <a:custGeom>
            <a:avLst/>
            <a:gdLst/>
            <a:ahLst/>
            <a:cxnLst/>
            <a:rect l="l" t="t" r="r" b="b"/>
            <a:pathLst>
              <a:path w="38014" h="57150">
                <a:moveTo>
                  <a:pt x="1896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1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Freeform 294"/>
          <p:cNvSpPr/>
          <p:nvPr/>
        </p:nvSpPr>
        <p:spPr>
          <a:xfrm>
            <a:off x="7585092" y="12392025"/>
            <a:ext cx="37352" cy="57150"/>
          </a:xfrm>
          <a:custGeom>
            <a:avLst/>
            <a:gdLst/>
            <a:ahLst/>
            <a:cxnLst/>
            <a:rect l="l" t="t" r="r" b="b"/>
            <a:pathLst>
              <a:path w="37353" h="57150">
                <a:moveTo>
                  <a:pt x="1830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35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Freeform 295"/>
          <p:cNvSpPr/>
          <p:nvPr/>
        </p:nvSpPr>
        <p:spPr>
          <a:xfrm>
            <a:off x="7568181" y="12449175"/>
            <a:ext cx="35960" cy="57150"/>
          </a:xfrm>
          <a:custGeom>
            <a:avLst/>
            <a:gdLst/>
            <a:ahLst/>
            <a:cxnLst/>
            <a:rect l="l" t="t" r="r" b="b"/>
            <a:pathLst>
              <a:path w="35961" h="57150">
                <a:moveTo>
                  <a:pt x="1691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96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Freeform 296"/>
          <p:cNvSpPr/>
          <p:nvPr/>
        </p:nvSpPr>
        <p:spPr>
          <a:xfrm>
            <a:off x="7553336" y="12506325"/>
            <a:ext cx="33895" cy="57150"/>
          </a:xfrm>
          <a:custGeom>
            <a:avLst/>
            <a:gdLst/>
            <a:ahLst/>
            <a:cxnLst/>
            <a:rect l="l" t="t" r="r" b="b"/>
            <a:pathLst>
              <a:path w="33895" h="57150">
                <a:moveTo>
                  <a:pt x="1484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89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Freeform 297"/>
          <p:cNvSpPr/>
          <p:nvPr/>
        </p:nvSpPr>
        <p:spPr>
          <a:xfrm>
            <a:off x="7541149" y="12563475"/>
            <a:ext cx="31237" cy="57150"/>
          </a:xfrm>
          <a:custGeom>
            <a:avLst/>
            <a:gdLst/>
            <a:ahLst/>
            <a:cxnLst/>
            <a:rect l="l" t="t" r="r" b="b"/>
            <a:pathLst>
              <a:path w="31237" h="57150">
                <a:moveTo>
                  <a:pt x="12187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237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Freeform 298"/>
          <p:cNvSpPr/>
          <p:nvPr/>
        </p:nvSpPr>
        <p:spPr>
          <a:xfrm>
            <a:off x="7532105" y="12620625"/>
            <a:ext cx="28093" cy="57150"/>
          </a:xfrm>
          <a:custGeom>
            <a:avLst/>
            <a:gdLst/>
            <a:ahLst/>
            <a:cxnLst/>
            <a:rect l="l" t="t" r="r" b="b"/>
            <a:pathLst>
              <a:path w="28094" h="57150">
                <a:moveTo>
                  <a:pt x="904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09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Freeform 299"/>
          <p:cNvSpPr/>
          <p:nvPr/>
        </p:nvSpPr>
        <p:spPr>
          <a:xfrm>
            <a:off x="7526565" y="12677775"/>
            <a:ext cx="24589" cy="57150"/>
          </a:xfrm>
          <a:custGeom>
            <a:avLst/>
            <a:gdLst/>
            <a:ahLst/>
            <a:cxnLst/>
            <a:rect l="l" t="t" r="r" b="b"/>
            <a:pathLst>
              <a:path w="24590" h="57150">
                <a:moveTo>
                  <a:pt x="554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459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Freeform 300"/>
          <p:cNvSpPr/>
          <p:nvPr/>
        </p:nvSpPr>
        <p:spPr>
          <a:xfrm>
            <a:off x="7524750" y="12734925"/>
            <a:ext cx="20864" cy="57150"/>
          </a:xfrm>
          <a:custGeom>
            <a:avLst/>
            <a:gdLst/>
            <a:ahLst/>
            <a:cxnLst/>
            <a:rect l="l" t="t" r="r" b="b"/>
            <a:pathLst>
              <a:path w="20865" h="57150">
                <a:moveTo>
                  <a:pt x="181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086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Freeform 301"/>
          <p:cNvSpPr/>
          <p:nvPr/>
        </p:nvSpPr>
        <p:spPr>
          <a:xfrm>
            <a:off x="7524750" y="12792075"/>
            <a:ext cx="21032" cy="57150"/>
          </a:xfrm>
          <a:custGeom>
            <a:avLst/>
            <a:gdLst/>
            <a:ahLst/>
            <a:cxnLst/>
            <a:rect l="l" t="t" r="r" b="b"/>
            <a:pathLst>
              <a:path w="21033" h="57150">
                <a:moveTo>
                  <a:pt x="0" y="0"/>
                </a:moveTo>
                <a:lnTo>
                  <a:pt x="1983" y="57150"/>
                </a:lnTo>
                <a:lnTo>
                  <a:pt x="2103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Freeform 302"/>
          <p:cNvSpPr/>
          <p:nvPr/>
        </p:nvSpPr>
        <p:spPr>
          <a:xfrm>
            <a:off x="7526733" y="12849225"/>
            <a:ext cx="24750" cy="57150"/>
          </a:xfrm>
          <a:custGeom>
            <a:avLst/>
            <a:gdLst/>
            <a:ahLst/>
            <a:cxnLst/>
            <a:rect l="l" t="t" r="r" b="b"/>
            <a:pathLst>
              <a:path w="24750" h="57150">
                <a:moveTo>
                  <a:pt x="0" y="0"/>
                </a:moveTo>
                <a:lnTo>
                  <a:pt x="5700" y="57150"/>
                </a:lnTo>
                <a:lnTo>
                  <a:pt x="24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Oval 303"/>
          <p:cNvSpPr/>
          <p:nvPr/>
        </p:nvSpPr>
        <p:spPr>
          <a:xfrm>
            <a:off x="8096250" y="7239000"/>
            <a:ext cx="1524000" cy="1859280"/>
          </a:xfrm>
          <a:prstGeom prst="ellipse">
            <a:avLst/>
          </a:pr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Oval 304"/>
          <p:cNvSpPr/>
          <p:nvPr/>
        </p:nvSpPr>
        <p:spPr>
          <a:xfrm>
            <a:off x="8431530" y="7536484"/>
            <a:ext cx="182880" cy="371856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Freeform 305"/>
          <p:cNvSpPr/>
          <p:nvPr/>
        </p:nvSpPr>
        <p:spPr>
          <a:xfrm>
            <a:off x="8772525" y="9060180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Freeform 306"/>
          <p:cNvSpPr/>
          <p:nvPr/>
        </p:nvSpPr>
        <p:spPr>
          <a:xfrm>
            <a:off x="8858250" y="9193530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Freeform 307"/>
          <p:cNvSpPr/>
          <p:nvPr/>
        </p:nvSpPr>
        <p:spPr>
          <a:xfrm>
            <a:off x="8877173" y="9250680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Freeform 308"/>
          <p:cNvSpPr/>
          <p:nvPr/>
        </p:nvSpPr>
        <p:spPr>
          <a:xfrm>
            <a:off x="8895342" y="9307830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Freeform 309"/>
          <p:cNvSpPr/>
          <p:nvPr/>
        </p:nvSpPr>
        <p:spPr>
          <a:xfrm>
            <a:off x="8912032" y="9364980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Freeform 310"/>
          <p:cNvSpPr/>
          <p:nvPr/>
        </p:nvSpPr>
        <p:spPr>
          <a:xfrm>
            <a:off x="8926578" y="9422130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Freeform 311"/>
          <p:cNvSpPr/>
          <p:nvPr/>
        </p:nvSpPr>
        <p:spPr>
          <a:xfrm>
            <a:off x="8938400" y="9479280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Freeform 312"/>
          <p:cNvSpPr/>
          <p:nvPr/>
        </p:nvSpPr>
        <p:spPr>
          <a:xfrm>
            <a:off x="8947026" y="9536430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Freeform 313"/>
          <p:cNvSpPr/>
          <p:nvPr/>
        </p:nvSpPr>
        <p:spPr>
          <a:xfrm>
            <a:off x="8952114" y="9593580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Freeform 314"/>
          <p:cNvSpPr/>
          <p:nvPr/>
        </p:nvSpPr>
        <p:spPr>
          <a:xfrm>
            <a:off x="8951008" y="9650730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Freeform 315"/>
          <p:cNvSpPr/>
          <p:nvPr/>
        </p:nvSpPr>
        <p:spPr>
          <a:xfrm>
            <a:off x="8944860" y="9707880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Freeform 316"/>
          <p:cNvSpPr/>
          <p:nvPr/>
        </p:nvSpPr>
        <p:spPr>
          <a:xfrm>
            <a:off x="8935259" y="9765030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Freeform 317"/>
          <p:cNvSpPr/>
          <p:nvPr/>
        </p:nvSpPr>
        <p:spPr>
          <a:xfrm>
            <a:off x="8922587" y="9822180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Freeform 318"/>
          <p:cNvSpPr/>
          <p:nvPr/>
        </p:nvSpPr>
        <p:spPr>
          <a:xfrm>
            <a:off x="8907351" y="9879330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Freeform 319"/>
          <p:cNvSpPr/>
          <p:nvPr/>
        </p:nvSpPr>
        <p:spPr>
          <a:xfrm>
            <a:off x="8890157" y="9936480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Freeform 320"/>
          <p:cNvSpPr/>
          <p:nvPr/>
        </p:nvSpPr>
        <p:spPr>
          <a:xfrm>
            <a:off x="8871691" y="9993630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Freeform 321"/>
          <p:cNvSpPr/>
          <p:nvPr/>
        </p:nvSpPr>
        <p:spPr>
          <a:xfrm>
            <a:off x="8852689" y="10050780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Freeform 322"/>
          <p:cNvSpPr/>
          <p:nvPr/>
        </p:nvSpPr>
        <p:spPr>
          <a:xfrm>
            <a:off x="8833909" y="10107930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Freeform 323"/>
          <p:cNvSpPr/>
          <p:nvPr/>
        </p:nvSpPr>
        <p:spPr>
          <a:xfrm>
            <a:off x="8816099" y="10165080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Freeform 324"/>
          <p:cNvSpPr/>
          <p:nvPr/>
        </p:nvSpPr>
        <p:spPr>
          <a:xfrm>
            <a:off x="8799970" y="10222230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Freeform 325"/>
          <p:cNvSpPr/>
          <p:nvPr/>
        </p:nvSpPr>
        <p:spPr>
          <a:xfrm>
            <a:off x="8786164" y="10279380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Freeform 326"/>
          <p:cNvSpPr/>
          <p:nvPr/>
        </p:nvSpPr>
        <p:spPr>
          <a:xfrm>
            <a:off x="8775232" y="10336530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Freeform 327"/>
          <p:cNvSpPr/>
          <p:nvPr/>
        </p:nvSpPr>
        <p:spPr>
          <a:xfrm>
            <a:off x="8767609" y="10393680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Freeform 328"/>
          <p:cNvSpPr/>
          <p:nvPr/>
        </p:nvSpPr>
        <p:spPr>
          <a:xfrm>
            <a:off x="8763600" y="10450830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Freeform 329"/>
          <p:cNvSpPr/>
          <p:nvPr/>
        </p:nvSpPr>
        <p:spPr>
          <a:xfrm>
            <a:off x="8763365" y="10507980"/>
            <a:ext cx="19285" cy="57150"/>
          </a:xfrm>
          <a:custGeom>
            <a:avLst/>
            <a:gdLst/>
            <a:ahLst/>
            <a:cxnLst/>
            <a:rect l="l" t="t" r="r" b="b"/>
            <a:pathLst>
              <a:path w="19285" h="57150">
                <a:moveTo>
                  <a:pt x="23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28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Freeform 330"/>
          <p:cNvSpPr/>
          <p:nvPr/>
        </p:nvSpPr>
        <p:spPr>
          <a:xfrm>
            <a:off x="8763365" y="10565130"/>
            <a:ext cx="22597" cy="57150"/>
          </a:xfrm>
          <a:custGeom>
            <a:avLst/>
            <a:gdLst/>
            <a:ahLst/>
            <a:cxnLst/>
            <a:rect l="l" t="t" r="r" b="b"/>
            <a:pathLst>
              <a:path w="22597" h="57150">
                <a:moveTo>
                  <a:pt x="0" y="0"/>
                </a:moveTo>
                <a:lnTo>
                  <a:pt x="3547" y="57150"/>
                </a:lnTo>
                <a:lnTo>
                  <a:pt x="2259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Freeform 331"/>
          <p:cNvSpPr/>
          <p:nvPr/>
        </p:nvSpPr>
        <p:spPr>
          <a:xfrm>
            <a:off x="8766912" y="10622280"/>
            <a:ext cx="26238" cy="57150"/>
          </a:xfrm>
          <a:custGeom>
            <a:avLst/>
            <a:gdLst/>
            <a:ahLst/>
            <a:cxnLst/>
            <a:rect l="l" t="t" r="r" b="b"/>
            <a:pathLst>
              <a:path w="26238" h="57150">
                <a:moveTo>
                  <a:pt x="0" y="0"/>
                </a:moveTo>
                <a:lnTo>
                  <a:pt x="7188" y="57150"/>
                </a:lnTo>
                <a:lnTo>
                  <a:pt x="262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Freeform 332"/>
          <p:cNvSpPr/>
          <p:nvPr/>
        </p:nvSpPr>
        <p:spPr>
          <a:xfrm>
            <a:off x="8774100" y="10679430"/>
            <a:ext cx="29593" cy="57150"/>
          </a:xfrm>
          <a:custGeom>
            <a:avLst/>
            <a:gdLst/>
            <a:ahLst/>
            <a:cxnLst/>
            <a:rect l="l" t="t" r="r" b="b"/>
            <a:pathLst>
              <a:path w="29594" h="57150">
                <a:moveTo>
                  <a:pt x="0" y="0"/>
                </a:moveTo>
                <a:lnTo>
                  <a:pt x="10544" y="57150"/>
                </a:lnTo>
                <a:lnTo>
                  <a:pt x="29594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Freeform 333"/>
          <p:cNvSpPr/>
          <p:nvPr/>
        </p:nvSpPr>
        <p:spPr>
          <a:xfrm>
            <a:off x="8784644" y="10736580"/>
            <a:ext cx="32527" cy="57150"/>
          </a:xfrm>
          <a:custGeom>
            <a:avLst/>
            <a:gdLst/>
            <a:ahLst/>
            <a:cxnLst/>
            <a:rect l="l" t="t" r="r" b="b"/>
            <a:pathLst>
              <a:path w="32527" h="57150">
                <a:moveTo>
                  <a:pt x="0" y="0"/>
                </a:moveTo>
                <a:lnTo>
                  <a:pt x="13477" y="57150"/>
                </a:lnTo>
                <a:lnTo>
                  <a:pt x="3252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Freeform 334"/>
          <p:cNvSpPr/>
          <p:nvPr/>
        </p:nvSpPr>
        <p:spPr>
          <a:xfrm>
            <a:off x="8798121" y="10793730"/>
            <a:ext cx="34924" cy="57150"/>
          </a:xfrm>
          <a:custGeom>
            <a:avLst/>
            <a:gdLst/>
            <a:ahLst/>
            <a:cxnLst/>
            <a:rect l="l" t="t" r="r" b="b"/>
            <a:pathLst>
              <a:path w="34925" h="57150">
                <a:moveTo>
                  <a:pt x="0" y="0"/>
                </a:moveTo>
                <a:lnTo>
                  <a:pt x="15875" y="57150"/>
                </a:lnTo>
                <a:lnTo>
                  <a:pt x="349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Freeform 335"/>
          <p:cNvSpPr/>
          <p:nvPr/>
        </p:nvSpPr>
        <p:spPr>
          <a:xfrm>
            <a:off x="8813996" y="10850880"/>
            <a:ext cx="36689" cy="57150"/>
          </a:xfrm>
          <a:custGeom>
            <a:avLst/>
            <a:gdLst/>
            <a:ahLst/>
            <a:cxnLst/>
            <a:rect l="l" t="t" r="r" b="b"/>
            <a:pathLst>
              <a:path w="36689" h="57150">
                <a:moveTo>
                  <a:pt x="0" y="0"/>
                </a:moveTo>
                <a:lnTo>
                  <a:pt x="17639" y="57150"/>
                </a:lnTo>
                <a:lnTo>
                  <a:pt x="3668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Freeform 336"/>
          <p:cNvSpPr/>
          <p:nvPr/>
        </p:nvSpPr>
        <p:spPr>
          <a:xfrm>
            <a:off x="8831635" y="10908030"/>
            <a:ext cx="37750" cy="57150"/>
          </a:xfrm>
          <a:custGeom>
            <a:avLst/>
            <a:gdLst/>
            <a:ahLst/>
            <a:cxnLst/>
            <a:rect l="l" t="t" r="r" b="b"/>
            <a:pathLst>
              <a:path w="37750" h="57150">
                <a:moveTo>
                  <a:pt x="0" y="0"/>
                </a:moveTo>
                <a:lnTo>
                  <a:pt x="18700" y="57150"/>
                </a:lnTo>
                <a:lnTo>
                  <a:pt x="37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Freeform 337"/>
          <p:cNvSpPr/>
          <p:nvPr/>
        </p:nvSpPr>
        <p:spPr>
          <a:xfrm>
            <a:off x="8850335" y="10965180"/>
            <a:ext cx="38065" cy="57150"/>
          </a:xfrm>
          <a:custGeom>
            <a:avLst/>
            <a:gdLst/>
            <a:ahLst/>
            <a:cxnLst/>
            <a:rect l="l" t="t" r="r" b="b"/>
            <a:pathLst>
              <a:path w="38066" h="57150">
                <a:moveTo>
                  <a:pt x="0" y="0"/>
                </a:moveTo>
                <a:lnTo>
                  <a:pt x="19016" y="57150"/>
                </a:lnTo>
                <a:lnTo>
                  <a:pt x="380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Freeform 338"/>
          <p:cNvSpPr/>
          <p:nvPr/>
        </p:nvSpPr>
        <p:spPr>
          <a:xfrm>
            <a:off x="8869351" y="11022330"/>
            <a:ext cx="37623" cy="57150"/>
          </a:xfrm>
          <a:custGeom>
            <a:avLst/>
            <a:gdLst/>
            <a:ahLst/>
            <a:cxnLst/>
            <a:rect l="l" t="t" r="r" b="b"/>
            <a:pathLst>
              <a:path w="37623" h="57150">
                <a:moveTo>
                  <a:pt x="0" y="0"/>
                </a:moveTo>
                <a:lnTo>
                  <a:pt x="18573" y="57150"/>
                </a:lnTo>
                <a:lnTo>
                  <a:pt x="3762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Freeform 339"/>
          <p:cNvSpPr/>
          <p:nvPr/>
        </p:nvSpPr>
        <p:spPr>
          <a:xfrm>
            <a:off x="8887924" y="11079480"/>
            <a:ext cx="36439" cy="57150"/>
          </a:xfrm>
          <a:custGeom>
            <a:avLst/>
            <a:gdLst/>
            <a:ahLst/>
            <a:cxnLst/>
            <a:rect l="l" t="t" r="r" b="b"/>
            <a:pathLst>
              <a:path w="36440" h="57150">
                <a:moveTo>
                  <a:pt x="0" y="0"/>
                </a:moveTo>
                <a:lnTo>
                  <a:pt x="17390" y="57150"/>
                </a:lnTo>
                <a:lnTo>
                  <a:pt x="364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Freeform 340"/>
          <p:cNvSpPr/>
          <p:nvPr/>
        </p:nvSpPr>
        <p:spPr>
          <a:xfrm>
            <a:off x="8905314" y="11136630"/>
            <a:ext cx="34563" cy="57150"/>
          </a:xfrm>
          <a:custGeom>
            <a:avLst/>
            <a:gdLst/>
            <a:ahLst/>
            <a:cxnLst/>
            <a:rect l="l" t="t" r="r" b="b"/>
            <a:pathLst>
              <a:path w="34563" h="57150">
                <a:moveTo>
                  <a:pt x="0" y="0"/>
                </a:moveTo>
                <a:lnTo>
                  <a:pt x="15513" y="57150"/>
                </a:lnTo>
                <a:lnTo>
                  <a:pt x="3456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Freeform 341"/>
          <p:cNvSpPr/>
          <p:nvPr/>
        </p:nvSpPr>
        <p:spPr>
          <a:xfrm>
            <a:off x="8920827" y="11193780"/>
            <a:ext cx="32068" cy="57150"/>
          </a:xfrm>
          <a:custGeom>
            <a:avLst/>
            <a:gdLst/>
            <a:ahLst/>
            <a:cxnLst/>
            <a:rect l="l" t="t" r="r" b="b"/>
            <a:pathLst>
              <a:path w="32069" h="57150">
                <a:moveTo>
                  <a:pt x="0" y="0"/>
                </a:moveTo>
                <a:lnTo>
                  <a:pt x="13019" y="57150"/>
                </a:lnTo>
                <a:lnTo>
                  <a:pt x="3206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Freeform 342"/>
          <p:cNvSpPr/>
          <p:nvPr/>
        </p:nvSpPr>
        <p:spPr>
          <a:xfrm>
            <a:off x="8933846" y="11250930"/>
            <a:ext cx="29055" cy="57150"/>
          </a:xfrm>
          <a:custGeom>
            <a:avLst/>
            <a:gdLst/>
            <a:ahLst/>
            <a:cxnLst/>
            <a:rect l="l" t="t" r="r" b="b"/>
            <a:pathLst>
              <a:path w="29055" h="57150">
                <a:moveTo>
                  <a:pt x="0" y="0"/>
                </a:moveTo>
                <a:lnTo>
                  <a:pt x="10005" y="57150"/>
                </a:lnTo>
                <a:lnTo>
                  <a:pt x="2905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Freeform 343"/>
          <p:cNvSpPr/>
          <p:nvPr/>
        </p:nvSpPr>
        <p:spPr>
          <a:xfrm>
            <a:off x="8943851" y="11308080"/>
            <a:ext cx="25642" cy="57150"/>
          </a:xfrm>
          <a:custGeom>
            <a:avLst/>
            <a:gdLst/>
            <a:ahLst/>
            <a:cxnLst/>
            <a:rect l="l" t="t" r="r" b="b"/>
            <a:pathLst>
              <a:path w="25643" h="57150">
                <a:moveTo>
                  <a:pt x="0" y="0"/>
                </a:moveTo>
                <a:lnTo>
                  <a:pt x="6593" y="57150"/>
                </a:lnTo>
                <a:lnTo>
                  <a:pt x="2564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Freeform 344"/>
          <p:cNvSpPr/>
          <p:nvPr/>
        </p:nvSpPr>
        <p:spPr>
          <a:xfrm>
            <a:off x="8950444" y="11365230"/>
            <a:ext cx="21966" cy="57150"/>
          </a:xfrm>
          <a:custGeom>
            <a:avLst/>
            <a:gdLst/>
            <a:ahLst/>
            <a:cxnLst/>
            <a:rect l="l" t="t" r="r" b="b"/>
            <a:pathLst>
              <a:path w="21967" h="57150">
                <a:moveTo>
                  <a:pt x="0" y="0"/>
                </a:moveTo>
                <a:lnTo>
                  <a:pt x="2917" y="57150"/>
                </a:lnTo>
                <a:lnTo>
                  <a:pt x="2196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Freeform 345"/>
          <p:cNvSpPr/>
          <p:nvPr/>
        </p:nvSpPr>
        <p:spPr>
          <a:xfrm>
            <a:off x="8952486" y="11422380"/>
            <a:ext cx="19924" cy="57150"/>
          </a:xfrm>
          <a:custGeom>
            <a:avLst/>
            <a:gdLst/>
            <a:ahLst/>
            <a:cxnLst/>
            <a:rect l="l" t="t" r="r" b="b"/>
            <a:pathLst>
              <a:path w="19925" h="57150">
                <a:moveTo>
                  <a:pt x="87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92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Freeform 346"/>
          <p:cNvSpPr/>
          <p:nvPr/>
        </p:nvSpPr>
        <p:spPr>
          <a:xfrm>
            <a:off x="8947854" y="11479530"/>
            <a:ext cx="23681" cy="57150"/>
          </a:xfrm>
          <a:custGeom>
            <a:avLst/>
            <a:gdLst/>
            <a:ahLst/>
            <a:cxnLst/>
            <a:rect l="l" t="t" r="r" b="b"/>
            <a:pathLst>
              <a:path w="23682" h="57150">
                <a:moveTo>
                  <a:pt x="46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6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Freeform 347"/>
          <p:cNvSpPr/>
          <p:nvPr/>
        </p:nvSpPr>
        <p:spPr>
          <a:xfrm>
            <a:off x="8939650" y="11536680"/>
            <a:ext cx="27254" cy="57150"/>
          </a:xfrm>
          <a:custGeom>
            <a:avLst/>
            <a:gdLst/>
            <a:ahLst/>
            <a:cxnLst/>
            <a:rect l="l" t="t" r="r" b="b"/>
            <a:pathLst>
              <a:path w="27254" h="57150">
                <a:moveTo>
                  <a:pt x="820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725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Freeform 348"/>
          <p:cNvSpPr/>
          <p:nvPr/>
        </p:nvSpPr>
        <p:spPr>
          <a:xfrm>
            <a:off x="8928201" y="11593830"/>
            <a:ext cx="30499" cy="57150"/>
          </a:xfrm>
          <a:custGeom>
            <a:avLst/>
            <a:gdLst/>
            <a:ahLst/>
            <a:cxnLst/>
            <a:rect l="l" t="t" r="r" b="b"/>
            <a:pathLst>
              <a:path w="30499" h="57150">
                <a:moveTo>
                  <a:pt x="1144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049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Freeform 349"/>
          <p:cNvSpPr/>
          <p:nvPr/>
        </p:nvSpPr>
        <p:spPr>
          <a:xfrm>
            <a:off x="8913963" y="11650980"/>
            <a:ext cx="33287" cy="57150"/>
          </a:xfrm>
          <a:custGeom>
            <a:avLst/>
            <a:gdLst/>
            <a:ahLst/>
            <a:cxnLst/>
            <a:rect l="l" t="t" r="r" b="b"/>
            <a:pathLst>
              <a:path w="33288" h="57150">
                <a:moveTo>
                  <a:pt x="1423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28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Freeform 350"/>
          <p:cNvSpPr/>
          <p:nvPr/>
        </p:nvSpPr>
        <p:spPr>
          <a:xfrm>
            <a:off x="8897504" y="11708130"/>
            <a:ext cx="35509" cy="57150"/>
          </a:xfrm>
          <a:custGeom>
            <a:avLst/>
            <a:gdLst/>
            <a:ahLst/>
            <a:cxnLst/>
            <a:rect l="l" t="t" r="r" b="b"/>
            <a:pathLst>
              <a:path w="35509" h="57150">
                <a:moveTo>
                  <a:pt x="1645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50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Freeform 351"/>
          <p:cNvSpPr/>
          <p:nvPr/>
        </p:nvSpPr>
        <p:spPr>
          <a:xfrm>
            <a:off x="8879480" y="11765280"/>
            <a:ext cx="37074" cy="57150"/>
          </a:xfrm>
          <a:custGeom>
            <a:avLst/>
            <a:gdLst/>
            <a:ahLst/>
            <a:cxnLst/>
            <a:rect l="l" t="t" r="r" b="b"/>
            <a:pathLst>
              <a:path w="37074" h="57150">
                <a:moveTo>
                  <a:pt x="1802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07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Freeform 352"/>
          <p:cNvSpPr/>
          <p:nvPr/>
        </p:nvSpPr>
        <p:spPr>
          <a:xfrm>
            <a:off x="8860609" y="11822430"/>
            <a:ext cx="37920" cy="57150"/>
          </a:xfrm>
          <a:custGeom>
            <a:avLst/>
            <a:gdLst/>
            <a:ahLst/>
            <a:cxnLst/>
            <a:rect l="l" t="t" r="r" b="b"/>
            <a:pathLst>
              <a:path w="37921" h="57150">
                <a:moveTo>
                  <a:pt x="1887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92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Freeform 353"/>
          <p:cNvSpPr/>
          <p:nvPr/>
        </p:nvSpPr>
        <p:spPr>
          <a:xfrm>
            <a:off x="8841645" y="11879580"/>
            <a:ext cx="38014" cy="57150"/>
          </a:xfrm>
          <a:custGeom>
            <a:avLst/>
            <a:gdLst/>
            <a:ahLst/>
            <a:cxnLst/>
            <a:rect l="l" t="t" r="r" b="b"/>
            <a:pathLst>
              <a:path w="38014" h="57150">
                <a:moveTo>
                  <a:pt x="1896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1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Freeform 354"/>
          <p:cNvSpPr/>
          <p:nvPr/>
        </p:nvSpPr>
        <p:spPr>
          <a:xfrm>
            <a:off x="8823342" y="11936730"/>
            <a:ext cx="37352" cy="57150"/>
          </a:xfrm>
          <a:custGeom>
            <a:avLst/>
            <a:gdLst/>
            <a:ahLst/>
            <a:cxnLst/>
            <a:rect l="l" t="t" r="r" b="b"/>
            <a:pathLst>
              <a:path w="37353" h="57150">
                <a:moveTo>
                  <a:pt x="1830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35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Freeform 355"/>
          <p:cNvSpPr/>
          <p:nvPr/>
        </p:nvSpPr>
        <p:spPr>
          <a:xfrm>
            <a:off x="8806431" y="11993880"/>
            <a:ext cx="35960" cy="57150"/>
          </a:xfrm>
          <a:custGeom>
            <a:avLst/>
            <a:gdLst/>
            <a:ahLst/>
            <a:cxnLst/>
            <a:rect l="l" t="t" r="r" b="b"/>
            <a:pathLst>
              <a:path w="35961" h="57150">
                <a:moveTo>
                  <a:pt x="1691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96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Freeform 356"/>
          <p:cNvSpPr/>
          <p:nvPr/>
        </p:nvSpPr>
        <p:spPr>
          <a:xfrm>
            <a:off x="8791586" y="12051030"/>
            <a:ext cx="33895" cy="57150"/>
          </a:xfrm>
          <a:custGeom>
            <a:avLst/>
            <a:gdLst/>
            <a:ahLst/>
            <a:cxnLst/>
            <a:rect l="l" t="t" r="r" b="b"/>
            <a:pathLst>
              <a:path w="33895" h="57150">
                <a:moveTo>
                  <a:pt x="1484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89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Freeform 357"/>
          <p:cNvSpPr/>
          <p:nvPr/>
        </p:nvSpPr>
        <p:spPr>
          <a:xfrm>
            <a:off x="8779399" y="12108180"/>
            <a:ext cx="31237" cy="57150"/>
          </a:xfrm>
          <a:custGeom>
            <a:avLst/>
            <a:gdLst/>
            <a:ahLst/>
            <a:cxnLst/>
            <a:rect l="l" t="t" r="r" b="b"/>
            <a:pathLst>
              <a:path w="31237" h="57150">
                <a:moveTo>
                  <a:pt x="12187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237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Freeform 358"/>
          <p:cNvSpPr/>
          <p:nvPr/>
        </p:nvSpPr>
        <p:spPr>
          <a:xfrm>
            <a:off x="8770355" y="12165330"/>
            <a:ext cx="28093" cy="57150"/>
          </a:xfrm>
          <a:custGeom>
            <a:avLst/>
            <a:gdLst/>
            <a:ahLst/>
            <a:cxnLst/>
            <a:rect l="l" t="t" r="r" b="b"/>
            <a:pathLst>
              <a:path w="28094" h="57150">
                <a:moveTo>
                  <a:pt x="904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09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Freeform 359"/>
          <p:cNvSpPr/>
          <p:nvPr/>
        </p:nvSpPr>
        <p:spPr>
          <a:xfrm>
            <a:off x="8764815" y="12222480"/>
            <a:ext cx="24589" cy="57150"/>
          </a:xfrm>
          <a:custGeom>
            <a:avLst/>
            <a:gdLst/>
            <a:ahLst/>
            <a:cxnLst/>
            <a:rect l="l" t="t" r="r" b="b"/>
            <a:pathLst>
              <a:path w="24590" h="57150">
                <a:moveTo>
                  <a:pt x="554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459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Freeform 360"/>
          <p:cNvSpPr/>
          <p:nvPr/>
        </p:nvSpPr>
        <p:spPr>
          <a:xfrm>
            <a:off x="8763000" y="12279630"/>
            <a:ext cx="20864" cy="57150"/>
          </a:xfrm>
          <a:custGeom>
            <a:avLst/>
            <a:gdLst/>
            <a:ahLst/>
            <a:cxnLst/>
            <a:rect l="l" t="t" r="r" b="b"/>
            <a:pathLst>
              <a:path w="20865" h="57150">
                <a:moveTo>
                  <a:pt x="181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086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Freeform 361"/>
          <p:cNvSpPr/>
          <p:nvPr/>
        </p:nvSpPr>
        <p:spPr>
          <a:xfrm>
            <a:off x="8763000" y="12336780"/>
            <a:ext cx="21032" cy="57150"/>
          </a:xfrm>
          <a:custGeom>
            <a:avLst/>
            <a:gdLst/>
            <a:ahLst/>
            <a:cxnLst/>
            <a:rect l="l" t="t" r="r" b="b"/>
            <a:pathLst>
              <a:path w="21033" h="57150">
                <a:moveTo>
                  <a:pt x="0" y="0"/>
                </a:moveTo>
                <a:lnTo>
                  <a:pt x="1983" y="57150"/>
                </a:lnTo>
                <a:lnTo>
                  <a:pt x="2103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Freeform 362"/>
          <p:cNvSpPr/>
          <p:nvPr/>
        </p:nvSpPr>
        <p:spPr>
          <a:xfrm>
            <a:off x="8764983" y="12393930"/>
            <a:ext cx="24750" cy="57150"/>
          </a:xfrm>
          <a:custGeom>
            <a:avLst/>
            <a:gdLst/>
            <a:ahLst/>
            <a:cxnLst/>
            <a:rect l="l" t="t" r="r" b="b"/>
            <a:pathLst>
              <a:path w="24750" h="57150">
                <a:moveTo>
                  <a:pt x="0" y="0"/>
                </a:moveTo>
                <a:lnTo>
                  <a:pt x="5700" y="57150"/>
                </a:lnTo>
                <a:lnTo>
                  <a:pt x="24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Freeform 363"/>
          <p:cNvSpPr/>
          <p:nvPr/>
        </p:nvSpPr>
        <p:spPr>
          <a:xfrm>
            <a:off x="8770683" y="12451080"/>
            <a:ext cx="28241" cy="57150"/>
          </a:xfrm>
          <a:custGeom>
            <a:avLst/>
            <a:gdLst/>
            <a:ahLst/>
            <a:cxnLst/>
            <a:rect l="l" t="t" r="r" b="b"/>
            <a:pathLst>
              <a:path w="28242" h="57150">
                <a:moveTo>
                  <a:pt x="0" y="0"/>
                </a:moveTo>
                <a:lnTo>
                  <a:pt x="9192" y="57150"/>
                </a:lnTo>
                <a:lnTo>
                  <a:pt x="2824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Freeform 364"/>
          <p:cNvSpPr/>
          <p:nvPr/>
        </p:nvSpPr>
        <p:spPr>
          <a:xfrm>
            <a:off x="8779875" y="12508230"/>
            <a:ext cx="31366" cy="57150"/>
          </a:xfrm>
          <a:custGeom>
            <a:avLst/>
            <a:gdLst/>
            <a:ahLst/>
            <a:cxnLst/>
            <a:rect l="l" t="t" r="r" b="b"/>
            <a:pathLst>
              <a:path w="31366" h="57150">
                <a:moveTo>
                  <a:pt x="0" y="0"/>
                </a:moveTo>
                <a:lnTo>
                  <a:pt x="12316" y="57150"/>
                </a:lnTo>
                <a:lnTo>
                  <a:pt x="313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Freeform 365"/>
          <p:cNvSpPr/>
          <p:nvPr/>
        </p:nvSpPr>
        <p:spPr>
          <a:xfrm>
            <a:off x="8792191" y="12565380"/>
            <a:ext cx="33999" cy="57150"/>
          </a:xfrm>
          <a:custGeom>
            <a:avLst/>
            <a:gdLst/>
            <a:ahLst/>
            <a:cxnLst/>
            <a:rect l="l" t="t" r="r" b="b"/>
            <a:pathLst>
              <a:path w="34000" h="57150">
                <a:moveTo>
                  <a:pt x="0" y="0"/>
                </a:moveTo>
                <a:lnTo>
                  <a:pt x="14950" y="57150"/>
                </a:lnTo>
                <a:lnTo>
                  <a:pt x="3400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Freeform 366"/>
          <p:cNvSpPr/>
          <p:nvPr/>
        </p:nvSpPr>
        <p:spPr>
          <a:xfrm>
            <a:off x="8807141" y="12622530"/>
            <a:ext cx="36037" cy="57150"/>
          </a:xfrm>
          <a:custGeom>
            <a:avLst/>
            <a:gdLst/>
            <a:ahLst/>
            <a:cxnLst/>
            <a:rect l="l" t="t" r="r" b="b"/>
            <a:pathLst>
              <a:path w="36037" h="57150">
                <a:moveTo>
                  <a:pt x="0" y="0"/>
                </a:moveTo>
                <a:lnTo>
                  <a:pt x="16987" y="57150"/>
                </a:lnTo>
                <a:lnTo>
                  <a:pt x="3603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Freeform 367"/>
          <p:cNvSpPr/>
          <p:nvPr/>
        </p:nvSpPr>
        <p:spPr>
          <a:xfrm>
            <a:off x="8824128" y="12679680"/>
            <a:ext cx="37397" cy="57150"/>
          </a:xfrm>
          <a:custGeom>
            <a:avLst/>
            <a:gdLst/>
            <a:ahLst/>
            <a:cxnLst/>
            <a:rect l="l" t="t" r="r" b="b"/>
            <a:pathLst>
              <a:path w="37398" h="57150">
                <a:moveTo>
                  <a:pt x="0" y="0"/>
                </a:moveTo>
                <a:lnTo>
                  <a:pt x="18348" y="57150"/>
                </a:lnTo>
                <a:lnTo>
                  <a:pt x="3739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Freeform 368"/>
          <p:cNvSpPr/>
          <p:nvPr/>
        </p:nvSpPr>
        <p:spPr>
          <a:xfrm>
            <a:off x="8842476" y="12736830"/>
            <a:ext cx="38026" cy="57150"/>
          </a:xfrm>
          <a:custGeom>
            <a:avLst/>
            <a:gdLst/>
            <a:ahLst/>
            <a:cxnLst/>
            <a:rect l="l" t="t" r="r" b="b"/>
            <a:pathLst>
              <a:path w="38026" h="57150">
                <a:moveTo>
                  <a:pt x="0" y="0"/>
                </a:moveTo>
                <a:lnTo>
                  <a:pt x="18976" y="57150"/>
                </a:lnTo>
                <a:lnTo>
                  <a:pt x="3802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Freeform 369"/>
          <p:cNvSpPr/>
          <p:nvPr/>
        </p:nvSpPr>
        <p:spPr>
          <a:xfrm>
            <a:off x="8861452" y="12793980"/>
            <a:ext cx="37898" cy="57150"/>
          </a:xfrm>
          <a:custGeom>
            <a:avLst/>
            <a:gdLst/>
            <a:ahLst/>
            <a:cxnLst/>
            <a:rect l="l" t="t" r="r" b="b"/>
            <a:pathLst>
              <a:path w="37899" h="57150">
                <a:moveTo>
                  <a:pt x="0" y="0"/>
                </a:moveTo>
                <a:lnTo>
                  <a:pt x="18849" y="57150"/>
                </a:lnTo>
                <a:lnTo>
                  <a:pt x="3789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Freeform 370"/>
          <p:cNvSpPr/>
          <p:nvPr/>
        </p:nvSpPr>
        <p:spPr>
          <a:xfrm>
            <a:off x="8880301" y="12851130"/>
            <a:ext cx="37019" cy="57150"/>
          </a:xfrm>
          <a:custGeom>
            <a:avLst/>
            <a:gdLst/>
            <a:ahLst/>
            <a:cxnLst/>
            <a:rect l="l" t="t" r="r" b="b"/>
            <a:pathLst>
              <a:path w="37019" h="57150">
                <a:moveTo>
                  <a:pt x="0" y="0"/>
                </a:moveTo>
                <a:lnTo>
                  <a:pt x="17969" y="57150"/>
                </a:lnTo>
                <a:lnTo>
                  <a:pt x="370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Oval 371"/>
          <p:cNvSpPr/>
          <p:nvPr/>
        </p:nvSpPr>
        <p:spPr>
          <a:xfrm>
            <a:off x="7620000" y="8858250"/>
            <a:ext cx="1333500" cy="1626869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Oval 372"/>
          <p:cNvSpPr/>
          <p:nvPr/>
        </p:nvSpPr>
        <p:spPr>
          <a:xfrm>
            <a:off x="7913370" y="9118549"/>
            <a:ext cx="160020" cy="325373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Freeform 373"/>
          <p:cNvSpPr/>
          <p:nvPr/>
        </p:nvSpPr>
        <p:spPr>
          <a:xfrm>
            <a:off x="8201025" y="10447020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Freeform 374"/>
          <p:cNvSpPr/>
          <p:nvPr/>
        </p:nvSpPr>
        <p:spPr>
          <a:xfrm>
            <a:off x="8286750" y="10580370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Freeform 375"/>
          <p:cNvSpPr/>
          <p:nvPr/>
        </p:nvSpPr>
        <p:spPr>
          <a:xfrm>
            <a:off x="8305673" y="10637520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Freeform 376"/>
          <p:cNvSpPr/>
          <p:nvPr/>
        </p:nvSpPr>
        <p:spPr>
          <a:xfrm>
            <a:off x="8323842" y="10694670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Freeform 377"/>
          <p:cNvSpPr/>
          <p:nvPr/>
        </p:nvSpPr>
        <p:spPr>
          <a:xfrm>
            <a:off x="8340532" y="10751820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Freeform 378"/>
          <p:cNvSpPr/>
          <p:nvPr/>
        </p:nvSpPr>
        <p:spPr>
          <a:xfrm>
            <a:off x="8355078" y="10808970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Freeform 379"/>
          <p:cNvSpPr/>
          <p:nvPr/>
        </p:nvSpPr>
        <p:spPr>
          <a:xfrm>
            <a:off x="8366900" y="10866120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Freeform 380"/>
          <p:cNvSpPr/>
          <p:nvPr/>
        </p:nvSpPr>
        <p:spPr>
          <a:xfrm>
            <a:off x="8375526" y="10923270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Freeform 381"/>
          <p:cNvSpPr/>
          <p:nvPr/>
        </p:nvSpPr>
        <p:spPr>
          <a:xfrm>
            <a:off x="8380614" y="10980420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Freeform 382"/>
          <p:cNvSpPr/>
          <p:nvPr/>
        </p:nvSpPr>
        <p:spPr>
          <a:xfrm>
            <a:off x="8379508" y="11037570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Freeform 383"/>
          <p:cNvSpPr/>
          <p:nvPr/>
        </p:nvSpPr>
        <p:spPr>
          <a:xfrm>
            <a:off x="8373360" y="11094720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Freeform 384"/>
          <p:cNvSpPr/>
          <p:nvPr/>
        </p:nvSpPr>
        <p:spPr>
          <a:xfrm>
            <a:off x="8363759" y="11151870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Freeform 385"/>
          <p:cNvSpPr/>
          <p:nvPr/>
        </p:nvSpPr>
        <p:spPr>
          <a:xfrm>
            <a:off x="8351087" y="11209020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Freeform 386"/>
          <p:cNvSpPr/>
          <p:nvPr/>
        </p:nvSpPr>
        <p:spPr>
          <a:xfrm>
            <a:off x="8335851" y="11266170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Freeform 387"/>
          <p:cNvSpPr/>
          <p:nvPr/>
        </p:nvSpPr>
        <p:spPr>
          <a:xfrm>
            <a:off x="8318657" y="11323320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Freeform 388"/>
          <p:cNvSpPr/>
          <p:nvPr/>
        </p:nvSpPr>
        <p:spPr>
          <a:xfrm>
            <a:off x="8300191" y="11380470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Freeform 389"/>
          <p:cNvSpPr/>
          <p:nvPr/>
        </p:nvSpPr>
        <p:spPr>
          <a:xfrm>
            <a:off x="8281189" y="11437620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Freeform 390"/>
          <p:cNvSpPr/>
          <p:nvPr/>
        </p:nvSpPr>
        <p:spPr>
          <a:xfrm>
            <a:off x="8262409" y="11494770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Freeform 391"/>
          <p:cNvSpPr/>
          <p:nvPr/>
        </p:nvSpPr>
        <p:spPr>
          <a:xfrm>
            <a:off x="8244599" y="11551920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Freeform 392"/>
          <p:cNvSpPr/>
          <p:nvPr/>
        </p:nvSpPr>
        <p:spPr>
          <a:xfrm>
            <a:off x="8228470" y="11609070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Freeform 393"/>
          <p:cNvSpPr/>
          <p:nvPr/>
        </p:nvSpPr>
        <p:spPr>
          <a:xfrm>
            <a:off x="8214664" y="11666220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Freeform 394"/>
          <p:cNvSpPr/>
          <p:nvPr/>
        </p:nvSpPr>
        <p:spPr>
          <a:xfrm>
            <a:off x="8203732" y="11723370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Freeform 395"/>
          <p:cNvSpPr/>
          <p:nvPr/>
        </p:nvSpPr>
        <p:spPr>
          <a:xfrm>
            <a:off x="8196109" y="11780520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Freeform 396"/>
          <p:cNvSpPr/>
          <p:nvPr/>
        </p:nvSpPr>
        <p:spPr>
          <a:xfrm>
            <a:off x="8192100" y="11837670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Freeform 397"/>
          <p:cNvSpPr/>
          <p:nvPr/>
        </p:nvSpPr>
        <p:spPr>
          <a:xfrm>
            <a:off x="8191865" y="11894820"/>
            <a:ext cx="19285" cy="57150"/>
          </a:xfrm>
          <a:custGeom>
            <a:avLst/>
            <a:gdLst/>
            <a:ahLst/>
            <a:cxnLst/>
            <a:rect l="l" t="t" r="r" b="b"/>
            <a:pathLst>
              <a:path w="19285" h="57150">
                <a:moveTo>
                  <a:pt x="23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28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Freeform 398"/>
          <p:cNvSpPr/>
          <p:nvPr/>
        </p:nvSpPr>
        <p:spPr>
          <a:xfrm>
            <a:off x="8191865" y="11951970"/>
            <a:ext cx="22597" cy="57150"/>
          </a:xfrm>
          <a:custGeom>
            <a:avLst/>
            <a:gdLst/>
            <a:ahLst/>
            <a:cxnLst/>
            <a:rect l="l" t="t" r="r" b="b"/>
            <a:pathLst>
              <a:path w="22597" h="57150">
                <a:moveTo>
                  <a:pt x="0" y="0"/>
                </a:moveTo>
                <a:lnTo>
                  <a:pt x="3547" y="57150"/>
                </a:lnTo>
                <a:lnTo>
                  <a:pt x="2259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Freeform 399"/>
          <p:cNvSpPr/>
          <p:nvPr/>
        </p:nvSpPr>
        <p:spPr>
          <a:xfrm>
            <a:off x="8195412" y="12009120"/>
            <a:ext cx="26238" cy="57150"/>
          </a:xfrm>
          <a:custGeom>
            <a:avLst/>
            <a:gdLst/>
            <a:ahLst/>
            <a:cxnLst/>
            <a:rect l="l" t="t" r="r" b="b"/>
            <a:pathLst>
              <a:path w="26238" h="57150">
                <a:moveTo>
                  <a:pt x="0" y="0"/>
                </a:moveTo>
                <a:lnTo>
                  <a:pt x="7188" y="57150"/>
                </a:lnTo>
                <a:lnTo>
                  <a:pt x="262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Freeform 400"/>
          <p:cNvSpPr/>
          <p:nvPr/>
        </p:nvSpPr>
        <p:spPr>
          <a:xfrm>
            <a:off x="8202600" y="12066270"/>
            <a:ext cx="29593" cy="57150"/>
          </a:xfrm>
          <a:custGeom>
            <a:avLst/>
            <a:gdLst/>
            <a:ahLst/>
            <a:cxnLst/>
            <a:rect l="l" t="t" r="r" b="b"/>
            <a:pathLst>
              <a:path w="29594" h="57150">
                <a:moveTo>
                  <a:pt x="0" y="0"/>
                </a:moveTo>
                <a:lnTo>
                  <a:pt x="10544" y="57150"/>
                </a:lnTo>
                <a:lnTo>
                  <a:pt x="29594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Freeform 401"/>
          <p:cNvSpPr/>
          <p:nvPr/>
        </p:nvSpPr>
        <p:spPr>
          <a:xfrm>
            <a:off x="8213144" y="12123420"/>
            <a:ext cx="32527" cy="57150"/>
          </a:xfrm>
          <a:custGeom>
            <a:avLst/>
            <a:gdLst/>
            <a:ahLst/>
            <a:cxnLst/>
            <a:rect l="l" t="t" r="r" b="b"/>
            <a:pathLst>
              <a:path w="32527" h="57150">
                <a:moveTo>
                  <a:pt x="0" y="0"/>
                </a:moveTo>
                <a:lnTo>
                  <a:pt x="13477" y="57150"/>
                </a:lnTo>
                <a:lnTo>
                  <a:pt x="3252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Freeform 402"/>
          <p:cNvSpPr/>
          <p:nvPr/>
        </p:nvSpPr>
        <p:spPr>
          <a:xfrm>
            <a:off x="8226621" y="12180570"/>
            <a:ext cx="34924" cy="57150"/>
          </a:xfrm>
          <a:custGeom>
            <a:avLst/>
            <a:gdLst/>
            <a:ahLst/>
            <a:cxnLst/>
            <a:rect l="l" t="t" r="r" b="b"/>
            <a:pathLst>
              <a:path w="34925" h="57150">
                <a:moveTo>
                  <a:pt x="0" y="0"/>
                </a:moveTo>
                <a:lnTo>
                  <a:pt x="15875" y="57150"/>
                </a:lnTo>
                <a:lnTo>
                  <a:pt x="349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Freeform 403"/>
          <p:cNvSpPr/>
          <p:nvPr/>
        </p:nvSpPr>
        <p:spPr>
          <a:xfrm>
            <a:off x="8242496" y="12237720"/>
            <a:ext cx="36689" cy="57150"/>
          </a:xfrm>
          <a:custGeom>
            <a:avLst/>
            <a:gdLst/>
            <a:ahLst/>
            <a:cxnLst/>
            <a:rect l="l" t="t" r="r" b="b"/>
            <a:pathLst>
              <a:path w="36689" h="57150">
                <a:moveTo>
                  <a:pt x="0" y="0"/>
                </a:moveTo>
                <a:lnTo>
                  <a:pt x="17639" y="57150"/>
                </a:lnTo>
                <a:lnTo>
                  <a:pt x="3668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Freeform 404"/>
          <p:cNvSpPr/>
          <p:nvPr/>
        </p:nvSpPr>
        <p:spPr>
          <a:xfrm>
            <a:off x="8260135" y="12294870"/>
            <a:ext cx="37750" cy="57150"/>
          </a:xfrm>
          <a:custGeom>
            <a:avLst/>
            <a:gdLst/>
            <a:ahLst/>
            <a:cxnLst/>
            <a:rect l="l" t="t" r="r" b="b"/>
            <a:pathLst>
              <a:path w="37750" h="57150">
                <a:moveTo>
                  <a:pt x="0" y="0"/>
                </a:moveTo>
                <a:lnTo>
                  <a:pt x="18700" y="57150"/>
                </a:lnTo>
                <a:lnTo>
                  <a:pt x="37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Freeform 405"/>
          <p:cNvSpPr/>
          <p:nvPr/>
        </p:nvSpPr>
        <p:spPr>
          <a:xfrm>
            <a:off x="8278835" y="12352020"/>
            <a:ext cx="38065" cy="57150"/>
          </a:xfrm>
          <a:custGeom>
            <a:avLst/>
            <a:gdLst/>
            <a:ahLst/>
            <a:cxnLst/>
            <a:rect l="l" t="t" r="r" b="b"/>
            <a:pathLst>
              <a:path w="38066" h="57150">
                <a:moveTo>
                  <a:pt x="0" y="0"/>
                </a:moveTo>
                <a:lnTo>
                  <a:pt x="19016" y="57150"/>
                </a:lnTo>
                <a:lnTo>
                  <a:pt x="380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Freeform 406"/>
          <p:cNvSpPr/>
          <p:nvPr/>
        </p:nvSpPr>
        <p:spPr>
          <a:xfrm>
            <a:off x="8297851" y="12409170"/>
            <a:ext cx="37623" cy="57150"/>
          </a:xfrm>
          <a:custGeom>
            <a:avLst/>
            <a:gdLst/>
            <a:ahLst/>
            <a:cxnLst/>
            <a:rect l="l" t="t" r="r" b="b"/>
            <a:pathLst>
              <a:path w="37623" h="57150">
                <a:moveTo>
                  <a:pt x="0" y="0"/>
                </a:moveTo>
                <a:lnTo>
                  <a:pt x="18573" y="57150"/>
                </a:lnTo>
                <a:lnTo>
                  <a:pt x="3762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Freeform 407"/>
          <p:cNvSpPr/>
          <p:nvPr/>
        </p:nvSpPr>
        <p:spPr>
          <a:xfrm>
            <a:off x="8316424" y="12466320"/>
            <a:ext cx="36439" cy="57150"/>
          </a:xfrm>
          <a:custGeom>
            <a:avLst/>
            <a:gdLst/>
            <a:ahLst/>
            <a:cxnLst/>
            <a:rect l="l" t="t" r="r" b="b"/>
            <a:pathLst>
              <a:path w="36440" h="57150">
                <a:moveTo>
                  <a:pt x="0" y="0"/>
                </a:moveTo>
                <a:lnTo>
                  <a:pt x="17390" y="57150"/>
                </a:lnTo>
                <a:lnTo>
                  <a:pt x="364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Freeform 408"/>
          <p:cNvSpPr/>
          <p:nvPr/>
        </p:nvSpPr>
        <p:spPr>
          <a:xfrm>
            <a:off x="8333814" y="12523470"/>
            <a:ext cx="34563" cy="57150"/>
          </a:xfrm>
          <a:custGeom>
            <a:avLst/>
            <a:gdLst/>
            <a:ahLst/>
            <a:cxnLst/>
            <a:rect l="l" t="t" r="r" b="b"/>
            <a:pathLst>
              <a:path w="34563" h="57150">
                <a:moveTo>
                  <a:pt x="0" y="0"/>
                </a:moveTo>
                <a:lnTo>
                  <a:pt x="15513" y="57150"/>
                </a:lnTo>
                <a:lnTo>
                  <a:pt x="3456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Freeform 409"/>
          <p:cNvSpPr/>
          <p:nvPr/>
        </p:nvSpPr>
        <p:spPr>
          <a:xfrm>
            <a:off x="8349327" y="12580620"/>
            <a:ext cx="32068" cy="57150"/>
          </a:xfrm>
          <a:custGeom>
            <a:avLst/>
            <a:gdLst/>
            <a:ahLst/>
            <a:cxnLst/>
            <a:rect l="l" t="t" r="r" b="b"/>
            <a:pathLst>
              <a:path w="32069" h="57150">
                <a:moveTo>
                  <a:pt x="0" y="0"/>
                </a:moveTo>
                <a:lnTo>
                  <a:pt x="13019" y="57150"/>
                </a:lnTo>
                <a:lnTo>
                  <a:pt x="3206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Freeform 410"/>
          <p:cNvSpPr/>
          <p:nvPr/>
        </p:nvSpPr>
        <p:spPr>
          <a:xfrm>
            <a:off x="8362346" y="12637770"/>
            <a:ext cx="29055" cy="57150"/>
          </a:xfrm>
          <a:custGeom>
            <a:avLst/>
            <a:gdLst/>
            <a:ahLst/>
            <a:cxnLst/>
            <a:rect l="l" t="t" r="r" b="b"/>
            <a:pathLst>
              <a:path w="29055" h="57150">
                <a:moveTo>
                  <a:pt x="0" y="0"/>
                </a:moveTo>
                <a:lnTo>
                  <a:pt x="10005" y="57150"/>
                </a:lnTo>
                <a:lnTo>
                  <a:pt x="2905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Freeform 411"/>
          <p:cNvSpPr/>
          <p:nvPr/>
        </p:nvSpPr>
        <p:spPr>
          <a:xfrm>
            <a:off x="8372351" y="12694920"/>
            <a:ext cx="25642" cy="57150"/>
          </a:xfrm>
          <a:custGeom>
            <a:avLst/>
            <a:gdLst/>
            <a:ahLst/>
            <a:cxnLst/>
            <a:rect l="l" t="t" r="r" b="b"/>
            <a:pathLst>
              <a:path w="25643" h="57150">
                <a:moveTo>
                  <a:pt x="0" y="0"/>
                </a:moveTo>
                <a:lnTo>
                  <a:pt x="6593" y="57150"/>
                </a:lnTo>
                <a:lnTo>
                  <a:pt x="2564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Freeform 412"/>
          <p:cNvSpPr/>
          <p:nvPr/>
        </p:nvSpPr>
        <p:spPr>
          <a:xfrm>
            <a:off x="8378944" y="12752070"/>
            <a:ext cx="21966" cy="57150"/>
          </a:xfrm>
          <a:custGeom>
            <a:avLst/>
            <a:gdLst/>
            <a:ahLst/>
            <a:cxnLst/>
            <a:rect l="l" t="t" r="r" b="b"/>
            <a:pathLst>
              <a:path w="21967" h="57150">
                <a:moveTo>
                  <a:pt x="0" y="0"/>
                </a:moveTo>
                <a:lnTo>
                  <a:pt x="2917" y="57150"/>
                </a:lnTo>
                <a:lnTo>
                  <a:pt x="2196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Freeform 413"/>
          <p:cNvSpPr/>
          <p:nvPr/>
        </p:nvSpPr>
        <p:spPr>
          <a:xfrm>
            <a:off x="8380986" y="12809220"/>
            <a:ext cx="19924" cy="57150"/>
          </a:xfrm>
          <a:custGeom>
            <a:avLst/>
            <a:gdLst/>
            <a:ahLst/>
            <a:cxnLst/>
            <a:rect l="l" t="t" r="r" b="b"/>
            <a:pathLst>
              <a:path w="19925" h="57150">
                <a:moveTo>
                  <a:pt x="87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92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Freeform 414"/>
          <p:cNvSpPr/>
          <p:nvPr/>
        </p:nvSpPr>
        <p:spPr>
          <a:xfrm>
            <a:off x="8376354" y="12866370"/>
            <a:ext cx="23681" cy="57150"/>
          </a:xfrm>
          <a:custGeom>
            <a:avLst/>
            <a:gdLst/>
            <a:ahLst/>
            <a:cxnLst/>
            <a:rect l="l" t="t" r="r" b="b"/>
            <a:pathLst>
              <a:path w="23682" h="57150">
                <a:moveTo>
                  <a:pt x="46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6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6" name="Picture 415" descr="foundation-logo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14750" y="7239000"/>
            <a:ext cx="2857500" cy="2569057"/>
          </a:xfrm>
          <a:prstGeom prst="rect">
            <a:avLst/>
          </a:prstGeom>
        </p:spPr>
      </p:pic>
      <p:sp>
        <p:nvSpPr>
          <p:cNvPr id="417" name="TextBox 416"/>
          <p:cNvSpPr txBox="1"/>
          <p:nvPr/>
        </p:nvSpPr>
        <p:spPr>
          <a:xfrm>
            <a:off x="762000" y="10668000"/>
            <a:ext cx="8763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4C3634"/>
                </a:solidFill>
                <a:latin typeface="Montserrat"/>
              </a:rPr>
              <a:t>Swipe →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-1905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0"/>
                </a:moveTo>
                <a:lnTo>
                  <a:pt x="190500" y="22154"/>
                </a:lnTo>
                <a:lnTo>
                  <a:pt x="190500" y="50729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0"/>
                </a:moveTo>
                <a:lnTo>
                  <a:pt x="190500" y="22153"/>
                </a:lnTo>
                <a:lnTo>
                  <a:pt x="190500" y="5072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1905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0"/>
                </a:moveTo>
                <a:lnTo>
                  <a:pt x="190500" y="22078"/>
                </a:lnTo>
                <a:lnTo>
                  <a:pt x="190500" y="5065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810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0"/>
                </a:moveTo>
                <a:lnTo>
                  <a:pt x="190500" y="21928"/>
                </a:lnTo>
                <a:lnTo>
                  <a:pt x="190500" y="5050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5715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0"/>
                </a:moveTo>
                <a:lnTo>
                  <a:pt x="190500" y="21705"/>
                </a:lnTo>
                <a:lnTo>
                  <a:pt x="190500" y="5028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7620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0"/>
                </a:moveTo>
                <a:lnTo>
                  <a:pt x="190500" y="21408"/>
                </a:lnTo>
                <a:lnTo>
                  <a:pt x="190500" y="499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9525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0"/>
                </a:moveTo>
                <a:lnTo>
                  <a:pt x="190500" y="21037"/>
                </a:lnTo>
                <a:lnTo>
                  <a:pt x="190500" y="4961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11430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0"/>
                </a:moveTo>
                <a:lnTo>
                  <a:pt x="190500" y="20597"/>
                </a:lnTo>
                <a:lnTo>
                  <a:pt x="190500" y="4917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13335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0"/>
                </a:moveTo>
                <a:lnTo>
                  <a:pt x="190500" y="20086"/>
                </a:lnTo>
                <a:lnTo>
                  <a:pt x="190500" y="4866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15240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0"/>
                </a:moveTo>
                <a:lnTo>
                  <a:pt x="190500" y="19508"/>
                </a:lnTo>
                <a:lnTo>
                  <a:pt x="190500" y="480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7145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0"/>
                </a:moveTo>
                <a:lnTo>
                  <a:pt x="190500" y="18862"/>
                </a:lnTo>
                <a:lnTo>
                  <a:pt x="190500" y="4743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9050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0"/>
                </a:moveTo>
                <a:lnTo>
                  <a:pt x="190500" y="18155"/>
                </a:lnTo>
                <a:lnTo>
                  <a:pt x="190500" y="4673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20955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0"/>
                </a:moveTo>
                <a:lnTo>
                  <a:pt x="190500" y="17385"/>
                </a:lnTo>
                <a:lnTo>
                  <a:pt x="190500" y="4596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22860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0"/>
                </a:moveTo>
                <a:lnTo>
                  <a:pt x="190500" y="16556"/>
                </a:lnTo>
                <a:lnTo>
                  <a:pt x="190500" y="4513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24765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0"/>
                </a:moveTo>
                <a:lnTo>
                  <a:pt x="190500" y="15671"/>
                </a:lnTo>
                <a:lnTo>
                  <a:pt x="190500" y="4424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26670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0"/>
                </a:moveTo>
                <a:lnTo>
                  <a:pt x="190500" y="14733"/>
                </a:lnTo>
                <a:lnTo>
                  <a:pt x="190500" y="4330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28575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0"/>
                </a:moveTo>
                <a:lnTo>
                  <a:pt x="190500" y="13746"/>
                </a:lnTo>
                <a:lnTo>
                  <a:pt x="190500" y="4232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30480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0"/>
                </a:moveTo>
                <a:lnTo>
                  <a:pt x="190500" y="12712"/>
                </a:lnTo>
                <a:lnTo>
                  <a:pt x="190500" y="412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32385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0"/>
                </a:moveTo>
                <a:lnTo>
                  <a:pt x="190500" y="11635"/>
                </a:lnTo>
                <a:lnTo>
                  <a:pt x="190500" y="4021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34290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0"/>
                </a:moveTo>
                <a:lnTo>
                  <a:pt x="190500" y="10519"/>
                </a:lnTo>
                <a:lnTo>
                  <a:pt x="190500" y="39094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36195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0"/>
                </a:moveTo>
                <a:lnTo>
                  <a:pt x="190500" y="9366"/>
                </a:lnTo>
                <a:lnTo>
                  <a:pt x="190500" y="3794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38100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0"/>
                </a:moveTo>
                <a:lnTo>
                  <a:pt x="190500" y="8182"/>
                </a:lnTo>
                <a:lnTo>
                  <a:pt x="190500" y="3675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40005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0"/>
                </a:moveTo>
                <a:lnTo>
                  <a:pt x="190500" y="6972"/>
                </a:lnTo>
                <a:lnTo>
                  <a:pt x="190500" y="3554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41910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0"/>
                </a:moveTo>
                <a:lnTo>
                  <a:pt x="190500" y="5736"/>
                </a:lnTo>
                <a:lnTo>
                  <a:pt x="190500" y="3431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43815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0"/>
                </a:moveTo>
                <a:lnTo>
                  <a:pt x="190500" y="4481"/>
                </a:lnTo>
                <a:lnTo>
                  <a:pt x="190500" y="3305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45720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0"/>
                </a:moveTo>
                <a:lnTo>
                  <a:pt x="190500" y="3212"/>
                </a:lnTo>
                <a:lnTo>
                  <a:pt x="190500" y="317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47625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0"/>
                </a:moveTo>
                <a:lnTo>
                  <a:pt x="190500" y="1932"/>
                </a:lnTo>
                <a:lnTo>
                  <a:pt x="190500" y="3050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49530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0"/>
                </a:moveTo>
                <a:lnTo>
                  <a:pt x="190500" y="645"/>
                </a:lnTo>
                <a:lnTo>
                  <a:pt x="190500" y="2922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51435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64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2922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53340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193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050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55245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32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17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57150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448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305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9055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573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431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60960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697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554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Freeform 35"/>
          <p:cNvSpPr/>
          <p:nvPr/>
        </p:nvSpPr>
        <p:spPr>
          <a:xfrm>
            <a:off x="62865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818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675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64770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936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794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66675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10519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9094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68580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1163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021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70485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127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12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2390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1374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232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74295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1473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330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76200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1567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424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78105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1655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13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80010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1738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96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81915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1815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673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83820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1886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743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85725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195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0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87630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2008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66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89535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2059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17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91440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2103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61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93345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214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9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95250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2170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28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97155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2192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50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99060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2207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65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1009650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2215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102870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22154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9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48490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983672" y="348773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1918854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2854036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3789218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4724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5659581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6594763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7529945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8465127" y="348773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9400309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9" name="Picture 68" descr="86884520153038705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714500"/>
            <a:ext cx="4953000" cy="4953000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5867400" y="3333750"/>
            <a:ext cx="3848100" cy="1283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31662F"/>
                </a:solidFill>
                <a:latin typeface="Montserrat"/>
              </a:rPr>
              <a:t>Ib Borup Pedersen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867400" y="4636740"/>
            <a:ext cx="3848100" cy="9837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333130"/>
                </a:solidFill>
                <a:latin typeface="Source Sans 3"/>
              </a:rPr>
              <a:t>Farmer, SFW Consultant &amp; Mentor</a:t>
            </a:r>
          </a:p>
        </p:txBody>
      </p:sp>
      <p:pic>
        <p:nvPicPr>
          <p:cNvPr id="72" name="Picture 71" descr="4239436192309673007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7096125"/>
            <a:ext cx="4953000" cy="4953000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5867400" y="8715375"/>
            <a:ext cx="3848100" cy="1283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31662F"/>
                </a:solidFill>
                <a:latin typeface="Montserrat"/>
              </a:rPr>
              <a:t>Brian Daubenspeck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867400" y="10018365"/>
            <a:ext cx="3848100" cy="5395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333130"/>
                </a:solidFill>
                <a:latin typeface="Source Sans 3"/>
              </a:rPr>
              <a:t>SFW Consultant &amp; Mentor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-1905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0"/>
                </a:moveTo>
                <a:lnTo>
                  <a:pt x="190500" y="22154"/>
                </a:lnTo>
                <a:lnTo>
                  <a:pt x="190500" y="50729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0"/>
                </a:moveTo>
                <a:lnTo>
                  <a:pt x="190500" y="22153"/>
                </a:lnTo>
                <a:lnTo>
                  <a:pt x="190500" y="5072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1905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0"/>
                </a:moveTo>
                <a:lnTo>
                  <a:pt x="190500" y="22078"/>
                </a:lnTo>
                <a:lnTo>
                  <a:pt x="190500" y="5065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810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0"/>
                </a:moveTo>
                <a:lnTo>
                  <a:pt x="190500" y="21928"/>
                </a:lnTo>
                <a:lnTo>
                  <a:pt x="190500" y="5050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5715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0"/>
                </a:moveTo>
                <a:lnTo>
                  <a:pt x="190500" y="21705"/>
                </a:lnTo>
                <a:lnTo>
                  <a:pt x="190500" y="5028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7620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0"/>
                </a:moveTo>
                <a:lnTo>
                  <a:pt x="190500" y="21408"/>
                </a:lnTo>
                <a:lnTo>
                  <a:pt x="190500" y="499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9525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0"/>
                </a:moveTo>
                <a:lnTo>
                  <a:pt x="190500" y="21037"/>
                </a:lnTo>
                <a:lnTo>
                  <a:pt x="190500" y="4961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11430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0"/>
                </a:moveTo>
                <a:lnTo>
                  <a:pt x="190500" y="20597"/>
                </a:lnTo>
                <a:lnTo>
                  <a:pt x="190500" y="4917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13335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0"/>
                </a:moveTo>
                <a:lnTo>
                  <a:pt x="190500" y="20086"/>
                </a:lnTo>
                <a:lnTo>
                  <a:pt x="190500" y="4866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15240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0"/>
                </a:moveTo>
                <a:lnTo>
                  <a:pt x="190500" y="19508"/>
                </a:lnTo>
                <a:lnTo>
                  <a:pt x="190500" y="480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7145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0"/>
                </a:moveTo>
                <a:lnTo>
                  <a:pt x="190500" y="18862"/>
                </a:lnTo>
                <a:lnTo>
                  <a:pt x="190500" y="4743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9050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0"/>
                </a:moveTo>
                <a:lnTo>
                  <a:pt x="190500" y="18155"/>
                </a:lnTo>
                <a:lnTo>
                  <a:pt x="190500" y="4673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20955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0"/>
                </a:moveTo>
                <a:lnTo>
                  <a:pt x="190500" y="17385"/>
                </a:lnTo>
                <a:lnTo>
                  <a:pt x="190500" y="4596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22860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0"/>
                </a:moveTo>
                <a:lnTo>
                  <a:pt x="190500" y="16556"/>
                </a:lnTo>
                <a:lnTo>
                  <a:pt x="190500" y="4513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24765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0"/>
                </a:moveTo>
                <a:lnTo>
                  <a:pt x="190500" y="15671"/>
                </a:lnTo>
                <a:lnTo>
                  <a:pt x="190500" y="4424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26670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0"/>
                </a:moveTo>
                <a:lnTo>
                  <a:pt x="190500" y="14733"/>
                </a:lnTo>
                <a:lnTo>
                  <a:pt x="190500" y="4330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28575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0"/>
                </a:moveTo>
                <a:lnTo>
                  <a:pt x="190500" y="13746"/>
                </a:lnTo>
                <a:lnTo>
                  <a:pt x="190500" y="4232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30480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0"/>
                </a:moveTo>
                <a:lnTo>
                  <a:pt x="190500" y="12712"/>
                </a:lnTo>
                <a:lnTo>
                  <a:pt x="190500" y="412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32385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0"/>
                </a:moveTo>
                <a:lnTo>
                  <a:pt x="190500" y="11635"/>
                </a:lnTo>
                <a:lnTo>
                  <a:pt x="190500" y="4021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34290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0"/>
                </a:moveTo>
                <a:lnTo>
                  <a:pt x="190500" y="10519"/>
                </a:lnTo>
                <a:lnTo>
                  <a:pt x="190500" y="39094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36195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0"/>
                </a:moveTo>
                <a:lnTo>
                  <a:pt x="190500" y="9366"/>
                </a:lnTo>
                <a:lnTo>
                  <a:pt x="190500" y="3794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38100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0"/>
                </a:moveTo>
                <a:lnTo>
                  <a:pt x="190500" y="8182"/>
                </a:lnTo>
                <a:lnTo>
                  <a:pt x="190500" y="3675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40005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0"/>
                </a:moveTo>
                <a:lnTo>
                  <a:pt x="190500" y="6972"/>
                </a:lnTo>
                <a:lnTo>
                  <a:pt x="190500" y="3554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41910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0"/>
                </a:moveTo>
                <a:lnTo>
                  <a:pt x="190500" y="5736"/>
                </a:lnTo>
                <a:lnTo>
                  <a:pt x="190500" y="3431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43815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0"/>
                </a:moveTo>
                <a:lnTo>
                  <a:pt x="190500" y="4481"/>
                </a:lnTo>
                <a:lnTo>
                  <a:pt x="190500" y="3305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45720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0"/>
                </a:moveTo>
                <a:lnTo>
                  <a:pt x="190500" y="3212"/>
                </a:lnTo>
                <a:lnTo>
                  <a:pt x="190500" y="317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47625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0"/>
                </a:moveTo>
                <a:lnTo>
                  <a:pt x="190500" y="1932"/>
                </a:lnTo>
                <a:lnTo>
                  <a:pt x="190500" y="3050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49530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0"/>
                </a:moveTo>
                <a:lnTo>
                  <a:pt x="190500" y="645"/>
                </a:lnTo>
                <a:lnTo>
                  <a:pt x="190500" y="2922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51435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64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2922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53340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193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050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55245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32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17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57150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448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305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9055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573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431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60960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697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554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Freeform 35"/>
          <p:cNvSpPr/>
          <p:nvPr/>
        </p:nvSpPr>
        <p:spPr>
          <a:xfrm>
            <a:off x="62865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818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675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64770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936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794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66675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10519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9094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68580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1163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021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70485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127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12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2390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1374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232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74295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1473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330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76200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1567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424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78105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1655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13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80010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1738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96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81915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1815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673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83820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1886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743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85725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195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0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87630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2008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66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89535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2059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17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91440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2103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61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93345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214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9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95250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2170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28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97155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2192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50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99060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2207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65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1009650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2215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102870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22154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9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48490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983672" y="348773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1918854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2854036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3789218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4724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5659581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6594763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7529945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8465127" y="348773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9400309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9" name="Picture 68" descr="858432529067553631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714500"/>
            <a:ext cx="4953000" cy="4953000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5867400" y="3333750"/>
            <a:ext cx="3848100" cy="6895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31662F"/>
                </a:solidFill>
                <a:latin typeface="Montserrat"/>
              </a:rPr>
              <a:t>Elena Kalli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867400" y="4042395"/>
            <a:ext cx="3848100" cy="9837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333130"/>
                </a:solidFill>
                <a:latin typeface="Source Sans 3"/>
              </a:rPr>
              <a:t>School Administration Officer</a:t>
            </a:r>
          </a:p>
        </p:txBody>
      </p:sp>
      <p:pic>
        <p:nvPicPr>
          <p:cNvPr id="72" name="Picture 71" descr="3612509399171178946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7096125"/>
            <a:ext cx="4953000" cy="4953000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5867400" y="8715375"/>
            <a:ext cx="3848100" cy="6895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31662F"/>
                </a:solidFill>
                <a:latin typeface="Montserrat"/>
              </a:rPr>
              <a:t>Nick Padwick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867400" y="9424020"/>
            <a:ext cx="3848100" cy="9837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333130"/>
                </a:solidFill>
                <a:latin typeface="Source Sans 3"/>
              </a:rPr>
              <a:t>Farmer, SFW Consultant &amp; Mentor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-1905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0"/>
                </a:moveTo>
                <a:lnTo>
                  <a:pt x="190500" y="22154"/>
                </a:lnTo>
                <a:lnTo>
                  <a:pt x="190500" y="50729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0"/>
                </a:moveTo>
                <a:lnTo>
                  <a:pt x="190500" y="22153"/>
                </a:lnTo>
                <a:lnTo>
                  <a:pt x="190500" y="5072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1905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0"/>
                </a:moveTo>
                <a:lnTo>
                  <a:pt x="190500" y="22078"/>
                </a:lnTo>
                <a:lnTo>
                  <a:pt x="190500" y="5065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810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0"/>
                </a:moveTo>
                <a:lnTo>
                  <a:pt x="190500" y="21928"/>
                </a:lnTo>
                <a:lnTo>
                  <a:pt x="190500" y="5050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5715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0"/>
                </a:moveTo>
                <a:lnTo>
                  <a:pt x="190500" y="21705"/>
                </a:lnTo>
                <a:lnTo>
                  <a:pt x="190500" y="5028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7620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0"/>
                </a:moveTo>
                <a:lnTo>
                  <a:pt x="190500" y="21408"/>
                </a:lnTo>
                <a:lnTo>
                  <a:pt x="190500" y="499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9525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0"/>
                </a:moveTo>
                <a:lnTo>
                  <a:pt x="190500" y="21037"/>
                </a:lnTo>
                <a:lnTo>
                  <a:pt x="190500" y="4961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11430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0"/>
                </a:moveTo>
                <a:lnTo>
                  <a:pt x="190500" y="20597"/>
                </a:lnTo>
                <a:lnTo>
                  <a:pt x="190500" y="4917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13335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0"/>
                </a:moveTo>
                <a:lnTo>
                  <a:pt x="190500" y="20086"/>
                </a:lnTo>
                <a:lnTo>
                  <a:pt x="190500" y="4866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15240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0"/>
                </a:moveTo>
                <a:lnTo>
                  <a:pt x="190500" y="19508"/>
                </a:lnTo>
                <a:lnTo>
                  <a:pt x="190500" y="480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7145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0"/>
                </a:moveTo>
                <a:lnTo>
                  <a:pt x="190500" y="18862"/>
                </a:lnTo>
                <a:lnTo>
                  <a:pt x="190500" y="4743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9050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0"/>
                </a:moveTo>
                <a:lnTo>
                  <a:pt x="190500" y="18155"/>
                </a:lnTo>
                <a:lnTo>
                  <a:pt x="190500" y="4673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20955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0"/>
                </a:moveTo>
                <a:lnTo>
                  <a:pt x="190500" y="17385"/>
                </a:lnTo>
                <a:lnTo>
                  <a:pt x="190500" y="4596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22860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0"/>
                </a:moveTo>
                <a:lnTo>
                  <a:pt x="190500" y="16556"/>
                </a:lnTo>
                <a:lnTo>
                  <a:pt x="190500" y="4513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24765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0"/>
                </a:moveTo>
                <a:lnTo>
                  <a:pt x="190500" y="15671"/>
                </a:lnTo>
                <a:lnTo>
                  <a:pt x="190500" y="4424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26670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0"/>
                </a:moveTo>
                <a:lnTo>
                  <a:pt x="190500" y="14733"/>
                </a:lnTo>
                <a:lnTo>
                  <a:pt x="190500" y="4330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28575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0"/>
                </a:moveTo>
                <a:lnTo>
                  <a:pt x="190500" y="13746"/>
                </a:lnTo>
                <a:lnTo>
                  <a:pt x="190500" y="4232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30480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0"/>
                </a:moveTo>
                <a:lnTo>
                  <a:pt x="190500" y="12712"/>
                </a:lnTo>
                <a:lnTo>
                  <a:pt x="190500" y="412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32385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0"/>
                </a:moveTo>
                <a:lnTo>
                  <a:pt x="190500" y="11635"/>
                </a:lnTo>
                <a:lnTo>
                  <a:pt x="190500" y="4021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34290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0"/>
                </a:moveTo>
                <a:lnTo>
                  <a:pt x="190500" y="10519"/>
                </a:lnTo>
                <a:lnTo>
                  <a:pt x="190500" y="39094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36195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0"/>
                </a:moveTo>
                <a:lnTo>
                  <a:pt x="190500" y="9366"/>
                </a:lnTo>
                <a:lnTo>
                  <a:pt x="190500" y="3794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38100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0"/>
                </a:moveTo>
                <a:lnTo>
                  <a:pt x="190500" y="8182"/>
                </a:lnTo>
                <a:lnTo>
                  <a:pt x="190500" y="3675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40005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0"/>
                </a:moveTo>
                <a:lnTo>
                  <a:pt x="190500" y="6972"/>
                </a:lnTo>
                <a:lnTo>
                  <a:pt x="190500" y="3554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41910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0"/>
                </a:moveTo>
                <a:lnTo>
                  <a:pt x="190500" y="5736"/>
                </a:lnTo>
                <a:lnTo>
                  <a:pt x="190500" y="3431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43815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0"/>
                </a:moveTo>
                <a:lnTo>
                  <a:pt x="190500" y="4481"/>
                </a:lnTo>
                <a:lnTo>
                  <a:pt x="190500" y="3305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45720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0"/>
                </a:moveTo>
                <a:lnTo>
                  <a:pt x="190500" y="3212"/>
                </a:lnTo>
                <a:lnTo>
                  <a:pt x="190500" y="317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47625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0"/>
                </a:moveTo>
                <a:lnTo>
                  <a:pt x="190500" y="1932"/>
                </a:lnTo>
                <a:lnTo>
                  <a:pt x="190500" y="3050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49530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0"/>
                </a:moveTo>
                <a:lnTo>
                  <a:pt x="190500" y="645"/>
                </a:lnTo>
                <a:lnTo>
                  <a:pt x="190500" y="2922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51435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64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2922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53340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193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050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55245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32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17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57150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448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305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9055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573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431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60960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697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554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Freeform 35"/>
          <p:cNvSpPr/>
          <p:nvPr/>
        </p:nvSpPr>
        <p:spPr>
          <a:xfrm>
            <a:off x="62865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818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675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64770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936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794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66675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10519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9094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68580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1163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021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70485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127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12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2390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1374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232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74295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1473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330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76200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1567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424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78105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1655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13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80010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1738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96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81915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1815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673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83820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1886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743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85725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195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0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87630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2008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66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89535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2059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17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91440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2103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61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93345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214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9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95250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2170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28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97155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2192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50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99060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2207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65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1009650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2215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102870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22154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9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48490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983672" y="348773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1918854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2854036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3789218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4724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5659581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6594763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7529945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8465127" y="348773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9400309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9" name="Picture 68" descr="7144295849823121985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714500"/>
            <a:ext cx="4953000" cy="4953000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5867400" y="3333750"/>
            <a:ext cx="3848100" cy="24726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31662F"/>
                </a:solidFill>
                <a:latin typeface="Montserrat"/>
              </a:rPr>
              <a:t>Dr. Carla Ribeiro Machado e Portugal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867400" y="5825430"/>
            <a:ext cx="3848100" cy="5395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333130"/>
                </a:solidFill>
                <a:latin typeface="Source Sans 3"/>
              </a:rPr>
              <a:t>SFW Mentor</a:t>
            </a:r>
          </a:p>
        </p:txBody>
      </p:sp>
      <p:pic>
        <p:nvPicPr>
          <p:cNvPr id="72" name="Picture 71" descr="7181743720253663023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7096125"/>
            <a:ext cx="4953000" cy="4953000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5867400" y="8715375"/>
            <a:ext cx="3848100" cy="1283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31662F"/>
                </a:solidFill>
                <a:latin typeface="Montserrat"/>
              </a:rPr>
              <a:t>Gerald Ramírez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867400" y="10018365"/>
            <a:ext cx="3848100" cy="5395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333130"/>
                </a:solidFill>
                <a:latin typeface="Source Sans 3"/>
              </a:rPr>
              <a:t>SFW Mentor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-1905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0"/>
                </a:moveTo>
                <a:lnTo>
                  <a:pt x="190500" y="22154"/>
                </a:lnTo>
                <a:lnTo>
                  <a:pt x="190500" y="50729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0"/>
                </a:moveTo>
                <a:lnTo>
                  <a:pt x="190500" y="22153"/>
                </a:lnTo>
                <a:lnTo>
                  <a:pt x="190500" y="5072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1905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0"/>
                </a:moveTo>
                <a:lnTo>
                  <a:pt x="190500" y="22078"/>
                </a:lnTo>
                <a:lnTo>
                  <a:pt x="190500" y="5065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810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0"/>
                </a:moveTo>
                <a:lnTo>
                  <a:pt x="190500" y="21928"/>
                </a:lnTo>
                <a:lnTo>
                  <a:pt x="190500" y="5050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5715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0"/>
                </a:moveTo>
                <a:lnTo>
                  <a:pt x="190500" y="21705"/>
                </a:lnTo>
                <a:lnTo>
                  <a:pt x="190500" y="5028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7620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0"/>
                </a:moveTo>
                <a:lnTo>
                  <a:pt x="190500" y="21408"/>
                </a:lnTo>
                <a:lnTo>
                  <a:pt x="190500" y="499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9525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0"/>
                </a:moveTo>
                <a:lnTo>
                  <a:pt x="190500" y="21037"/>
                </a:lnTo>
                <a:lnTo>
                  <a:pt x="190500" y="4961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11430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0"/>
                </a:moveTo>
                <a:lnTo>
                  <a:pt x="190500" y="20597"/>
                </a:lnTo>
                <a:lnTo>
                  <a:pt x="190500" y="4917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13335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0"/>
                </a:moveTo>
                <a:lnTo>
                  <a:pt x="190500" y="20086"/>
                </a:lnTo>
                <a:lnTo>
                  <a:pt x="190500" y="4866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15240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0"/>
                </a:moveTo>
                <a:lnTo>
                  <a:pt x="190500" y="19508"/>
                </a:lnTo>
                <a:lnTo>
                  <a:pt x="190500" y="480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7145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0"/>
                </a:moveTo>
                <a:lnTo>
                  <a:pt x="190500" y="18862"/>
                </a:lnTo>
                <a:lnTo>
                  <a:pt x="190500" y="4743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9050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0"/>
                </a:moveTo>
                <a:lnTo>
                  <a:pt x="190500" y="18155"/>
                </a:lnTo>
                <a:lnTo>
                  <a:pt x="190500" y="4673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20955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0"/>
                </a:moveTo>
                <a:lnTo>
                  <a:pt x="190500" y="17385"/>
                </a:lnTo>
                <a:lnTo>
                  <a:pt x="190500" y="4596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22860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0"/>
                </a:moveTo>
                <a:lnTo>
                  <a:pt x="190500" y="16556"/>
                </a:lnTo>
                <a:lnTo>
                  <a:pt x="190500" y="4513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24765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0"/>
                </a:moveTo>
                <a:lnTo>
                  <a:pt x="190500" y="15671"/>
                </a:lnTo>
                <a:lnTo>
                  <a:pt x="190500" y="4424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26670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0"/>
                </a:moveTo>
                <a:lnTo>
                  <a:pt x="190500" y="14733"/>
                </a:lnTo>
                <a:lnTo>
                  <a:pt x="190500" y="4330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28575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0"/>
                </a:moveTo>
                <a:lnTo>
                  <a:pt x="190500" y="13746"/>
                </a:lnTo>
                <a:lnTo>
                  <a:pt x="190500" y="4232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30480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0"/>
                </a:moveTo>
                <a:lnTo>
                  <a:pt x="190500" y="12712"/>
                </a:lnTo>
                <a:lnTo>
                  <a:pt x="190500" y="412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32385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0"/>
                </a:moveTo>
                <a:lnTo>
                  <a:pt x="190500" y="11635"/>
                </a:lnTo>
                <a:lnTo>
                  <a:pt x="190500" y="4021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34290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0"/>
                </a:moveTo>
                <a:lnTo>
                  <a:pt x="190500" y="10519"/>
                </a:lnTo>
                <a:lnTo>
                  <a:pt x="190500" y="39094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36195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0"/>
                </a:moveTo>
                <a:lnTo>
                  <a:pt x="190500" y="9366"/>
                </a:lnTo>
                <a:lnTo>
                  <a:pt x="190500" y="3794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38100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0"/>
                </a:moveTo>
                <a:lnTo>
                  <a:pt x="190500" y="8182"/>
                </a:lnTo>
                <a:lnTo>
                  <a:pt x="190500" y="3675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40005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0"/>
                </a:moveTo>
                <a:lnTo>
                  <a:pt x="190500" y="6972"/>
                </a:lnTo>
                <a:lnTo>
                  <a:pt x="190500" y="3554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41910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0"/>
                </a:moveTo>
                <a:lnTo>
                  <a:pt x="190500" y="5736"/>
                </a:lnTo>
                <a:lnTo>
                  <a:pt x="190500" y="3431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43815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0"/>
                </a:moveTo>
                <a:lnTo>
                  <a:pt x="190500" y="4481"/>
                </a:lnTo>
                <a:lnTo>
                  <a:pt x="190500" y="3305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45720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0"/>
                </a:moveTo>
                <a:lnTo>
                  <a:pt x="190500" y="3212"/>
                </a:lnTo>
                <a:lnTo>
                  <a:pt x="190500" y="317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47625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0"/>
                </a:moveTo>
                <a:lnTo>
                  <a:pt x="190500" y="1932"/>
                </a:lnTo>
                <a:lnTo>
                  <a:pt x="190500" y="3050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49530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0"/>
                </a:moveTo>
                <a:lnTo>
                  <a:pt x="190500" y="645"/>
                </a:lnTo>
                <a:lnTo>
                  <a:pt x="190500" y="2922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51435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64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2922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53340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193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050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55245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32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17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57150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448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305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9055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573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431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60960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697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554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Freeform 35"/>
          <p:cNvSpPr/>
          <p:nvPr/>
        </p:nvSpPr>
        <p:spPr>
          <a:xfrm>
            <a:off x="62865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818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675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64770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936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794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66675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10519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9094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68580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1163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021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70485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127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12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2390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1374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232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74295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1473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330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76200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1567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424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78105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1655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13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80010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1738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96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81915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1815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673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83820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1886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743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85725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195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0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87630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2008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66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89535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2059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17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91440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2103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61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93345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214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9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95250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2170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28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97155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2192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50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99060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2207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65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1009650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2215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102870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22154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9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48490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983672" y="348773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1918854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2854036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3789218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4724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5659581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6594763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7529945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8465127" y="348773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9400309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9" name="Picture 68" descr="718756928663517134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714500"/>
            <a:ext cx="4953000" cy="4953000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5867400" y="3333750"/>
            <a:ext cx="3848100" cy="1283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31662F"/>
                </a:solidFill>
                <a:latin typeface="Montserrat"/>
              </a:rPr>
              <a:t>Wesley Sander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867400" y="4636740"/>
            <a:ext cx="3848100" cy="5395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333130"/>
                </a:solidFill>
                <a:latin typeface="Source Sans 3"/>
              </a:rPr>
              <a:t>SFW Consultant &amp; Mentor</a:t>
            </a:r>
          </a:p>
        </p:txBody>
      </p:sp>
      <p:pic>
        <p:nvPicPr>
          <p:cNvPr id="72" name="Picture 71" descr="559876636924794372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7096125"/>
            <a:ext cx="4953000" cy="4953000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5867400" y="8715375"/>
            <a:ext cx="3848100" cy="1283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31662F"/>
                </a:solidFill>
                <a:latin typeface="Montserrat"/>
              </a:rPr>
              <a:t>Isadora Shmidt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867400" y="10018365"/>
            <a:ext cx="3848100" cy="5395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333130"/>
                </a:solidFill>
                <a:latin typeface="Source Sans 3"/>
              </a:rPr>
              <a:t>SFW Consultant &amp; Mentor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-1905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0"/>
                </a:moveTo>
                <a:lnTo>
                  <a:pt x="190500" y="22154"/>
                </a:lnTo>
                <a:lnTo>
                  <a:pt x="190500" y="50729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0"/>
                </a:moveTo>
                <a:lnTo>
                  <a:pt x="190500" y="22153"/>
                </a:lnTo>
                <a:lnTo>
                  <a:pt x="190500" y="5072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1905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0"/>
                </a:moveTo>
                <a:lnTo>
                  <a:pt x="190500" y="22078"/>
                </a:lnTo>
                <a:lnTo>
                  <a:pt x="190500" y="5065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810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0"/>
                </a:moveTo>
                <a:lnTo>
                  <a:pt x="190500" y="21928"/>
                </a:lnTo>
                <a:lnTo>
                  <a:pt x="190500" y="5050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5715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0"/>
                </a:moveTo>
                <a:lnTo>
                  <a:pt x="190500" y="21705"/>
                </a:lnTo>
                <a:lnTo>
                  <a:pt x="190500" y="5028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7620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0"/>
                </a:moveTo>
                <a:lnTo>
                  <a:pt x="190500" y="21408"/>
                </a:lnTo>
                <a:lnTo>
                  <a:pt x="190500" y="499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9525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0"/>
                </a:moveTo>
                <a:lnTo>
                  <a:pt x="190500" y="21037"/>
                </a:lnTo>
                <a:lnTo>
                  <a:pt x="190500" y="4961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11430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0"/>
                </a:moveTo>
                <a:lnTo>
                  <a:pt x="190500" y="20597"/>
                </a:lnTo>
                <a:lnTo>
                  <a:pt x="190500" y="4917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13335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0"/>
                </a:moveTo>
                <a:lnTo>
                  <a:pt x="190500" y="20086"/>
                </a:lnTo>
                <a:lnTo>
                  <a:pt x="190500" y="4866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15240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0"/>
                </a:moveTo>
                <a:lnTo>
                  <a:pt x="190500" y="19508"/>
                </a:lnTo>
                <a:lnTo>
                  <a:pt x="190500" y="480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7145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0"/>
                </a:moveTo>
                <a:lnTo>
                  <a:pt x="190500" y="18862"/>
                </a:lnTo>
                <a:lnTo>
                  <a:pt x="190500" y="4743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9050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0"/>
                </a:moveTo>
                <a:lnTo>
                  <a:pt x="190500" y="18155"/>
                </a:lnTo>
                <a:lnTo>
                  <a:pt x="190500" y="4673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20955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0"/>
                </a:moveTo>
                <a:lnTo>
                  <a:pt x="190500" y="17385"/>
                </a:lnTo>
                <a:lnTo>
                  <a:pt x="190500" y="4596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22860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0"/>
                </a:moveTo>
                <a:lnTo>
                  <a:pt x="190500" y="16556"/>
                </a:lnTo>
                <a:lnTo>
                  <a:pt x="190500" y="4513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24765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0"/>
                </a:moveTo>
                <a:lnTo>
                  <a:pt x="190500" y="15671"/>
                </a:lnTo>
                <a:lnTo>
                  <a:pt x="190500" y="4424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26670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0"/>
                </a:moveTo>
                <a:lnTo>
                  <a:pt x="190500" y="14733"/>
                </a:lnTo>
                <a:lnTo>
                  <a:pt x="190500" y="4330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28575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0"/>
                </a:moveTo>
                <a:lnTo>
                  <a:pt x="190500" y="13746"/>
                </a:lnTo>
                <a:lnTo>
                  <a:pt x="190500" y="4232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30480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0"/>
                </a:moveTo>
                <a:lnTo>
                  <a:pt x="190500" y="12712"/>
                </a:lnTo>
                <a:lnTo>
                  <a:pt x="190500" y="412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32385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0"/>
                </a:moveTo>
                <a:lnTo>
                  <a:pt x="190500" y="11635"/>
                </a:lnTo>
                <a:lnTo>
                  <a:pt x="190500" y="4021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34290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0"/>
                </a:moveTo>
                <a:lnTo>
                  <a:pt x="190500" y="10519"/>
                </a:lnTo>
                <a:lnTo>
                  <a:pt x="190500" y="39094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36195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0"/>
                </a:moveTo>
                <a:lnTo>
                  <a:pt x="190500" y="9366"/>
                </a:lnTo>
                <a:lnTo>
                  <a:pt x="190500" y="3794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38100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0"/>
                </a:moveTo>
                <a:lnTo>
                  <a:pt x="190500" y="8182"/>
                </a:lnTo>
                <a:lnTo>
                  <a:pt x="190500" y="3675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40005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0"/>
                </a:moveTo>
                <a:lnTo>
                  <a:pt x="190500" y="6972"/>
                </a:lnTo>
                <a:lnTo>
                  <a:pt x="190500" y="3554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41910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0"/>
                </a:moveTo>
                <a:lnTo>
                  <a:pt x="190500" y="5736"/>
                </a:lnTo>
                <a:lnTo>
                  <a:pt x="190500" y="3431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43815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0"/>
                </a:moveTo>
                <a:lnTo>
                  <a:pt x="190500" y="4481"/>
                </a:lnTo>
                <a:lnTo>
                  <a:pt x="190500" y="3305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45720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0"/>
                </a:moveTo>
                <a:lnTo>
                  <a:pt x="190500" y="3212"/>
                </a:lnTo>
                <a:lnTo>
                  <a:pt x="190500" y="317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47625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0"/>
                </a:moveTo>
                <a:lnTo>
                  <a:pt x="190500" y="1932"/>
                </a:lnTo>
                <a:lnTo>
                  <a:pt x="190500" y="3050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49530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0"/>
                </a:moveTo>
                <a:lnTo>
                  <a:pt x="190500" y="645"/>
                </a:lnTo>
                <a:lnTo>
                  <a:pt x="190500" y="2922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51435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64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2922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53340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193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050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55245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32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17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57150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448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305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9055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573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431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60960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697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554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Freeform 35"/>
          <p:cNvSpPr/>
          <p:nvPr/>
        </p:nvSpPr>
        <p:spPr>
          <a:xfrm>
            <a:off x="62865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818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675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64770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936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794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66675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10519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9094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68580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1163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021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70485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127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12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2390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1374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232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74295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1473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330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76200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1567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424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78105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1655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13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80010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1738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96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81915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1815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673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83820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1886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743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85725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195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0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87630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2008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66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89535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2059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17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91440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2103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61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93345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214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9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95250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2170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28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97155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2192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50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99060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2207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65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1009650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2215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102870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22154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9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48490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983672" y="348773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1918854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2854036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3789218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4724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5659581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6594763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7529945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8465127" y="348773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9400309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9" name="Picture 68" descr="281685143567813882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714500"/>
            <a:ext cx="4953000" cy="4953000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5867400" y="3333750"/>
            <a:ext cx="3848100" cy="1283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31662F"/>
                </a:solidFill>
                <a:latin typeface="Montserrat"/>
              </a:rPr>
              <a:t>Delvin Solkinson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867400" y="4636740"/>
            <a:ext cx="3848100" cy="5395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333130"/>
                </a:solidFill>
                <a:latin typeface="Source Sans 3"/>
              </a:rPr>
              <a:t>SFW Permaculture Lead</a:t>
            </a:r>
          </a:p>
        </p:txBody>
      </p:sp>
      <p:pic>
        <p:nvPicPr>
          <p:cNvPr id="72" name="Picture 71" descr="5073462220440476689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7096125"/>
            <a:ext cx="4953000" cy="4953000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5867400" y="8715375"/>
            <a:ext cx="3848100" cy="1283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31662F"/>
                </a:solidFill>
                <a:latin typeface="Montserrat"/>
              </a:rPr>
              <a:t>Tommy Tapper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867400" y="10018365"/>
            <a:ext cx="3848100" cy="5395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333130"/>
                </a:solidFill>
                <a:latin typeface="Source Sans 3"/>
              </a:rPr>
              <a:t>Instructor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-1905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0"/>
                </a:moveTo>
                <a:lnTo>
                  <a:pt x="190500" y="22154"/>
                </a:lnTo>
                <a:lnTo>
                  <a:pt x="190500" y="50729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0"/>
                </a:moveTo>
                <a:lnTo>
                  <a:pt x="190500" y="22153"/>
                </a:lnTo>
                <a:lnTo>
                  <a:pt x="190500" y="5072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1905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0"/>
                </a:moveTo>
                <a:lnTo>
                  <a:pt x="190500" y="22078"/>
                </a:lnTo>
                <a:lnTo>
                  <a:pt x="190500" y="5065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810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0"/>
                </a:moveTo>
                <a:lnTo>
                  <a:pt x="190500" y="21928"/>
                </a:lnTo>
                <a:lnTo>
                  <a:pt x="190500" y="5050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5715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0"/>
                </a:moveTo>
                <a:lnTo>
                  <a:pt x="190500" y="21705"/>
                </a:lnTo>
                <a:lnTo>
                  <a:pt x="190500" y="5028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7620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0"/>
                </a:moveTo>
                <a:lnTo>
                  <a:pt x="190500" y="21408"/>
                </a:lnTo>
                <a:lnTo>
                  <a:pt x="190500" y="499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9525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0"/>
                </a:moveTo>
                <a:lnTo>
                  <a:pt x="190500" y="21037"/>
                </a:lnTo>
                <a:lnTo>
                  <a:pt x="190500" y="4961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11430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0"/>
                </a:moveTo>
                <a:lnTo>
                  <a:pt x="190500" y="20597"/>
                </a:lnTo>
                <a:lnTo>
                  <a:pt x="190500" y="4917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13335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0"/>
                </a:moveTo>
                <a:lnTo>
                  <a:pt x="190500" y="20086"/>
                </a:lnTo>
                <a:lnTo>
                  <a:pt x="190500" y="4866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15240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0"/>
                </a:moveTo>
                <a:lnTo>
                  <a:pt x="190500" y="19508"/>
                </a:lnTo>
                <a:lnTo>
                  <a:pt x="190500" y="480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7145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0"/>
                </a:moveTo>
                <a:lnTo>
                  <a:pt x="190500" y="18862"/>
                </a:lnTo>
                <a:lnTo>
                  <a:pt x="190500" y="4743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9050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0"/>
                </a:moveTo>
                <a:lnTo>
                  <a:pt x="190500" y="18155"/>
                </a:lnTo>
                <a:lnTo>
                  <a:pt x="190500" y="4673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20955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0"/>
                </a:moveTo>
                <a:lnTo>
                  <a:pt x="190500" y="17385"/>
                </a:lnTo>
                <a:lnTo>
                  <a:pt x="190500" y="4596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22860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0"/>
                </a:moveTo>
                <a:lnTo>
                  <a:pt x="190500" y="16556"/>
                </a:lnTo>
                <a:lnTo>
                  <a:pt x="190500" y="4513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24765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0"/>
                </a:moveTo>
                <a:lnTo>
                  <a:pt x="190500" y="15671"/>
                </a:lnTo>
                <a:lnTo>
                  <a:pt x="190500" y="4424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26670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0"/>
                </a:moveTo>
                <a:lnTo>
                  <a:pt x="190500" y="14733"/>
                </a:lnTo>
                <a:lnTo>
                  <a:pt x="190500" y="4330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28575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0"/>
                </a:moveTo>
                <a:lnTo>
                  <a:pt x="190500" y="13746"/>
                </a:lnTo>
                <a:lnTo>
                  <a:pt x="190500" y="4232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30480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0"/>
                </a:moveTo>
                <a:lnTo>
                  <a:pt x="190500" y="12712"/>
                </a:lnTo>
                <a:lnTo>
                  <a:pt x="190500" y="412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32385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0"/>
                </a:moveTo>
                <a:lnTo>
                  <a:pt x="190500" y="11635"/>
                </a:lnTo>
                <a:lnTo>
                  <a:pt x="190500" y="4021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34290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0"/>
                </a:moveTo>
                <a:lnTo>
                  <a:pt x="190500" y="10519"/>
                </a:lnTo>
                <a:lnTo>
                  <a:pt x="190500" y="39094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36195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0"/>
                </a:moveTo>
                <a:lnTo>
                  <a:pt x="190500" y="9366"/>
                </a:lnTo>
                <a:lnTo>
                  <a:pt x="190500" y="3794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38100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0"/>
                </a:moveTo>
                <a:lnTo>
                  <a:pt x="190500" y="8182"/>
                </a:lnTo>
                <a:lnTo>
                  <a:pt x="190500" y="3675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40005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0"/>
                </a:moveTo>
                <a:lnTo>
                  <a:pt x="190500" y="6972"/>
                </a:lnTo>
                <a:lnTo>
                  <a:pt x="190500" y="3554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41910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0"/>
                </a:moveTo>
                <a:lnTo>
                  <a:pt x="190500" y="5736"/>
                </a:lnTo>
                <a:lnTo>
                  <a:pt x="190500" y="3431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43815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0"/>
                </a:moveTo>
                <a:lnTo>
                  <a:pt x="190500" y="4481"/>
                </a:lnTo>
                <a:lnTo>
                  <a:pt x="190500" y="3305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45720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0"/>
                </a:moveTo>
                <a:lnTo>
                  <a:pt x="190500" y="3212"/>
                </a:lnTo>
                <a:lnTo>
                  <a:pt x="190500" y="317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47625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0"/>
                </a:moveTo>
                <a:lnTo>
                  <a:pt x="190500" y="1932"/>
                </a:lnTo>
                <a:lnTo>
                  <a:pt x="190500" y="3050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49530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0"/>
                </a:moveTo>
                <a:lnTo>
                  <a:pt x="190500" y="645"/>
                </a:lnTo>
                <a:lnTo>
                  <a:pt x="190500" y="2922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51435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64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2922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53340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193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050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55245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32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17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57150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448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305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9055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573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431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60960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697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554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Freeform 35"/>
          <p:cNvSpPr/>
          <p:nvPr/>
        </p:nvSpPr>
        <p:spPr>
          <a:xfrm>
            <a:off x="62865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818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675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64770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936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794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66675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10519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9094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68580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1163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021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70485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127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12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2390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1374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232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74295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1473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330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76200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1567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424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78105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1655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13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80010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1738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96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81915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1815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673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83820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1886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743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85725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195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0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87630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2008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66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89535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2059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17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91440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2103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61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93345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214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9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95250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2170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28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97155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2192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50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99060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2207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65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1009650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2215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102870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22154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9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48490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983672" y="348773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1918854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2854036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3789218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4724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5659581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6594763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7529945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8465127" y="348773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9400309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9" name="Picture 68" descr="5461621703778848814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714500"/>
            <a:ext cx="4953000" cy="4953000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5867400" y="3333750"/>
            <a:ext cx="3848100" cy="6895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31662F"/>
                </a:solidFill>
                <a:latin typeface="Montserrat"/>
              </a:rPr>
              <a:t>Dora Tkalec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867400" y="4042395"/>
            <a:ext cx="3848100" cy="5395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333130"/>
                </a:solidFill>
                <a:latin typeface="Source Sans 3"/>
              </a:rPr>
              <a:t>SFW Consultant &amp; Mentor</a:t>
            </a:r>
          </a:p>
        </p:txBody>
      </p:sp>
      <p:pic>
        <p:nvPicPr>
          <p:cNvPr id="72" name="Picture 71" descr="4837947447565894385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7096125"/>
            <a:ext cx="4953000" cy="4953000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5867400" y="8715375"/>
            <a:ext cx="3848100" cy="1283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31662F"/>
                </a:solidFill>
                <a:latin typeface="Montserrat"/>
              </a:rPr>
              <a:t>Ayşen Üstünay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867400" y="10018365"/>
            <a:ext cx="3848100" cy="5395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333130"/>
                </a:solidFill>
                <a:latin typeface="Source Sans 3"/>
              </a:rPr>
              <a:t>SFW Consultant &amp; Mentor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-1905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0"/>
                </a:moveTo>
                <a:lnTo>
                  <a:pt x="190500" y="22154"/>
                </a:lnTo>
                <a:lnTo>
                  <a:pt x="190500" y="50729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0"/>
                </a:moveTo>
                <a:lnTo>
                  <a:pt x="190500" y="22153"/>
                </a:lnTo>
                <a:lnTo>
                  <a:pt x="190500" y="5072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1905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0"/>
                </a:moveTo>
                <a:lnTo>
                  <a:pt x="190500" y="22078"/>
                </a:lnTo>
                <a:lnTo>
                  <a:pt x="190500" y="5065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810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0"/>
                </a:moveTo>
                <a:lnTo>
                  <a:pt x="190500" y="21928"/>
                </a:lnTo>
                <a:lnTo>
                  <a:pt x="190500" y="5050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5715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0"/>
                </a:moveTo>
                <a:lnTo>
                  <a:pt x="190500" y="21705"/>
                </a:lnTo>
                <a:lnTo>
                  <a:pt x="190500" y="5028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7620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0"/>
                </a:moveTo>
                <a:lnTo>
                  <a:pt x="190500" y="21408"/>
                </a:lnTo>
                <a:lnTo>
                  <a:pt x="190500" y="499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9525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0"/>
                </a:moveTo>
                <a:lnTo>
                  <a:pt x="190500" y="21037"/>
                </a:lnTo>
                <a:lnTo>
                  <a:pt x="190500" y="4961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11430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0"/>
                </a:moveTo>
                <a:lnTo>
                  <a:pt x="190500" y="20597"/>
                </a:lnTo>
                <a:lnTo>
                  <a:pt x="190500" y="4917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13335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0"/>
                </a:moveTo>
                <a:lnTo>
                  <a:pt x="190500" y="20086"/>
                </a:lnTo>
                <a:lnTo>
                  <a:pt x="190500" y="4866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15240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0"/>
                </a:moveTo>
                <a:lnTo>
                  <a:pt x="190500" y="19508"/>
                </a:lnTo>
                <a:lnTo>
                  <a:pt x="190500" y="480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7145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0"/>
                </a:moveTo>
                <a:lnTo>
                  <a:pt x="190500" y="18862"/>
                </a:lnTo>
                <a:lnTo>
                  <a:pt x="190500" y="4743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9050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0"/>
                </a:moveTo>
                <a:lnTo>
                  <a:pt x="190500" y="18155"/>
                </a:lnTo>
                <a:lnTo>
                  <a:pt x="190500" y="4673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20955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0"/>
                </a:moveTo>
                <a:lnTo>
                  <a:pt x="190500" y="17385"/>
                </a:lnTo>
                <a:lnTo>
                  <a:pt x="190500" y="4596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22860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0"/>
                </a:moveTo>
                <a:lnTo>
                  <a:pt x="190500" y="16556"/>
                </a:lnTo>
                <a:lnTo>
                  <a:pt x="190500" y="4513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24765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0"/>
                </a:moveTo>
                <a:lnTo>
                  <a:pt x="190500" y="15671"/>
                </a:lnTo>
                <a:lnTo>
                  <a:pt x="190500" y="4424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26670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0"/>
                </a:moveTo>
                <a:lnTo>
                  <a:pt x="190500" y="14733"/>
                </a:lnTo>
                <a:lnTo>
                  <a:pt x="190500" y="4330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28575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0"/>
                </a:moveTo>
                <a:lnTo>
                  <a:pt x="190500" y="13746"/>
                </a:lnTo>
                <a:lnTo>
                  <a:pt x="190500" y="4232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30480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0"/>
                </a:moveTo>
                <a:lnTo>
                  <a:pt x="190500" y="12712"/>
                </a:lnTo>
                <a:lnTo>
                  <a:pt x="190500" y="412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32385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0"/>
                </a:moveTo>
                <a:lnTo>
                  <a:pt x="190500" y="11635"/>
                </a:lnTo>
                <a:lnTo>
                  <a:pt x="190500" y="4021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34290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0"/>
                </a:moveTo>
                <a:lnTo>
                  <a:pt x="190500" y="10519"/>
                </a:lnTo>
                <a:lnTo>
                  <a:pt x="190500" y="39094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36195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0"/>
                </a:moveTo>
                <a:lnTo>
                  <a:pt x="190500" y="9366"/>
                </a:lnTo>
                <a:lnTo>
                  <a:pt x="190500" y="3794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38100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0"/>
                </a:moveTo>
                <a:lnTo>
                  <a:pt x="190500" y="8182"/>
                </a:lnTo>
                <a:lnTo>
                  <a:pt x="190500" y="3675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40005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0"/>
                </a:moveTo>
                <a:lnTo>
                  <a:pt x="190500" y="6972"/>
                </a:lnTo>
                <a:lnTo>
                  <a:pt x="190500" y="3554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41910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0"/>
                </a:moveTo>
                <a:lnTo>
                  <a:pt x="190500" y="5736"/>
                </a:lnTo>
                <a:lnTo>
                  <a:pt x="190500" y="3431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43815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0"/>
                </a:moveTo>
                <a:lnTo>
                  <a:pt x="190500" y="4481"/>
                </a:lnTo>
                <a:lnTo>
                  <a:pt x="190500" y="3305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45720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0"/>
                </a:moveTo>
                <a:lnTo>
                  <a:pt x="190500" y="3212"/>
                </a:lnTo>
                <a:lnTo>
                  <a:pt x="190500" y="317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47625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0"/>
                </a:moveTo>
                <a:lnTo>
                  <a:pt x="190500" y="1932"/>
                </a:lnTo>
                <a:lnTo>
                  <a:pt x="190500" y="3050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49530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0"/>
                </a:moveTo>
                <a:lnTo>
                  <a:pt x="190500" y="645"/>
                </a:lnTo>
                <a:lnTo>
                  <a:pt x="190500" y="2922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51435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64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2922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53340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193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050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55245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32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17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57150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448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305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9055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573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431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60960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697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554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Freeform 35"/>
          <p:cNvSpPr/>
          <p:nvPr/>
        </p:nvSpPr>
        <p:spPr>
          <a:xfrm>
            <a:off x="62865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818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675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64770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936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794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66675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10519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9094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68580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1163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021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70485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127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12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2390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1374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232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74295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1473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330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76200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1567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424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78105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1655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13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80010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1738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96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81915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1815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673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83820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1886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743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85725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195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0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87630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2008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66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89535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2059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17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91440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2103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61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93345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214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9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95250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2170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28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97155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2192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50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99060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2207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65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1009650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2215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102870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22154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9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48490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983672" y="348773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1918854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2854036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3789218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4724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5659581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6594763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7529945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8465127" y="348773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9400309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9" name="Picture 68" descr="5205395280939307936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714500"/>
            <a:ext cx="4953000" cy="4953000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5867400" y="3333750"/>
            <a:ext cx="3848100" cy="1283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31662F"/>
                </a:solidFill>
                <a:latin typeface="Montserrat"/>
              </a:rPr>
              <a:t>Loida Vasquez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867400" y="4636740"/>
            <a:ext cx="3848100" cy="5395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333130"/>
                </a:solidFill>
                <a:latin typeface="Source Sans 3"/>
              </a:rPr>
              <a:t>Advanced Programs Lead</a:t>
            </a:r>
          </a:p>
        </p:txBody>
      </p:sp>
      <p:pic>
        <p:nvPicPr>
          <p:cNvPr id="72" name="Picture 71" descr="4164869772054376437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7096125"/>
            <a:ext cx="4953000" cy="4953000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5867400" y="8715375"/>
            <a:ext cx="3848100" cy="1283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31662F"/>
                </a:solidFill>
                <a:latin typeface="Montserrat"/>
              </a:rPr>
              <a:t>Casey Williams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867400" y="10018365"/>
            <a:ext cx="3848100" cy="5395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333130"/>
                </a:solidFill>
                <a:latin typeface="Source Sans 3"/>
              </a:rPr>
              <a:t>SFW Consultant &amp; Mentor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-1905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0"/>
                </a:moveTo>
                <a:lnTo>
                  <a:pt x="190500" y="22154"/>
                </a:lnTo>
                <a:lnTo>
                  <a:pt x="190500" y="50729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0"/>
                </a:moveTo>
                <a:lnTo>
                  <a:pt x="190500" y="22153"/>
                </a:lnTo>
                <a:lnTo>
                  <a:pt x="190500" y="5072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1905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0"/>
                </a:moveTo>
                <a:lnTo>
                  <a:pt x="190500" y="22078"/>
                </a:lnTo>
                <a:lnTo>
                  <a:pt x="190500" y="5065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810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0"/>
                </a:moveTo>
                <a:lnTo>
                  <a:pt x="190500" y="21928"/>
                </a:lnTo>
                <a:lnTo>
                  <a:pt x="190500" y="5050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5715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0"/>
                </a:moveTo>
                <a:lnTo>
                  <a:pt x="190500" y="21705"/>
                </a:lnTo>
                <a:lnTo>
                  <a:pt x="190500" y="5028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7620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0"/>
                </a:moveTo>
                <a:lnTo>
                  <a:pt x="190500" y="21408"/>
                </a:lnTo>
                <a:lnTo>
                  <a:pt x="190500" y="499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9525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0"/>
                </a:moveTo>
                <a:lnTo>
                  <a:pt x="190500" y="21037"/>
                </a:lnTo>
                <a:lnTo>
                  <a:pt x="190500" y="4961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11430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0"/>
                </a:moveTo>
                <a:lnTo>
                  <a:pt x="190500" y="20597"/>
                </a:lnTo>
                <a:lnTo>
                  <a:pt x="190500" y="4917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13335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0"/>
                </a:moveTo>
                <a:lnTo>
                  <a:pt x="190500" y="20086"/>
                </a:lnTo>
                <a:lnTo>
                  <a:pt x="190500" y="4866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15240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0"/>
                </a:moveTo>
                <a:lnTo>
                  <a:pt x="190500" y="19508"/>
                </a:lnTo>
                <a:lnTo>
                  <a:pt x="190500" y="480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7145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0"/>
                </a:moveTo>
                <a:lnTo>
                  <a:pt x="190500" y="18862"/>
                </a:lnTo>
                <a:lnTo>
                  <a:pt x="190500" y="4743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9050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0"/>
                </a:moveTo>
                <a:lnTo>
                  <a:pt x="190500" y="18155"/>
                </a:lnTo>
                <a:lnTo>
                  <a:pt x="190500" y="4673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20955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0"/>
                </a:moveTo>
                <a:lnTo>
                  <a:pt x="190500" y="17385"/>
                </a:lnTo>
                <a:lnTo>
                  <a:pt x="190500" y="4596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22860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0"/>
                </a:moveTo>
                <a:lnTo>
                  <a:pt x="190500" y="16556"/>
                </a:lnTo>
                <a:lnTo>
                  <a:pt x="190500" y="4513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24765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0"/>
                </a:moveTo>
                <a:lnTo>
                  <a:pt x="190500" y="15671"/>
                </a:lnTo>
                <a:lnTo>
                  <a:pt x="190500" y="4424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26670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0"/>
                </a:moveTo>
                <a:lnTo>
                  <a:pt x="190500" y="14733"/>
                </a:lnTo>
                <a:lnTo>
                  <a:pt x="190500" y="4330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28575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0"/>
                </a:moveTo>
                <a:lnTo>
                  <a:pt x="190500" y="13746"/>
                </a:lnTo>
                <a:lnTo>
                  <a:pt x="190500" y="4232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30480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0"/>
                </a:moveTo>
                <a:lnTo>
                  <a:pt x="190500" y="12712"/>
                </a:lnTo>
                <a:lnTo>
                  <a:pt x="190500" y="412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32385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0"/>
                </a:moveTo>
                <a:lnTo>
                  <a:pt x="190500" y="11635"/>
                </a:lnTo>
                <a:lnTo>
                  <a:pt x="190500" y="4021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34290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0"/>
                </a:moveTo>
                <a:lnTo>
                  <a:pt x="190500" y="10519"/>
                </a:lnTo>
                <a:lnTo>
                  <a:pt x="190500" y="39094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36195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0"/>
                </a:moveTo>
                <a:lnTo>
                  <a:pt x="190500" y="9366"/>
                </a:lnTo>
                <a:lnTo>
                  <a:pt x="190500" y="3794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38100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0"/>
                </a:moveTo>
                <a:lnTo>
                  <a:pt x="190500" y="8182"/>
                </a:lnTo>
                <a:lnTo>
                  <a:pt x="190500" y="3675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40005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0"/>
                </a:moveTo>
                <a:lnTo>
                  <a:pt x="190500" y="6972"/>
                </a:lnTo>
                <a:lnTo>
                  <a:pt x="190500" y="3554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41910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0"/>
                </a:moveTo>
                <a:lnTo>
                  <a:pt x="190500" y="5736"/>
                </a:lnTo>
                <a:lnTo>
                  <a:pt x="190500" y="3431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43815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0"/>
                </a:moveTo>
                <a:lnTo>
                  <a:pt x="190500" y="4481"/>
                </a:lnTo>
                <a:lnTo>
                  <a:pt x="190500" y="3305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45720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0"/>
                </a:moveTo>
                <a:lnTo>
                  <a:pt x="190500" y="3212"/>
                </a:lnTo>
                <a:lnTo>
                  <a:pt x="190500" y="317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47625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0"/>
                </a:moveTo>
                <a:lnTo>
                  <a:pt x="190500" y="1932"/>
                </a:lnTo>
                <a:lnTo>
                  <a:pt x="190500" y="3050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49530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0"/>
                </a:moveTo>
                <a:lnTo>
                  <a:pt x="190500" y="645"/>
                </a:lnTo>
                <a:lnTo>
                  <a:pt x="190500" y="2922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51435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64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2922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53340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193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050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55245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32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17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57150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448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305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9055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573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431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60960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697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554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Freeform 35"/>
          <p:cNvSpPr/>
          <p:nvPr/>
        </p:nvSpPr>
        <p:spPr>
          <a:xfrm>
            <a:off x="62865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818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675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64770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936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794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66675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10519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9094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68580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1163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021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70485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127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12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2390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1374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232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74295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1473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330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76200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1567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424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78105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1655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13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80010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1738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96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81915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1815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673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83820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1886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743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85725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195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0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87630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2008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66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89535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2059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17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91440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2103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61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93345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214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9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95250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2170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28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97155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2192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50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99060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2207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65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1009650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2215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102870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22154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9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48490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983672" y="348773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1918854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2854036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3789218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4724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5659581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6594763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7529945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8465127" y="348773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9400309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95300" y="2495550"/>
            <a:ext cx="4572000" cy="228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31662F"/>
                </a:solidFill>
                <a:latin typeface="Montserrat"/>
              </a:rPr>
              <a:t>Happy World Teachers' Day</a:t>
            </a:r>
          </a:p>
        </p:txBody>
      </p:sp>
      <p:pic>
        <p:nvPicPr>
          <p:cNvPr id="70" name="Picture 69" descr="2663829795774334274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1600" y="2495550"/>
            <a:ext cx="2286000" cy="2286000"/>
          </a:xfrm>
          <a:prstGeom prst="rect">
            <a:avLst/>
          </a:prstGeom>
        </p:spPr>
      </p:pic>
      <p:sp>
        <p:nvSpPr>
          <p:cNvPr id="71" name="Rectangle 70"/>
          <p:cNvSpPr/>
          <p:nvPr/>
        </p:nvSpPr>
        <p:spPr>
          <a:xfrm>
            <a:off x="5181600" y="44386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219700" y="44386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Ib Borup Pedersen</a:t>
            </a:r>
          </a:p>
        </p:txBody>
      </p:sp>
      <p:pic>
        <p:nvPicPr>
          <p:cNvPr id="73" name="Picture 72" descr="1311806062584278399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43800" y="2495550"/>
            <a:ext cx="2286000" cy="2286000"/>
          </a:xfrm>
          <a:prstGeom prst="rect">
            <a:avLst/>
          </a:prstGeom>
        </p:spPr>
      </p:pic>
      <p:sp>
        <p:nvSpPr>
          <p:cNvPr id="74" name="Rectangle 73"/>
          <p:cNvSpPr/>
          <p:nvPr/>
        </p:nvSpPr>
        <p:spPr>
          <a:xfrm>
            <a:off x="7543800" y="44386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7581900" y="44386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Brian Daubenspeck</a:t>
            </a:r>
          </a:p>
        </p:txBody>
      </p:sp>
      <p:pic>
        <p:nvPicPr>
          <p:cNvPr id="76" name="Picture 75" descr="1228326016823983096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4857750"/>
            <a:ext cx="2286000" cy="2286000"/>
          </a:xfrm>
          <a:prstGeom prst="rect">
            <a:avLst/>
          </a:prstGeom>
        </p:spPr>
      </p:pic>
      <p:sp>
        <p:nvSpPr>
          <p:cNvPr id="77" name="Rectangle 76"/>
          <p:cNvSpPr/>
          <p:nvPr/>
        </p:nvSpPr>
        <p:spPr>
          <a:xfrm>
            <a:off x="457200" y="68008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95300" y="68008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Elena Kalli</a:t>
            </a:r>
          </a:p>
        </p:txBody>
      </p:sp>
      <p:pic>
        <p:nvPicPr>
          <p:cNvPr id="79" name="Picture 78" descr="8496695976596084521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19400" y="4857750"/>
            <a:ext cx="2286000" cy="2286000"/>
          </a:xfrm>
          <a:prstGeom prst="rect">
            <a:avLst/>
          </a:prstGeom>
        </p:spPr>
      </p:pic>
      <p:sp>
        <p:nvSpPr>
          <p:cNvPr id="80" name="Rectangle 79"/>
          <p:cNvSpPr/>
          <p:nvPr/>
        </p:nvSpPr>
        <p:spPr>
          <a:xfrm>
            <a:off x="2819400" y="68008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2857500" y="68008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Nick Padwick</a:t>
            </a:r>
          </a:p>
        </p:txBody>
      </p:sp>
      <p:pic>
        <p:nvPicPr>
          <p:cNvPr id="82" name="Picture 81" descr="8499503155804001537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81600" y="4857750"/>
            <a:ext cx="2286000" cy="2286000"/>
          </a:xfrm>
          <a:prstGeom prst="rect">
            <a:avLst/>
          </a:prstGeom>
        </p:spPr>
      </p:pic>
      <p:sp>
        <p:nvSpPr>
          <p:cNvPr id="83" name="Rectangle 82"/>
          <p:cNvSpPr/>
          <p:nvPr/>
        </p:nvSpPr>
        <p:spPr>
          <a:xfrm>
            <a:off x="5181600" y="68008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5219700" y="68008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Carla Portugal</a:t>
            </a:r>
          </a:p>
        </p:txBody>
      </p:sp>
      <p:pic>
        <p:nvPicPr>
          <p:cNvPr id="85" name="Picture 84" descr="5135560565093357647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43800" y="4857750"/>
            <a:ext cx="2286000" cy="2286000"/>
          </a:xfrm>
          <a:prstGeom prst="rect">
            <a:avLst/>
          </a:prstGeom>
        </p:spPr>
      </p:pic>
      <p:sp>
        <p:nvSpPr>
          <p:cNvPr id="86" name="Rectangle 85"/>
          <p:cNvSpPr/>
          <p:nvPr/>
        </p:nvSpPr>
        <p:spPr>
          <a:xfrm>
            <a:off x="7543800" y="68008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581900" y="68008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Gerald Ramírez</a:t>
            </a:r>
          </a:p>
        </p:txBody>
      </p:sp>
      <p:pic>
        <p:nvPicPr>
          <p:cNvPr id="88" name="Picture 87" descr="8664505731163078658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7200" y="7219950"/>
            <a:ext cx="2286000" cy="2286000"/>
          </a:xfrm>
          <a:prstGeom prst="rect">
            <a:avLst/>
          </a:prstGeom>
        </p:spPr>
      </p:pic>
      <p:sp>
        <p:nvSpPr>
          <p:cNvPr id="89" name="Rectangle 88"/>
          <p:cNvSpPr/>
          <p:nvPr/>
        </p:nvSpPr>
        <p:spPr>
          <a:xfrm>
            <a:off x="457200" y="91630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495300" y="91630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Wesley Sander</a:t>
            </a:r>
          </a:p>
        </p:txBody>
      </p:sp>
      <p:pic>
        <p:nvPicPr>
          <p:cNvPr id="91" name="Picture 90" descr="5215010633690581301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819400" y="7219950"/>
            <a:ext cx="2286000" cy="2286000"/>
          </a:xfrm>
          <a:prstGeom prst="rect">
            <a:avLst/>
          </a:prstGeom>
        </p:spPr>
      </p:pic>
      <p:sp>
        <p:nvSpPr>
          <p:cNvPr id="92" name="Rectangle 91"/>
          <p:cNvSpPr/>
          <p:nvPr/>
        </p:nvSpPr>
        <p:spPr>
          <a:xfrm>
            <a:off x="2819400" y="91630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857500" y="91630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Isadora Shmidt</a:t>
            </a:r>
          </a:p>
        </p:txBody>
      </p:sp>
      <p:pic>
        <p:nvPicPr>
          <p:cNvPr id="94" name="Picture 93" descr="8052758747183003055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181600" y="7219950"/>
            <a:ext cx="2286000" cy="2286000"/>
          </a:xfrm>
          <a:prstGeom prst="rect">
            <a:avLst/>
          </a:prstGeom>
        </p:spPr>
      </p:pic>
      <p:sp>
        <p:nvSpPr>
          <p:cNvPr id="95" name="Rectangle 94"/>
          <p:cNvSpPr/>
          <p:nvPr/>
        </p:nvSpPr>
        <p:spPr>
          <a:xfrm>
            <a:off x="5181600" y="91630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219700" y="91630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Delvin Solkinson</a:t>
            </a:r>
          </a:p>
        </p:txBody>
      </p:sp>
      <p:pic>
        <p:nvPicPr>
          <p:cNvPr id="97" name="Picture 96" descr="7297811591439890433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543800" y="7219950"/>
            <a:ext cx="2286000" cy="2286000"/>
          </a:xfrm>
          <a:prstGeom prst="rect">
            <a:avLst/>
          </a:prstGeom>
        </p:spPr>
      </p:pic>
      <p:sp>
        <p:nvSpPr>
          <p:cNvPr id="98" name="Rectangle 97"/>
          <p:cNvSpPr/>
          <p:nvPr/>
        </p:nvSpPr>
        <p:spPr>
          <a:xfrm>
            <a:off x="7543800" y="91630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7581900" y="91630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Tommy Tapper</a:t>
            </a:r>
          </a:p>
        </p:txBody>
      </p:sp>
      <p:pic>
        <p:nvPicPr>
          <p:cNvPr id="100" name="Picture 99" descr="4763296968275485648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57200" y="9582150"/>
            <a:ext cx="2286000" cy="2286000"/>
          </a:xfrm>
          <a:prstGeom prst="rect">
            <a:avLst/>
          </a:prstGeom>
        </p:spPr>
      </p:pic>
      <p:sp>
        <p:nvSpPr>
          <p:cNvPr id="101" name="Rectangle 100"/>
          <p:cNvSpPr/>
          <p:nvPr/>
        </p:nvSpPr>
        <p:spPr>
          <a:xfrm>
            <a:off x="457200" y="115252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495300" y="115252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Dora Tkalec</a:t>
            </a:r>
          </a:p>
        </p:txBody>
      </p:sp>
      <p:pic>
        <p:nvPicPr>
          <p:cNvPr id="103" name="Picture 102" descr="746667493973784667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819400" y="9582150"/>
            <a:ext cx="2286000" cy="2286000"/>
          </a:xfrm>
          <a:prstGeom prst="rect">
            <a:avLst/>
          </a:prstGeom>
        </p:spPr>
      </p:pic>
      <p:sp>
        <p:nvSpPr>
          <p:cNvPr id="104" name="Rectangle 103"/>
          <p:cNvSpPr/>
          <p:nvPr/>
        </p:nvSpPr>
        <p:spPr>
          <a:xfrm>
            <a:off x="2819400" y="115252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2857500" y="115252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Ayşen Üstünay</a:t>
            </a:r>
          </a:p>
        </p:txBody>
      </p:sp>
      <p:pic>
        <p:nvPicPr>
          <p:cNvPr id="106" name="Picture 105" descr="8728437986854537801.jp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181600" y="9582150"/>
            <a:ext cx="2286000" cy="2286000"/>
          </a:xfrm>
          <a:prstGeom prst="rect">
            <a:avLst/>
          </a:prstGeom>
        </p:spPr>
      </p:pic>
      <p:sp>
        <p:nvSpPr>
          <p:cNvPr id="107" name="Rectangle 106"/>
          <p:cNvSpPr/>
          <p:nvPr/>
        </p:nvSpPr>
        <p:spPr>
          <a:xfrm>
            <a:off x="5181600" y="115252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5219700" y="115252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Loida Vasquez</a:t>
            </a:r>
          </a:p>
        </p:txBody>
      </p:sp>
      <p:pic>
        <p:nvPicPr>
          <p:cNvPr id="109" name="Picture 108" descr="7695145214115977211.jp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543800" y="9582150"/>
            <a:ext cx="2286000" cy="2286000"/>
          </a:xfrm>
          <a:prstGeom prst="rect">
            <a:avLst/>
          </a:prstGeom>
        </p:spPr>
      </p:pic>
      <p:sp>
        <p:nvSpPr>
          <p:cNvPr id="110" name="Rectangle 109"/>
          <p:cNvSpPr/>
          <p:nvPr/>
        </p:nvSpPr>
        <p:spPr>
          <a:xfrm>
            <a:off x="7543800" y="115252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7581900" y="115252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Casey Williams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-190500" y="3588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0"/>
                </a:moveTo>
                <a:lnTo>
                  <a:pt x="190500" y="22154"/>
                </a:lnTo>
                <a:lnTo>
                  <a:pt x="190500" y="50729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3810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0"/>
                </a:moveTo>
                <a:lnTo>
                  <a:pt x="190500" y="22153"/>
                </a:lnTo>
                <a:lnTo>
                  <a:pt x="190500" y="5072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190500" y="4031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0"/>
                </a:moveTo>
                <a:lnTo>
                  <a:pt x="190500" y="22078"/>
                </a:lnTo>
                <a:lnTo>
                  <a:pt x="190500" y="5065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81000" y="4252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0"/>
                </a:moveTo>
                <a:lnTo>
                  <a:pt x="190500" y="21928"/>
                </a:lnTo>
                <a:lnTo>
                  <a:pt x="190500" y="5050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571500" y="4471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0"/>
                </a:moveTo>
                <a:lnTo>
                  <a:pt x="190500" y="21705"/>
                </a:lnTo>
                <a:lnTo>
                  <a:pt x="190500" y="5028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762000" y="4688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0"/>
                </a:moveTo>
                <a:lnTo>
                  <a:pt x="190500" y="21408"/>
                </a:lnTo>
                <a:lnTo>
                  <a:pt x="190500" y="499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952500" y="4902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0"/>
                </a:moveTo>
                <a:lnTo>
                  <a:pt x="190500" y="21037"/>
                </a:lnTo>
                <a:lnTo>
                  <a:pt x="190500" y="4961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1143000" y="5113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0"/>
                </a:moveTo>
                <a:lnTo>
                  <a:pt x="190500" y="20597"/>
                </a:lnTo>
                <a:lnTo>
                  <a:pt x="190500" y="4917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1333500" y="5319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0"/>
                </a:moveTo>
                <a:lnTo>
                  <a:pt x="190500" y="20086"/>
                </a:lnTo>
                <a:lnTo>
                  <a:pt x="190500" y="4866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1524000" y="5519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0"/>
                </a:moveTo>
                <a:lnTo>
                  <a:pt x="190500" y="19508"/>
                </a:lnTo>
                <a:lnTo>
                  <a:pt x="190500" y="480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714500" y="5715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0"/>
                </a:moveTo>
                <a:lnTo>
                  <a:pt x="190500" y="18862"/>
                </a:lnTo>
                <a:lnTo>
                  <a:pt x="190500" y="4743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905000" y="5903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0"/>
                </a:moveTo>
                <a:lnTo>
                  <a:pt x="190500" y="18155"/>
                </a:lnTo>
                <a:lnTo>
                  <a:pt x="190500" y="4673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2095500" y="6085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0"/>
                </a:moveTo>
                <a:lnTo>
                  <a:pt x="190500" y="17385"/>
                </a:lnTo>
                <a:lnTo>
                  <a:pt x="190500" y="4596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2286000" y="6259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0"/>
                </a:moveTo>
                <a:lnTo>
                  <a:pt x="190500" y="16556"/>
                </a:lnTo>
                <a:lnTo>
                  <a:pt x="190500" y="4513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2476500" y="6424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0"/>
                </a:moveTo>
                <a:lnTo>
                  <a:pt x="190500" y="15671"/>
                </a:lnTo>
                <a:lnTo>
                  <a:pt x="190500" y="4424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2667000" y="6581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0"/>
                </a:moveTo>
                <a:lnTo>
                  <a:pt x="190500" y="14733"/>
                </a:lnTo>
                <a:lnTo>
                  <a:pt x="190500" y="4330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2857500" y="6728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0"/>
                </a:moveTo>
                <a:lnTo>
                  <a:pt x="190500" y="13746"/>
                </a:lnTo>
                <a:lnTo>
                  <a:pt x="190500" y="4232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3048000" y="6866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0"/>
                </a:moveTo>
                <a:lnTo>
                  <a:pt x="190500" y="12712"/>
                </a:lnTo>
                <a:lnTo>
                  <a:pt x="190500" y="412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3238500" y="6993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0"/>
                </a:moveTo>
                <a:lnTo>
                  <a:pt x="190500" y="11635"/>
                </a:lnTo>
                <a:lnTo>
                  <a:pt x="190500" y="4021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3429000" y="7109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0"/>
                </a:moveTo>
                <a:lnTo>
                  <a:pt x="190500" y="10519"/>
                </a:lnTo>
                <a:lnTo>
                  <a:pt x="190500" y="39094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3619500" y="7214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0"/>
                </a:moveTo>
                <a:lnTo>
                  <a:pt x="190500" y="9366"/>
                </a:lnTo>
                <a:lnTo>
                  <a:pt x="190500" y="3794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3810000" y="7308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0"/>
                </a:moveTo>
                <a:lnTo>
                  <a:pt x="190500" y="8182"/>
                </a:lnTo>
                <a:lnTo>
                  <a:pt x="190500" y="3675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4000500" y="7390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0"/>
                </a:moveTo>
                <a:lnTo>
                  <a:pt x="190500" y="6972"/>
                </a:lnTo>
                <a:lnTo>
                  <a:pt x="190500" y="3554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4191000" y="7459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0"/>
                </a:moveTo>
                <a:lnTo>
                  <a:pt x="190500" y="5736"/>
                </a:lnTo>
                <a:lnTo>
                  <a:pt x="190500" y="3431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4381500" y="7517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0"/>
                </a:moveTo>
                <a:lnTo>
                  <a:pt x="190500" y="4481"/>
                </a:lnTo>
                <a:lnTo>
                  <a:pt x="190500" y="3305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4572000" y="7562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0"/>
                </a:moveTo>
                <a:lnTo>
                  <a:pt x="190500" y="3212"/>
                </a:lnTo>
                <a:lnTo>
                  <a:pt x="190500" y="317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4762500" y="7594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0"/>
                </a:moveTo>
                <a:lnTo>
                  <a:pt x="190500" y="1932"/>
                </a:lnTo>
                <a:lnTo>
                  <a:pt x="190500" y="3050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4953000" y="7613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0"/>
                </a:moveTo>
                <a:lnTo>
                  <a:pt x="190500" y="645"/>
                </a:lnTo>
                <a:lnTo>
                  <a:pt x="190500" y="2922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5143500" y="7613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64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2922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5334000" y="7594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193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050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5524500" y="7562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32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17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5715000" y="7517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448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305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905500" y="7459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573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431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6096000" y="7390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697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554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Freeform 35"/>
          <p:cNvSpPr/>
          <p:nvPr/>
        </p:nvSpPr>
        <p:spPr>
          <a:xfrm>
            <a:off x="6286500" y="7308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818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675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6477000" y="7214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936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794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6667500" y="7109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10519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9094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6858000" y="6993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1163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021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7048500" y="6866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127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12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239000" y="6728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1374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232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7429500" y="6581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1473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330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7620000" y="6424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1567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424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7810500" y="6259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1655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13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8001000" y="6085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1738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96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8191500" y="5903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1815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673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8382000" y="5715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1886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743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8572500" y="5519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195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0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8763000" y="5319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2008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66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8953500" y="5113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2059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17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9144000" y="4902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2103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61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9334500" y="4688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214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9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9525000" y="4471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2170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28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9715500" y="4252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2192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50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9906000" y="4031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2207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65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10096500" y="3810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2215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10287000" y="3588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22154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9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152400" y="447159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1295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2438400" y="672862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3581400" y="739022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4724400" y="7620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5867400" y="739022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7010400" y="672862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8153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9296400" y="447159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5-Point Star 66"/>
          <p:cNvSpPr/>
          <p:nvPr/>
        </p:nvSpPr>
        <p:spPr>
          <a:xfrm>
            <a:off x="2981325" y="2486025"/>
            <a:ext cx="323850" cy="323850"/>
          </a:xfrm>
          <a:prstGeom prst="star5">
            <a:avLst/>
          </a:pr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5-Point Star 67"/>
          <p:cNvSpPr/>
          <p:nvPr/>
        </p:nvSpPr>
        <p:spPr>
          <a:xfrm>
            <a:off x="6981825" y="2486025"/>
            <a:ext cx="323850" cy="323850"/>
          </a:xfrm>
          <a:prstGeom prst="star5">
            <a:avLst/>
          </a:pr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62000" y="2428875"/>
            <a:ext cx="8763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600" b="1" i="0" spc="400">
                <a:solidFill>
                  <a:srgbClr val="31662F"/>
                </a:solidFill>
                <a:latin typeface="Montserrat"/>
              </a:rPr>
              <a:t>OCTOBER 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2000" y="3048000"/>
            <a:ext cx="8763000" cy="266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600" b="1" i="0">
                <a:solidFill>
                  <a:srgbClr val="31662F"/>
                </a:solidFill>
                <a:latin typeface="Montserrat"/>
              </a:rPr>
              <a:t>Happy World Teachers' Day</a:t>
            </a:r>
          </a:p>
        </p:txBody>
      </p:sp>
      <p:sp>
        <p:nvSpPr>
          <p:cNvPr id="71" name="Oval 70"/>
          <p:cNvSpPr/>
          <p:nvPr/>
        </p:nvSpPr>
        <p:spPr>
          <a:xfrm>
            <a:off x="1952625" y="7810500"/>
            <a:ext cx="1428750" cy="1743075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2266950" y="8089392"/>
            <a:ext cx="171450" cy="348615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Freeform 72"/>
          <p:cNvSpPr/>
          <p:nvPr/>
        </p:nvSpPr>
        <p:spPr>
          <a:xfrm>
            <a:off x="2581275" y="9515475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Freeform 73"/>
          <p:cNvSpPr/>
          <p:nvPr/>
        </p:nvSpPr>
        <p:spPr>
          <a:xfrm>
            <a:off x="2667000" y="9648825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Freeform 74"/>
          <p:cNvSpPr/>
          <p:nvPr/>
        </p:nvSpPr>
        <p:spPr>
          <a:xfrm>
            <a:off x="2685923" y="9705975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Freeform 75"/>
          <p:cNvSpPr/>
          <p:nvPr/>
        </p:nvSpPr>
        <p:spPr>
          <a:xfrm>
            <a:off x="2704092" y="9763125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Freeform 76"/>
          <p:cNvSpPr/>
          <p:nvPr/>
        </p:nvSpPr>
        <p:spPr>
          <a:xfrm>
            <a:off x="2720782" y="9820275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Freeform 77"/>
          <p:cNvSpPr/>
          <p:nvPr/>
        </p:nvSpPr>
        <p:spPr>
          <a:xfrm>
            <a:off x="2735328" y="9877425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Freeform 78"/>
          <p:cNvSpPr/>
          <p:nvPr/>
        </p:nvSpPr>
        <p:spPr>
          <a:xfrm>
            <a:off x="2747150" y="9934575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Freeform 79"/>
          <p:cNvSpPr/>
          <p:nvPr/>
        </p:nvSpPr>
        <p:spPr>
          <a:xfrm>
            <a:off x="2755776" y="9991725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Freeform 80"/>
          <p:cNvSpPr/>
          <p:nvPr/>
        </p:nvSpPr>
        <p:spPr>
          <a:xfrm>
            <a:off x="2760864" y="10048875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Freeform 81"/>
          <p:cNvSpPr/>
          <p:nvPr/>
        </p:nvSpPr>
        <p:spPr>
          <a:xfrm>
            <a:off x="2759758" y="10106025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Freeform 82"/>
          <p:cNvSpPr/>
          <p:nvPr/>
        </p:nvSpPr>
        <p:spPr>
          <a:xfrm>
            <a:off x="2753610" y="10163175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Freeform 83"/>
          <p:cNvSpPr/>
          <p:nvPr/>
        </p:nvSpPr>
        <p:spPr>
          <a:xfrm>
            <a:off x="2744009" y="10220325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Freeform 84"/>
          <p:cNvSpPr/>
          <p:nvPr/>
        </p:nvSpPr>
        <p:spPr>
          <a:xfrm>
            <a:off x="2731337" y="10277475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Freeform 85"/>
          <p:cNvSpPr/>
          <p:nvPr/>
        </p:nvSpPr>
        <p:spPr>
          <a:xfrm>
            <a:off x="2716101" y="10334625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Freeform 86"/>
          <p:cNvSpPr/>
          <p:nvPr/>
        </p:nvSpPr>
        <p:spPr>
          <a:xfrm>
            <a:off x="2698907" y="10391775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Freeform 87"/>
          <p:cNvSpPr/>
          <p:nvPr/>
        </p:nvSpPr>
        <p:spPr>
          <a:xfrm>
            <a:off x="2680441" y="10448925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Freeform 88"/>
          <p:cNvSpPr/>
          <p:nvPr/>
        </p:nvSpPr>
        <p:spPr>
          <a:xfrm>
            <a:off x="2661439" y="10506075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Freeform 89"/>
          <p:cNvSpPr/>
          <p:nvPr/>
        </p:nvSpPr>
        <p:spPr>
          <a:xfrm>
            <a:off x="2642659" y="10563225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Freeform 90"/>
          <p:cNvSpPr/>
          <p:nvPr/>
        </p:nvSpPr>
        <p:spPr>
          <a:xfrm>
            <a:off x="2624849" y="10620375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Freeform 91"/>
          <p:cNvSpPr/>
          <p:nvPr/>
        </p:nvSpPr>
        <p:spPr>
          <a:xfrm>
            <a:off x="2608720" y="10677525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Freeform 92"/>
          <p:cNvSpPr/>
          <p:nvPr/>
        </p:nvSpPr>
        <p:spPr>
          <a:xfrm>
            <a:off x="2594914" y="10734675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Freeform 93"/>
          <p:cNvSpPr/>
          <p:nvPr/>
        </p:nvSpPr>
        <p:spPr>
          <a:xfrm>
            <a:off x="2583982" y="10791825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Freeform 94"/>
          <p:cNvSpPr/>
          <p:nvPr/>
        </p:nvSpPr>
        <p:spPr>
          <a:xfrm>
            <a:off x="2576359" y="10848975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Freeform 95"/>
          <p:cNvSpPr/>
          <p:nvPr/>
        </p:nvSpPr>
        <p:spPr>
          <a:xfrm>
            <a:off x="2572350" y="10906125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Freeform 96"/>
          <p:cNvSpPr/>
          <p:nvPr/>
        </p:nvSpPr>
        <p:spPr>
          <a:xfrm>
            <a:off x="2572115" y="10963275"/>
            <a:ext cx="19285" cy="57150"/>
          </a:xfrm>
          <a:custGeom>
            <a:avLst/>
            <a:gdLst/>
            <a:ahLst/>
            <a:cxnLst/>
            <a:rect l="l" t="t" r="r" b="b"/>
            <a:pathLst>
              <a:path w="19285" h="57150">
                <a:moveTo>
                  <a:pt x="23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28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Freeform 97"/>
          <p:cNvSpPr/>
          <p:nvPr/>
        </p:nvSpPr>
        <p:spPr>
          <a:xfrm>
            <a:off x="2572115" y="11020425"/>
            <a:ext cx="22597" cy="57150"/>
          </a:xfrm>
          <a:custGeom>
            <a:avLst/>
            <a:gdLst/>
            <a:ahLst/>
            <a:cxnLst/>
            <a:rect l="l" t="t" r="r" b="b"/>
            <a:pathLst>
              <a:path w="22597" h="57150">
                <a:moveTo>
                  <a:pt x="0" y="0"/>
                </a:moveTo>
                <a:lnTo>
                  <a:pt x="3547" y="57150"/>
                </a:lnTo>
                <a:lnTo>
                  <a:pt x="2259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Freeform 98"/>
          <p:cNvSpPr/>
          <p:nvPr/>
        </p:nvSpPr>
        <p:spPr>
          <a:xfrm>
            <a:off x="2575662" y="11077575"/>
            <a:ext cx="26238" cy="57150"/>
          </a:xfrm>
          <a:custGeom>
            <a:avLst/>
            <a:gdLst/>
            <a:ahLst/>
            <a:cxnLst/>
            <a:rect l="l" t="t" r="r" b="b"/>
            <a:pathLst>
              <a:path w="26238" h="57150">
                <a:moveTo>
                  <a:pt x="0" y="0"/>
                </a:moveTo>
                <a:lnTo>
                  <a:pt x="7188" y="57150"/>
                </a:lnTo>
                <a:lnTo>
                  <a:pt x="262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Freeform 99"/>
          <p:cNvSpPr/>
          <p:nvPr/>
        </p:nvSpPr>
        <p:spPr>
          <a:xfrm>
            <a:off x="2582850" y="11134725"/>
            <a:ext cx="29593" cy="57150"/>
          </a:xfrm>
          <a:custGeom>
            <a:avLst/>
            <a:gdLst/>
            <a:ahLst/>
            <a:cxnLst/>
            <a:rect l="l" t="t" r="r" b="b"/>
            <a:pathLst>
              <a:path w="29594" h="57150">
                <a:moveTo>
                  <a:pt x="0" y="0"/>
                </a:moveTo>
                <a:lnTo>
                  <a:pt x="10544" y="57150"/>
                </a:lnTo>
                <a:lnTo>
                  <a:pt x="29594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Freeform 100"/>
          <p:cNvSpPr/>
          <p:nvPr/>
        </p:nvSpPr>
        <p:spPr>
          <a:xfrm>
            <a:off x="2593394" y="11191875"/>
            <a:ext cx="32527" cy="57150"/>
          </a:xfrm>
          <a:custGeom>
            <a:avLst/>
            <a:gdLst/>
            <a:ahLst/>
            <a:cxnLst/>
            <a:rect l="l" t="t" r="r" b="b"/>
            <a:pathLst>
              <a:path w="32527" h="57150">
                <a:moveTo>
                  <a:pt x="0" y="0"/>
                </a:moveTo>
                <a:lnTo>
                  <a:pt x="13477" y="57150"/>
                </a:lnTo>
                <a:lnTo>
                  <a:pt x="3252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Freeform 101"/>
          <p:cNvSpPr/>
          <p:nvPr/>
        </p:nvSpPr>
        <p:spPr>
          <a:xfrm>
            <a:off x="2606871" y="11249025"/>
            <a:ext cx="34924" cy="57150"/>
          </a:xfrm>
          <a:custGeom>
            <a:avLst/>
            <a:gdLst/>
            <a:ahLst/>
            <a:cxnLst/>
            <a:rect l="l" t="t" r="r" b="b"/>
            <a:pathLst>
              <a:path w="34925" h="57150">
                <a:moveTo>
                  <a:pt x="0" y="0"/>
                </a:moveTo>
                <a:lnTo>
                  <a:pt x="15875" y="57150"/>
                </a:lnTo>
                <a:lnTo>
                  <a:pt x="349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Freeform 102"/>
          <p:cNvSpPr/>
          <p:nvPr/>
        </p:nvSpPr>
        <p:spPr>
          <a:xfrm>
            <a:off x="2622746" y="11306175"/>
            <a:ext cx="36689" cy="57150"/>
          </a:xfrm>
          <a:custGeom>
            <a:avLst/>
            <a:gdLst/>
            <a:ahLst/>
            <a:cxnLst/>
            <a:rect l="l" t="t" r="r" b="b"/>
            <a:pathLst>
              <a:path w="36689" h="57150">
                <a:moveTo>
                  <a:pt x="0" y="0"/>
                </a:moveTo>
                <a:lnTo>
                  <a:pt x="17639" y="57150"/>
                </a:lnTo>
                <a:lnTo>
                  <a:pt x="3668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Freeform 103"/>
          <p:cNvSpPr/>
          <p:nvPr/>
        </p:nvSpPr>
        <p:spPr>
          <a:xfrm>
            <a:off x="2640385" y="11363325"/>
            <a:ext cx="37750" cy="57150"/>
          </a:xfrm>
          <a:custGeom>
            <a:avLst/>
            <a:gdLst/>
            <a:ahLst/>
            <a:cxnLst/>
            <a:rect l="l" t="t" r="r" b="b"/>
            <a:pathLst>
              <a:path w="37750" h="57150">
                <a:moveTo>
                  <a:pt x="0" y="0"/>
                </a:moveTo>
                <a:lnTo>
                  <a:pt x="18700" y="57150"/>
                </a:lnTo>
                <a:lnTo>
                  <a:pt x="37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Freeform 104"/>
          <p:cNvSpPr/>
          <p:nvPr/>
        </p:nvSpPr>
        <p:spPr>
          <a:xfrm>
            <a:off x="2659085" y="11420475"/>
            <a:ext cx="38065" cy="57150"/>
          </a:xfrm>
          <a:custGeom>
            <a:avLst/>
            <a:gdLst/>
            <a:ahLst/>
            <a:cxnLst/>
            <a:rect l="l" t="t" r="r" b="b"/>
            <a:pathLst>
              <a:path w="38066" h="57150">
                <a:moveTo>
                  <a:pt x="0" y="0"/>
                </a:moveTo>
                <a:lnTo>
                  <a:pt x="19016" y="57150"/>
                </a:lnTo>
                <a:lnTo>
                  <a:pt x="380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Freeform 105"/>
          <p:cNvSpPr/>
          <p:nvPr/>
        </p:nvSpPr>
        <p:spPr>
          <a:xfrm>
            <a:off x="2678101" y="11477625"/>
            <a:ext cx="37623" cy="57150"/>
          </a:xfrm>
          <a:custGeom>
            <a:avLst/>
            <a:gdLst/>
            <a:ahLst/>
            <a:cxnLst/>
            <a:rect l="l" t="t" r="r" b="b"/>
            <a:pathLst>
              <a:path w="37623" h="57150">
                <a:moveTo>
                  <a:pt x="0" y="0"/>
                </a:moveTo>
                <a:lnTo>
                  <a:pt x="18573" y="57150"/>
                </a:lnTo>
                <a:lnTo>
                  <a:pt x="3762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Freeform 106"/>
          <p:cNvSpPr/>
          <p:nvPr/>
        </p:nvSpPr>
        <p:spPr>
          <a:xfrm>
            <a:off x="2696674" y="11534775"/>
            <a:ext cx="36439" cy="57150"/>
          </a:xfrm>
          <a:custGeom>
            <a:avLst/>
            <a:gdLst/>
            <a:ahLst/>
            <a:cxnLst/>
            <a:rect l="l" t="t" r="r" b="b"/>
            <a:pathLst>
              <a:path w="36440" h="57150">
                <a:moveTo>
                  <a:pt x="0" y="0"/>
                </a:moveTo>
                <a:lnTo>
                  <a:pt x="17390" y="57150"/>
                </a:lnTo>
                <a:lnTo>
                  <a:pt x="364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Freeform 107"/>
          <p:cNvSpPr/>
          <p:nvPr/>
        </p:nvSpPr>
        <p:spPr>
          <a:xfrm>
            <a:off x="2714064" y="11591925"/>
            <a:ext cx="34563" cy="57150"/>
          </a:xfrm>
          <a:custGeom>
            <a:avLst/>
            <a:gdLst/>
            <a:ahLst/>
            <a:cxnLst/>
            <a:rect l="l" t="t" r="r" b="b"/>
            <a:pathLst>
              <a:path w="34563" h="57150">
                <a:moveTo>
                  <a:pt x="0" y="0"/>
                </a:moveTo>
                <a:lnTo>
                  <a:pt x="15513" y="57150"/>
                </a:lnTo>
                <a:lnTo>
                  <a:pt x="3456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Freeform 108"/>
          <p:cNvSpPr/>
          <p:nvPr/>
        </p:nvSpPr>
        <p:spPr>
          <a:xfrm>
            <a:off x="2729577" y="11649075"/>
            <a:ext cx="32068" cy="57150"/>
          </a:xfrm>
          <a:custGeom>
            <a:avLst/>
            <a:gdLst/>
            <a:ahLst/>
            <a:cxnLst/>
            <a:rect l="l" t="t" r="r" b="b"/>
            <a:pathLst>
              <a:path w="32069" h="57150">
                <a:moveTo>
                  <a:pt x="0" y="0"/>
                </a:moveTo>
                <a:lnTo>
                  <a:pt x="13019" y="57150"/>
                </a:lnTo>
                <a:lnTo>
                  <a:pt x="3206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Freeform 109"/>
          <p:cNvSpPr/>
          <p:nvPr/>
        </p:nvSpPr>
        <p:spPr>
          <a:xfrm>
            <a:off x="2742596" y="11706225"/>
            <a:ext cx="29055" cy="57150"/>
          </a:xfrm>
          <a:custGeom>
            <a:avLst/>
            <a:gdLst/>
            <a:ahLst/>
            <a:cxnLst/>
            <a:rect l="l" t="t" r="r" b="b"/>
            <a:pathLst>
              <a:path w="29055" h="57150">
                <a:moveTo>
                  <a:pt x="0" y="0"/>
                </a:moveTo>
                <a:lnTo>
                  <a:pt x="10005" y="57150"/>
                </a:lnTo>
                <a:lnTo>
                  <a:pt x="2905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Freeform 110"/>
          <p:cNvSpPr/>
          <p:nvPr/>
        </p:nvSpPr>
        <p:spPr>
          <a:xfrm>
            <a:off x="2752601" y="11763375"/>
            <a:ext cx="25642" cy="57150"/>
          </a:xfrm>
          <a:custGeom>
            <a:avLst/>
            <a:gdLst/>
            <a:ahLst/>
            <a:cxnLst/>
            <a:rect l="l" t="t" r="r" b="b"/>
            <a:pathLst>
              <a:path w="25643" h="57150">
                <a:moveTo>
                  <a:pt x="0" y="0"/>
                </a:moveTo>
                <a:lnTo>
                  <a:pt x="6593" y="57150"/>
                </a:lnTo>
                <a:lnTo>
                  <a:pt x="2564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Freeform 111"/>
          <p:cNvSpPr/>
          <p:nvPr/>
        </p:nvSpPr>
        <p:spPr>
          <a:xfrm>
            <a:off x="2759194" y="11820525"/>
            <a:ext cx="21966" cy="57150"/>
          </a:xfrm>
          <a:custGeom>
            <a:avLst/>
            <a:gdLst/>
            <a:ahLst/>
            <a:cxnLst/>
            <a:rect l="l" t="t" r="r" b="b"/>
            <a:pathLst>
              <a:path w="21967" h="57150">
                <a:moveTo>
                  <a:pt x="0" y="0"/>
                </a:moveTo>
                <a:lnTo>
                  <a:pt x="2917" y="57150"/>
                </a:lnTo>
                <a:lnTo>
                  <a:pt x="2196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Freeform 112"/>
          <p:cNvSpPr/>
          <p:nvPr/>
        </p:nvSpPr>
        <p:spPr>
          <a:xfrm>
            <a:off x="2761236" y="11877675"/>
            <a:ext cx="19924" cy="57150"/>
          </a:xfrm>
          <a:custGeom>
            <a:avLst/>
            <a:gdLst/>
            <a:ahLst/>
            <a:cxnLst/>
            <a:rect l="l" t="t" r="r" b="b"/>
            <a:pathLst>
              <a:path w="19925" h="57150">
                <a:moveTo>
                  <a:pt x="87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92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Freeform 113"/>
          <p:cNvSpPr/>
          <p:nvPr/>
        </p:nvSpPr>
        <p:spPr>
          <a:xfrm>
            <a:off x="2756604" y="11934825"/>
            <a:ext cx="23681" cy="57150"/>
          </a:xfrm>
          <a:custGeom>
            <a:avLst/>
            <a:gdLst/>
            <a:ahLst/>
            <a:cxnLst/>
            <a:rect l="l" t="t" r="r" b="b"/>
            <a:pathLst>
              <a:path w="23682" h="57150">
                <a:moveTo>
                  <a:pt x="46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6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Freeform 114"/>
          <p:cNvSpPr/>
          <p:nvPr/>
        </p:nvSpPr>
        <p:spPr>
          <a:xfrm>
            <a:off x="2748400" y="11991975"/>
            <a:ext cx="27254" cy="57150"/>
          </a:xfrm>
          <a:custGeom>
            <a:avLst/>
            <a:gdLst/>
            <a:ahLst/>
            <a:cxnLst/>
            <a:rect l="l" t="t" r="r" b="b"/>
            <a:pathLst>
              <a:path w="27254" h="57150">
                <a:moveTo>
                  <a:pt x="820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725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Freeform 115"/>
          <p:cNvSpPr/>
          <p:nvPr/>
        </p:nvSpPr>
        <p:spPr>
          <a:xfrm>
            <a:off x="2736951" y="12049125"/>
            <a:ext cx="30499" cy="57150"/>
          </a:xfrm>
          <a:custGeom>
            <a:avLst/>
            <a:gdLst/>
            <a:ahLst/>
            <a:cxnLst/>
            <a:rect l="l" t="t" r="r" b="b"/>
            <a:pathLst>
              <a:path w="30499" h="57150">
                <a:moveTo>
                  <a:pt x="1144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049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Freeform 116"/>
          <p:cNvSpPr/>
          <p:nvPr/>
        </p:nvSpPr>
        <p:spPr>
          <a:xfrm>
            <a:off x="2722713" y="12106275"/>
            <a:ext cx="33287" cy="57150"/>
          </a:xfrm>
          <a:custGeom>
            <a:avLst/>
            <a:gdLst/>
            <a:ahLst/>
            <a:cxnLst/>
            <a:rect l="l" t="t" r="r" b="b"/>
            <a:pathLst>
              <a:path w="33288" h="57150">
                <a:moveTo>
                  <a:pt x="1423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28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Freeform 117"/>
          <p:cNvSpPr/>
          <p:nvPr/>
        </p:nvSpPr>
        <p:spPr>
          <a:xfrm>
            <a:off x="2706254" y="12163425"/>
            <a:ext cx="35509" cy="57150"/>
          </a:xfrm>
          <a:custGeom>
            <a:avLst/>
            <a:gdLst/>
            <a:ahLst/>
            <a:cxnLst/>
            <a:rect l="l" t="t" r="r" b="b"/>
            <a:pathLst>
              <a:path w="35509" h="57150">
                <a:moveTo>
                  <a:pt x="1645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50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Freeform 118"/>
          <p:cNvSpPr/>
          <p:nvPr/>
        </p:nvSpPr>
        <p:spPr>
          <a:xfrm>
            <a:off x="2688230" y="12220575"/>
            <a:ext cx="37074" cy="57150"/>
          </a:xfrm>
          <a:custGeom>
            <a:avLst/>
            <a:gdLst/>
            <a:ahLst/>
            <a:cxnLst/>
            <a:rect l="l" t="t" r="r" b="b"/>
            <a:pathLst>
              <a:path w="37074" h="57150">
                <a:moveTo>
                  <a:pt x="1802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07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Freeform 119"/>
          <p:cNvSpPr/>
          <p:nvPr/>
        </p:nvSpPr>
        <p:spPr>
          <a:xfrm>
            <a:off x="2669359" y="12277725"/>
            <a:ext cx="37920" cy="57150"/>
          </a:xfrm>
          <a:custGeom>
            <a:avLst/>
            <a:gdLst/>
            <a:ahLst/>
            <a:cxnLst/>
            <a:rect l="l" t="t" r="r" b="b"/>
            <a:pathLst>
              <a:path w="37921" h="57150">
                <a:moveTo>
                  <a:pt x="1887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92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Freeform 120"/>
          <p:cNvSpPr/>
          <p:nvPr/>
        </p:nvSpPr>
        <p:spPr>
          <a:xfrm>
            <a:off x="2650395" y="12334875"/>
            <a:ext cx="38014" cy="57150"/>
          </a:xfrm>
          <a:custGeom>
            <a:avLst/>
            <a:gdLst/>
            <a:ahLst/>
            <a:cxnLst/>
            <a:rect l="l" t="t" r="r" b="b"/>
            <a:pathLst>
              <a:path w="38014" h="57150">
                <a:moveTo>
                  <a:pt x="1896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1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Freeform 121"/>
          <p:cNvSpPr/>
          <p:nvPr/>
        </p:nvSpPr>
        <p:spPr>
          <a:xfrm>
            <a:off x="2632092" y="12392025"/>
            <a:ext cx="37352" cy="57150"/>
          </a:xfrm>
          <a:custGeom>
            <a:avLst/>
            <a:gdLst/>
            <a:ahLst/>
            <a:cxnLst/>
            <a:rect l="l" t="t" r="r" b="b"/>
            <a:pathLst>
              <a:path w="37353" h="57150">
                <a:moveTo>
                  <a:pt x="1830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35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Freeform 122"/>
          <p:cNvSpPr/>
          <p:nvPr/>
        </p:nvSpPr>
        <p:spPr>
          <a:xfrm>
            <a:off x="2615181" y="12449175"/>
            <a:ext cx="35960" cy="57150"/>
          </a:xfrm>
          <a:custGeom>
            <a:avLst/>
            <a:gdLst/>
            <a:ahLst/>
            <a:cxnLst/>
            <a:rect l="l" t="t" r="r" b="b"/>
            <a:pathLst>
              <a:path w="35961" h="57150">
                <a:moveTo>
                  <a:pt x="1691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96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Freeform 123"/>
          <p:cNvSpPr/>
          <p:nvPr/>
        </p:nvSpPr>
        <p:spPr>
          <a:xfrm>
            <a:off x="2600336" y="12506325"/>
            <a:ext cx="33895" cy="57150"/>
          </a:xfrm>
          <a:custGeom>
            <a:avLst/>
            <a:gdLst/>
            <a:ahLst/>
            <a:cxnLst/>
            <a:rect l="l" t="t" r="r" b="b"/>
            <a:pathLst>
              <a:path w="33895" h="57150">
                <a:moveTo>
                  <a:pt x="1484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89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Freeform 124"/>
          <p:cNvSpPr/>
          <p:nvPr/>
        </p:nvSpPr>
        <p:spPr>
          <a:xfrm>
            <a:off x="2588149" y="12563475"/>
            <a:ext cx="31237" cy="57150"/>
          </a:xfrm>
          <a:custGeom>
            <a:avLst/>
            <a:gdLst/>
            <a:ahLst/>
            <a:cxnLst/>
            <a:rect l="l" t="t" r="r" b="b"/>
            <a:pathLst>
              <a:path w="31237" h="57150">
                <a:moveTo>
                  <a:pt x="12187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237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Freeform 125"/>
          <p:cNvSpPr/>
          <p:nvPr/>
        </p:nvSpPr>
        <p:spPr>
          <a:xfrm>
            <a:off x="2579105" y="12620625"/>
            <a:ext cx="28093" cy="57150"/>
          </a:xfrm>
          <a:custGeom>
            <a:avLst/>
            <a:gdLst/>
            <a:ahLst/>
            <a:cxnLst/>
            <a:rect l="l" t="t" r="r" b="b"/>
            <a:pathLst>
              <a:path w="28094" h="57150">
                <a:moveTo>
                  <a:pt x="904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09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Freeform 126"/>
          <p:cNvSpPr/>
          <p:nvPr/>
        </p:nvSpPr>
        <p:spPr>
          <a:xfrm>
            <a:off x="2573565" y="12677775"/>
            <a:ext cx="24589" cy="57150"/>
          </a:xfrm>
          <a:custGeom>
            <a:avLst/>
            <a:gdLst/>
            <a:ahLst/>
            <a:cxnLst/>
            <a:rect l="l" t="t" r="r" b="b"/>
            <a:pathLst>
              <a:path w="24590" h="57150">
                <a:moveTo>
                  <a:pt x="554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459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Freeform 127"/>
          <p:cNvSpPr/>
          <p:nvPr/>
        </p:nvSpPr>
        <p:spPr>
          <a:xfrm>
            <a:off x="2571750" y="12734925"/>
            <a:ext cx="20864" cy="57150"/>
          </a:xfrm>
          <a:custGeom>
            <a:avLst/>
            <a:gdLst/>
            <a:ahLst/>
            <a:cxnLst/>
            <a:rect l="l" t="t" r="r" b="b"/>
            <a:pathLst>
              <a:path w="20865" h="57150">
                <a:moveTo>
                  <a:pt x="181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086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Freeform 128"/>
          <p:cNvSpPr/>
          <p:nvPr/>
        </p:nvSpPr>
        <p:spPr>
          <a:xfrm>
            <a:off x="2571750" y="12792075"/>
            <a:ext cx="21032" cy="57150"/>
          </a:xfrm>
          <a:custGeom>
            <a:avLst/>
            <a:gdLst/>
            <a:ahLst/>
            <a:cxnLst/>
            <a:rect l="l" t="t" r="r" b="b"/>
            <a:pathLst>
              <a:path w="21033" h="57150">
                <a:moveTo>
                  <a:pt x="0" y="0"/>
                </a:moveTo>
                <a:lnTo>
                  <a:pt x="1983" y="57150"/>
                </a:lnTo>
                <a:lnTo>
                  <a:pt x="2103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Freeform 129"/>
          <p:cNvSpPr/>
          <p:nvPr/>
        </p:nvSpPr>
        <p:spPr>
          <a:xfrm>
            <a:off x="2573733" y="12849225"/>
            <a:ext cx="24750" cy="57150"/>
          </a:xfrm>
          <a:custGeom>
            <a:avLst/>
            <a:gdLst/>
            <a:ahLst/>
            <a:cxnLst/>
            <a:rect l="l" t="t" r="r" b="b"/>
            <a:pathLst>
              <a:path w="24750" h="57150">
                <a:moveTo>
                  <a:pt x="0" y="0"/>
                </a:moveTo>
                <a:lnTo>
                  <a:pt x="5700" y="57150"/>
                </a:lnTo>
                <a:lnTo>
                  <a:pt x="24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666750" y="7239000"/>
            <a:ext cx="1524000" cy="1859280"/>
          </a:xfrm>
          <a:prstGeom prst="ellipse">
            <a:avLst/>
          </a:pr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1002029" y="7536484"/>
            <a:ext cx="182880" cy="371856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Freeform 132"/>
          <p:cNvSpPr/>
          <p:nvPr/>
        </p:nvSpPr>
        <p:spPr>
          <a:xfrm>
            <a:off x="1343025" y="9060180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Freeform 133"/>
          <p:cNvSpPr/>
          <p:nvPr/>
        </p:nvSpPr>
        <p:spPr>
          <a:xfrm>
            <a:off x="1428750" y="9193530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Freeform 134"/>
          <p:cNvSpPr/>
          <p:nvPr/>
        </p:nvSpPr>
        <p:spPr>
          <a:xfrm>
            <a:off x="1447673" y="9250680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Freeform 135"/>
          <p:cNvSpPr/>
          <p:nvPr/>
        </p:nvSpPr>
        <p:spPr>
          <a:xfrm>
            <a:off x="1465842" y="9307830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Freeform 136"/>
          <p:cNvSpPr/>
          <p:nvPr/>
        </p:nvSpPr>
        <p:spPr>
          <a:xfrm>
            <a:off x="1482532" y="9364980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Freeform 137"/>
          <p:cNvSpPr/>
          <p:nvPr/>
        </p:nvSpPr>
        <p:spPr>
          <a:xfrm>
            <a:off x="1497078" y="9422130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Freeform 138"/>
          <p:cNvSpPr/>
          <p:nvPr/>
        </p:nvSpPr>
        <p:spPr>
          <a:xfrm>
            <a:off x="1508900" y="9479280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Freeform 139"/>
          <p:cNvSpPr/>
          <p:nvPr/>
        </p:nvSpPr>
        <p:spPr>
          <a:xfrm>
            <a:off x="1517526" y="9536430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Freeform 140"/>
          <p:cNvSpPr/>
          <p:nvPr/>
        </p:nvSpPr>
        <p:spPr>
          <a:xfrm>
            <a:off x="1522614" y="9593580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Freeform 141"/>
          <p:cNvSpPr/>
          <p:nvPr/>
        </p:nvSpPr>
        <p:spPr>
          <a:xfrm>
            <a:off x="1521508" y="9650730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Freeform 142"/>
          <p:cNvSpPr/>
          <p:nvPr/>
        </p:nvSpPr>
        <p:spPr>
          <a:xfrm>
            <a:off x="1515360" y="9707880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Freeform 143"/>
          <p:cNvSpPr/>
          <p:nvPr/>
        </p:nvSpPr>
        <p:spPr>
          <a:xfrm>
            <a:off x="1505759" y="9765030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Freeform 144"/>
          <p:cNvSpPr/>
          <p:nvPr/>
        </p:nvSpPr>
        <p:spPr>
          <a:xfrm>
            <a:off x="1493087" y="9822180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Freeform 145"/>
          <p:cNvSpPr/>
          <p:nvPr/>
        </p:nvSpPr>
        <p:spPr>
          <a:xfrm>
            <a:off x="1477851" y="9879330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Freeform 146"/>
          <p:cNvSpPr/>
          <p:nvPr/>
        </p:nvSpPr>
        <p:spPr>
          <a:xfrm>
            <a:off x="1460657" y="9936480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Freeform 147"/>
          <p:cNvSpPr/>
          <p:nvPr/>
        </p:nvSpPr>
        <p:spPr>
          <a:xfrm>
            <a:off x="1442191" y="9993630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Freeform 148"/>
          <p:cNvSpPr/>
          <p:nvPr/>
        </p:nvSpPr>
        <p:spPr>
          <a:xfrm>
            <a:off x="1423189" y="10050780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Freeform 149"/>
          <p:cNvSpPr/>
          <p:nvPr/>
        </p:nvSpPr>
        <p:spPr>
          <a:xfrm>
            <a:off x="1404409" y="10107930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Freeform 150"/>
          <p:cNvSpPr/>
          <p:nvPr/>
        </p:nvSpPr>
        <p:spPr>
          <a:xfrm>
            <a:off x="1386599" y="10165080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Freeform 151"/>
          <p:cNvSpPr/>
          <p:nvPr/>
        </p:nvSpPr>
        <p:spPr>
          <a:xfrm>
            <a:off x="1370470" y="10222230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Freeform 152"/>
          <p:cNvSpPr/>
          <p:nvPr/>
        </p:nvSpPr>
        <p:spPr>
          <a:xfrm>
            <a:off x="1356664" y="10279380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Freeform 153"/>
          <p:cNvSpPr/>
          <p:nvPr/>
        </p:nvSpPr>
        <p:spPr>
          <a:xfrm>
            <a:off x="1345732" y="10336530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Freeform 154"/>
          <p:cNvSpPr/>
          <p:nvPr/>
        </p:nvSpPr>
        <p:spPr>
          <a:xfrm>
            <a:off x="1338109" y="10393680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Freeform 155"/>
          <p:cNvSpPr/>
          <p:nvPr/>
        </p:nvSpPr>
        <p:spPr>
          <a:xfrm>
            <a:off x="1334100" y="10450830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Freeform 156"/>
          <p:cNvSpPr/>
          <p:nvPr/>
        </p:nvSpPr>
        <p:spPr>
          <a:xfrm>
            <a:off x="1333865" y="10507980"/>
            <a:ext cx="19285" cy="57150"/>
          </a:xfrm>
          <a:custGeom>
            <a:avLst/>
            <a:gdLst/>
            <a:ahLst/>
            <a:cxnLst/>
            <a:rect l="l" t="t" r="r" b="b"/>
            <a:pathLst>
              <a:path w="19285" h="57150">
                <a:moveTo>
                  <a:pt x="23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28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Freeform 157"/>
          <p:cNvSpPr/>
          <p:nvPr/>
        </p:nvSpPr>
        <p:spPr>
          <a:xfrm>
            <a:off x="1333865" y="10565130"/>
            <a:ext cx="22597" cy="57150"/>
          </a:xfrm>
          <a:custGeom>
            <a:avLst/>
            <a:gdLst/>
            <a:ahLst/>
            <a:cxnLst/>
            <a:rect l="l" t="t" r="r" b="b"/>
            <a:pathLst>
              <a:path w="22597" h="57150">
                <a:moveTo>
                  <a:pt x="0" y="0"/>
                </a:moveTo>
                <a:lnTo>
                  <a:pt x="3547" y="57150"/>
                </a:lnTo>
                <a:lnTo>
                  <a:pt x="2259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Freeform 158"/>
          <p:cNvSpPr/>
          <p:nvPr/>
        </p:nvSpPr>
        <p:spPr>
          <a:xfrm>
            <a:off x="1337412" y="10622280"/>
            <a:ext cx="26238" cy="57150"/>
          </a:xfrm>
          <a:custGeom>
            <a:avLst/>
            <a:gdLst/>
            <a:ahLst/>
            <a:cxnLst/>
            <a:rect l="l" t="t" r="r" b="b"/>
            <a:pathLst>
              <a:path w="26238" h="57150">
                <a:moveTo>
                  <a:pt x="0" y="0"/>
                </a:moveTo>
                <a:lnTo>
                  <a:pt x="7188" y="57150"/>
                </a:lnTo>
                <a:lnTo>
                  <a:pt x="262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Freeform 159"/>
          <p:cNvSpPr/>
          <p:nvPr/>
        </p:nvSpPr>
        <p:spPr>
          <a:xfrm>
            <a:off x="1344600" y="10679430"/>
            <a:ext cx="29593" cy="57150"/>
          </a:xfrm>
          <a:custGeom>
            <a:avLst/>
            <a:gdLst/>
            <a:ahLst/>
            <a:cxnLst/>
            <a:rect l="l" t="t" r="r" b="b"/>
            <a:pathLst>
              <a:path w="29594" h="57150">
                <a:moveTo>
                  <a:pt x="0" y="0"/>
                </a:moveTo>
                <a:lnTo>
                  <a:pt x="10544" y="57150"/>
                </a:lnTo>
                <a:lnTo>
                  <a:pt x="29594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Freeform 160"/>
          <p:cNvSpPr/>
          <p:nvPr/>
        </p:nvSpPr>
        <p:spPr>
          <a:xfrm>
            <a:off x="1355144" y="10736580"/>
            <a:ext cx="32527" cy="57150"/>
          </a:xfrm>
          <a:custGeom>
            <a:avLst/>
            <a:gdLst/>
            <a:ahLst/>
            <a:cxnLst/>
            <a:rect l="l" t="t" r="r" b="b"/>
            <a:pathLst>
              <a:path w="32527" h="57150">
                <a:moveTo>
                  <a:pt x="0" y="0"/>
                </a:moveTo>
                <a:lnTo>
                  <a:pt x="13477" y="57150"/>
                </a:lnTo>
                <a:lnTo>
                  <a:pt x="3252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Freeform 161"/>
          <p:cNvSpPr/>
          <p:nvPr/>
        </p:nvSpPr>
        <p:spPr>
          <a:xfrm>
            <a:off x="1368621" y="10793730"/>
            <a:ext cx="34924" cy="57150"/>
          </a:xfrm>
          <a:custGeom>
            <a:avLst/>
            <a:gdLst/>
            <a:ahLst/>
            <a:cxnLst/>
            <a:rect l="l" t="t" r="r" b="b"/>
            <a:pathLst>
              <a:path w="34925" h="57150">
                <a:moveTo>
                  <a:pt x="0" y="0"/>
                </a:moveTo>
                <a:lnTo>
                  <a:pt x="15875" y="57150"/>
                </a:lnTo>
                <a:lnTo>
                  <a:pt x="349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Freeform 162"/>
          <p:cNvSpPr/>
          <p:nvPr/>
        </p:nvSpPr>
        <p:spPr>
          <a:xfrm>
            <a:off x="1384496" y="10850880"/>
            <a:ext cx="36689" cy="57150"/>
          </a:xfrm>
          <a:custGeom>
            <a:avLst/>
            <a:gdLst/>
            <a:ahLst/>
            <a:cxnLst/>
            <a:rect l="l" t="t" r="r" b="b"/>
            <a:pathLst>
              <a:path w="36689" h="57150">
                <a:moveTo>
                  <a:pt x="0" y="0"/>
                </a:moveTo>
                <a:lnTo>
                  <a:pt x="17639" y="57150"/>
                </a:lnTo>
                <a:lnTo>
                  <a:pt x="3668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Freeform 163"/>
          <p:cNvSpPr/>
          <p:nvPr/>
        </p:nvSpPr>
        <p:spPr>
          <a:xfrm>
            <a:off x="1402135" y="10908030"/>
            <a:ext cx="37750" cy="57150"/>
          </a:xfrm>
          <a:custGeom>
            <a:avLst/>
            <a:gdLst/>
            <a:ahLst/>
            <a:cxnLst/>
            <a:rect l="l" t="t" r="r" b="b"/>
            <a:pathLst>
              <a:path w="37750" h="57150">
                <a:moveTo>
                  <a:pt x="0" y="0"/>
                </a:moveTo>
                <a:lnTo>
                  <a:pt x="18700" y="57150"/>
                </a:lnTo>
                <a:lnTo>
                  <a:pt x="37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Freeform 164"/>
          <p:cNvSpPr/>
          <p:nvPr/>
        </p:nvSpPr>
        <p:spPr>
          <a:xfrm>
            <a:off x="1420835" y="10965180"/>
            <a:ext cx="38065" cy="57150"/>
          </a:xfrm>
          <a:custGeom>
            <a:avLst/>
            <a:gdLst/>
            <a:ahLst/>
            <a:cxnLst/>
            <a:rect l="l" t="t" r="r" b="b"/>
            <a:pathLst>
              <a:path w="38066" h="57150">
                <a:moveTo>
                  <a:pt x="0" y="0"/>
                </a:moveTo>
                <a:lnTo>
                  <a:pt x="19016" y="57150"/>
                </a:lnTo>
                <a:lnTo>
                  <a:pt x="380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Freeform 165"/>
          <p:cNvSpPr/>
          <p:nvPr/>
        </p:nvSpPr>
        <p:spPr>
          <a:xfrm>
            <a:off x="1439851" y="11022330"/>
            <a:ext cx="37623" cy="57150"/>
          </a:xfrm>
          <a:custGeom>
            <a:avLst/>
            <a:gdLst/>
            <a:ahLst/>
            <a:cxnLst/>
            <a:rect l="l" t="t" r="r" b="b"/>
            <a:pathLst>
              <a:path w="37623" h="57150">
                <a:moveTo>
                  <a:pt x="0" y="0"/>
                </a:moveTo>
                <a:lnTo>
                  <a:pt x="18573" y="57150"/>
                </a:lnTo>
                <a:lnTo>
                  <a:pt x="3762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Freeform 166"/>
          <p:cNvSpPr/>
          <p:nvPr/>
        </p:nvSpPr>
        <p:spPr>
          <a:xfrm>
            <a:off x="1458424" y="11079480"/>
            <a:ext cx="36439" cy="57150"/>
          </a:xfrm>
          <a:custGeom>
            <a:avLst/>
            <a:gdLst/>
            <a:ahLst/>
            <a:cxnLst/>
            <a:rect l="l" t="t" r="r" b="b"/>
            <a:pathLst>
              <a:path w="36440" h="57150">
                <a:moveTo>
                  <a:pt x="0" y="0"/>
                </a:moveTo>
                <a:lnTo>
                  <a:pt x="17390" y="57150"/>
                </a:lnTo>
                <a:lnTo>
                  <a:pt x="364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Freeform 167"/>
          <p:cNvSpPr/>
          <p:nvPr/>
        </p:nvSpPr>
        <p:spPr>
          <a:xfrm>
            <a:off x="1475814" y="11136630"/>
            <a:ext cx="34563" cy="57150"/>
          </a:xfrm>
          <a:custGeom>
            <a:avLst/>
            <a:gdLst/>
            <a:ahLst/>
            <a:cxnLst/>
            <a:rect l="l" t="t" r="r" b="b"/>
            <a:pathLst>
              <a:path w="34563" h="57150">
                <a:moveTo>
                  <a:pt x="0" y="0"/>
                </a:moveTo>
                <a:lnTo>
                  <a:pt x="15513" y="57150"/>
                </a:lnTo>
                <a:lnTo>
                  <a:pt x="3456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Freeform 168"/>
          <p:cNvSpPr/>
          <p:nvPr/>
        </p:nvSpPr>
        <p:spPr>
          <a:xfrm>
            <a:off x="1491327" y="11193780"/>
            <a:ext cx="32068" cy="57150"/>
          </a:xfrm>
          <a:custGeom>
            <a:avLst/>
            <a:gdLst/>
            <a:ahLst/>
            <a:cxnLst/>
            <a:rect l="l" t="t" r="r" b="b"/>
            <a:pathLst>
              <a:path w="32069" h="57150">
                <a:moveTo>
                  <a:pt x="0" y="0"/>
                </a:moveTo>
                <a:lnTo>
                  <a:pt x="13019" y="57150"/>
                </a:lnTo>
                <a:lnTo>
                  <a:pt x="3206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Freeform 169"/>
          <p:cNvSpPr/>
          <p:nvPr/>
        </p:nvSpPr>
        <p:spPr>
          <a:xfrm>
            <a:off x="1504346" y="11250930"/>
            <a:ext cx="29055" cy="57150"/>
          </a:xfrm>
          <a:custGeom>
            <a:avLst/>
            <a:gdLst/>
            <a:ahLst/>
            <a:cxnLst/>
            <a:rect l="l" t="t" r="r" b="b"/>
            <a:pathLst>
              <a:path w="29055" h="57150">
                <a:moveTo>
                  <a:pt x="0" y="0"/>
                </a:moveTo>
                <a:lnTo>
                  <a:pt x="10005" y="57150"/>
                </a:lnTo>
                <a:lnTo>
                  <a:pt x="2905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Freeform 170"/>
          <p:cNvSpPr/>
          <p:nvPr/>
        </p:nvSpPr>
        <p:spPr>
          <a:xfrm>
            <a:off x="1514351" y="11308080"/>
            <a:ext cx="25642" cy="57150"/>
          </a:xfrm>
          <a:custGeom>
            <a:avLst/>
            <a:gdLst/>
            <a:ahLst/>
            <a:cxnLst/>
            <a:rect l="l" t="t" r="r" b="b"/>
            <a:pathLst>
              <a:path w="25643" h="57150">
                <a:moveTo>
                  <a:pt x="0" y="0"/>
                </a:moveTo>
                <a:lnTo>
                  <a:pt x="6593" y="57150"/>
                </a:lnTo>
                <a:lnTo>
                  <a:pt x="2564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Freeform 171"/>
          <p:cNvSpPr/>
          <p:nvPr/>
        </p:nvSpPr>
        <p:spPr>
          <a:xfrm>
            <a:off x="1520944" y="11365230"/>
            <a:ext cx="21966" cy="57150"/>
          </a:xfrm>
          <a:custGeom>
            <a:avLst/>
            <a:gdLst/>
            <a:ahLst/>
            <a:cxnLst/>
            <a:rect l="l" t="t" r="r" b="b"/>
            <a:pathLst>
              <a:path w="21967" h="57150">
                <a:moveTo>
                  <a:pt x="0" y="0"/>
                </a:moveTo>
                <a:lnTo>
                  <a:pt x="2917" y="57150"/>
                </a:lnTo>
                <a:lnTo>
                  <a:pt x="2196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Freeform 172"/>
          <p:cNvSpPr/>
          <p:nvPr/>
        </p:nvSpPr>
        <p:spPr>
          <a:xfrm>
            <a:off x="1522986" y="11422380"/>
            <a:ext cx="19924" cy="57150"/>
          </a:xfrm>
          <a:custGeom>
            <a:avLst/>
            <a:gdLst/>
            <a:ahLst/>
            <a:cxnLst/>
            <a:rect l="l" t="t" r="r" b="b"/>
            <a:pathLst>
              <a:path w="19925" h="57150">
                <a:moveTo>
                  <a:pt x="87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92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Freeform 173"/>
          <p:cNvSpPr/>
          <p:nvPr/>
        </p:nvSpPr>
        <p:spPr>
          <a:xfrm>
            <a:off x="1518354" y="11479530"/>
            <a:ext cx="23681" cy="57150"/>
          </a:xfrm>
          <a:custGeom>
            <a:avLst/>
            <a:gdLst/>
            <a:ahLst/>
            <a:cxnLst/>
            <a:rect l="l" t="t" r="r" b="b"/>
            <a:pathLst>
              <a:path w="23682" h="57150">
                <a:moveTo>
                  <a:pt x="46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6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Freeform 174"/>
          <p:cNvSpPr/>
          <p:nvPr/>
        </p:nvSpPr>
        <p:spPr>
          <a:xfrm>
            <a:off x="1510150" y="11536680"/>
            <a:ext cx="27254" cy="57150"/>
          </a:xfrm>
          <a:custGeom>
            <a:avLst/>
            <a:gdLst/>
            <a:ahLst/>
            <a:cxnLst/>
            <a:rect l="l" t="t" r="r" b="b"/>
            <a:pathLst>
              <a:path w="27254" h="57150">
                <a:moveTo>
                  <a:pt x="820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725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Freeform 175"/>
          <p:cNvSpPr/>
          <p:nvPr/>
        </p:nvSpPr>
        <p:spPr>
          <a:xfrm>
            <a:off x="1498701" y="11593830"/>
            <a:ext cx="30499" cy="57150"/>
          </a:xfrm>
          <a:custGeom>
            <a:avLst/>
            <a:gdLst/>
            <a:ahLst/>
            <a:cxnLst/>
            <a:rect l="l" t="t" r="r" b="b"/>
            <a:pathLst>
              <a:path w="30499" h="57150">
                <a:moveTo>
                  <a:pt x="1144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049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Freeform 176"/>
          <p:cNvSpPr/>
          <p:nvPr/>
        </p:nvSpPr>
        <p:spPr>
          <a:xfrm>
            <a:off x="1484463" y="11650980"/>
            <a:ext cx="33287" cy="57150"/>
          </a:xfrm>
          <a:custGeom>
            <a:avLst/>
            <a:gdLst/>
            <a:ahLst/>
            <a:cxnLst/>
            <a:rect l="l" t="t" r="r" b="b"/>
            <a:pathLst>
              <a:path w="33288" h="57150">
                <a:moveTo>
                  <a:pt x="1423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28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Freeform 177"/>
          <p:cNvSpPr/>
          <p:nvPr/>
        </p:nvSpPr>
        <p:spPr>
          <a:xfrm>
            <a:off x="1468004" y="11708130"/>
            <a:ext cx="35509" cy="57150"/>
          </a:xfrm>
          <a:custGeom>
            <a:avLst/>
            <a:gdLst/>
            <a:ahLst/>
            <a:cxnLst/>
            <a:rect l="l" t="t" r="r" b="b"/>
            <a:pathLst>
              <a:path w="35509" h="57150">
                <a:moveTo>
                  <a:pt x="1645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50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Freeform 178"/>
          <p:cNvSpPr/>
          <p:nvPr/>
        </p:nvSpPr>
        <p:spPr>
          <a:xfrm>
            <a:off x="1449980" y="11765280"/>
            <a:ext cx="37074" cy="57150"/>
          </a:xfrm>
          <a:custGeom>
            <a:avLst/>
            <a:gdLst/>
            <a:ahLst/>
            <a:cxnLst/>
            <a:rect l="l" t="t" r="r" b="b"/>
            <a:pathLst>
              <a:path w="37074" h="57150">
                <a:moveTo>
                  <a:pt x="1802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07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Freeform 179"/>
          <p:cNvSpPr/>
          <p:nvPr/>
        </p:nvSpPr>
        <p:spPr>
          <a:xfrm>
            <a:off x="1431109" y="11822430"/>
            <a:ext cx="37920" cy="57150"/>
          </a:xfrm>
          <a:custGeom>
            <a:avLst/>
            <a:gdLst/>
            <a:ahLst/>
            <a:cxnLst/>
            <a:rect l="l" t="t" r="r" b="b"/>
            <a:pathLst>
              <a:path w="37921" h="57150">
                <a:moveTo>
                  <a:pt x="1887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92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Freeform 180"/>
          <p:cNvSpPr/>
          <p:nvPr/>
        </p:nvSpPr>
        <p:spPr>
          <a:xfrm>
            <a:off x="1412145" y="11879580"/>
            <a:ext cx="38014" cy="57150"/>
          </a:xfrm>
          <a:custGeom>
            <a:avLst/>
            <a:gdLst/>
            <a:ahLst/>
            <a:cxnLst/>
            <a:rect l="l" t="t" r="r" b="b"/>
            <a:pathLst>
              <a:path w="38014" h="57150">
                <a:moveTo>
                  <a:pt x="1896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1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Freeform 181"/>
          <p:cNvSpPr/>
          <p:nvPr/>
        </p:nvSpPr>
        <p:spPr>
          <a:xfrm>
            <a:off x="1393842" y="11936730"/>
            <a:ext cx="37352" cy="57150"/>
          </a:xfrm>
          <a:custGeom>
            <a:avLst/>
            <a:gdLst/>
            <a:ahLst/>
            <a:cxnLst/>
            <a:rect l="l" t="t" r="r" b="b"/>
            <a:pathLst>
              <a:path w="37353" h="57150">
                <a:moveTo>
                  <a:pt x="1830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35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Freeform 182"/>
          <p:cNvSpPr/>
          <p:nvPr/>
        </p:nvSpPr>
        <p:spPr>
          <a:xfrm>
            <a:off x="1376931" y="11993880"/>
            <a:ext cx="35960" cy="57150"/>
          </a:xfrm>
          <a:custGeom>
            <a:avLst/>
            <a:gdLst/>
            <a:ahLst/>
            <a:cxnLst/>
            <a:rect l="l" t="t" r="r" b="b"/>
            <a:pathLst>
              <a:path w="35961" h="57150">
                <a:moveTo>
                  <a:pt x="1691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96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Freeform 183"/>
          <p:cNvSpPr/>
          <p:nvPr/>
        </p:nvSpPr>
        <p:spPr>
          <a:xfrm>
            <a:off x="1362086" y="12051030"/>
            <a:ext cx="33895" cy="57150"/>
          </a:xfrm>
          <a:custGeom>
            <a:avLst/>
            <a:gdLst/>
            <a:ahLst/>
            <a:cxnLst/>
            <a:rect l="l" t="t" r="r" b="b"/>
            <a:pathLst>
              <a:path w="33895" h="57150">
                <a:moveTo>
                  <a:pt x="1484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89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Freeform 184"/>
          <p:cNvSpPr/>
          <p:nvPr/>
        </p:nvSpPr>
        <p:spPr>
          <a:xfrm>
            <a:off x="1349899" y="12108180"/>
            <a:ext cx="31237" cy="57150"/>
          </a:xfrm>
          <a:custGeom>
            <a:avLst/>
            <a:gdLst/>
            <a:ahLst/>
            <a:cxnLst/>
            <a:rect l="l" t="t" r="r" b="b"/>
            <a:pathLst>
              <a:path w="31237" h="57150">
                <a:moveTo>
                  <a:pt x="12187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237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Freeform 185"/>
          <p:cNvSpPr/>
          <p:nvPr/>
        </p:nvSpPr>
        <p:spPr>
          <a:xfrm>
            <a:off x="1340855" y="12165330"/>
            <a:ext cx="28093" cy="57150"/>
          </a:xfrm>
          <a:custGeom>
            <a:avLst/>
            <a:gdLst/>
            <a:ahLst/>
            <a:cxnLst/>
            <a:rect l="l" t="t" r="r" b="b"/>
            <a:pathLst>
              <a:path w="28094" h="57150">
                <a:moveTo>
                  <a:pt x="904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09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Freeform 186"/>
          <p:cNvSpPr/>
          <p:nvPr/>
        </p:nvSpPr>
        <p:spPr>
          <a:xfrm>
            <a:off x="1335315" y="12222480"/>
            <a:ext cx="24589" cy="57150"/>
          </a:xfrm>
          <a:custGeom>
            <a:avLst/>
            <a:gdLst/>
            <a:ahLst/>
            <a:cxnLst/>
            <a:rect l="l" t="t" r="r" b="b"/>
            <a:pathLst>
              <a:path w="24590" h="57150">
                <a:moveTo>
                  <a:pt x="554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459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Freeform 187"/>
          <p:cNvSpPr/>
          <p:nvPr/>
        </p:nvSpPr>
        <p:spPr>
          <a:xfrm>
            <a:off x="1333500" y="12279630"/>
            <a:ext cx="20864" cy="57150"/>
          </a:xfrm>
          <a:custGeom>
            <a:avLst/>
            <a:gdLst/>
            <a:ahLst/>
            <a:cxnLst/>
            <a:rect l="l" t="t" r="r" b="b"/>
            <a:pathLst>
              <a:path w="20865" h="57150">
                <a:moveTo>
                  <a:pt x="181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086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Freeform 188"/>
          <p:cNvSpPr/>
          <p:nvPr/>
        </p:nvSpPr>
        <p:spPr>
          <a:xfrm>
            <a:off x="1333500" y="12336780"/>
            <a:ext cx="21032" cy="57150"/>
          </a:xfrm>
          <a:custGeom>
            <a:avLst/>
            <a:gdLst/>
            <a:ahLst/>
            <a:cxnLst/>
            <a:rect l="l" t="t" r="r" b="b"/>
            <a:pathLst>
              <a:path w="21033" h="57150">
                <a:moveTo>
                  <a:pt x="0" y="0"/>
                </a:moveTo>
                <a:lnTo>
                  <a:pt x="1983" y="57150"/>
                </a:lnTo>
                <a:lnTo>
                  <a:pt x="2103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Freeform 189"/>
          <p:cNvSpPr/>
          <p:nvPr/>
        </p:nvSpPr>
        <p:spPr>
          <a:xfrm>
            <a:off x="1335483" y="12393930"/>
            <a:ext cx="24750" cy="57150"/>
          </a:xfrm>
          <a:custGeom>
            <a:avLst/>
            <a:gdLst/>
            <a:ahLst/>
            <a:cxnLst/>
            <a:rect l="l" t="t" r="r" b="b"/>
            <a:pathLst>
              <a:path w="24750" h="57150">
                <a:moveTo>
                  <a:pt x="0" y="0"/>
                </a:moveTo>
                <a:lnTo>
                  <a:pt x="5700" y="57150"/>
                </a:lnTo>
                <a:lnTo>
                  <a:pt x="24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Freeform 190"/>
          <p:cNvSpPr/>
          <p:nvPr/>
        </p:nvSpPr>
        <p:spPr>
          <a:xfrm>
            <a:off x="1341183" y="12451080"/>
            <a:ext cx="28241" cy="57150"/>
          </a:xfrm>
          <a:custGeom>
            <a:avLst/>
            <a:gdLst/>
            <a:ahLst/>
            <a:cxnLst/>
            <a:rect l="l" t="t" r="r" b="b"/>
            <a:pathLst>
              <a:path w="28242" h="57150">
                <a:moveTo>
                  <a:pt x="0" y="0"/>
                </a:moveTo>
                <a:lnTo>
                  <a:pt x="9192" y="57150"/>
                </a:lnTo>
                <a:lnTo>
                  <a:pt x="2824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Freeform 191"/>
          <p:cNvSpPr/>
          <p:nvPr/>
        </p:nvSpPr>
        <p:spPr>
          <a:xfrm>
            <a:off x="1350375" y="12508230"/>
            <a:ext cx="31366" cy="57150"/>
          </a:xfrm>
          <a:custGeom>
            <a:avLst/>
            <a:gdLst/>
            <a:ahLst/>
            <a:cxnLst/>
            <a:rect l="l" t="t" r="r" b="b"/>
            <a:pathLst>
              <a:path w="31366" h="57150">
                <a:moveTo>
                  <a:pt x="0" y="0"/>
                </a:moveTo>
                <a:lnTo>
                  <a:pt x="12316" y="57150"/>
                </a:lnTo>
                <a:lnTo>
                  <a:pt x="313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Freeform 192"/>
          <p:cNvSpPr/>
          <p:nvPr/>
        </p:nvSpPr>
        <p:spPr>
          <a:xfrm>
            <a:off x="1362691" y="12565380"/>
            <a:ext cx="33999" cy="57150"/>
          </a:xfrm>
          <a:custGeom>
            <a:avLst/>
            <a:gdLst/>
            <a:ahLst/>
            <a:cxnLst/>
            <a:rect l="l" t="t" r="r" b="b"/>
            <a:pathLst>
              <a:path w="34000" h="57150">
                <a:moveTo>
                  <a:pt x="0" y="0"/>
                </a:moveTo>
                <a:lnTo>
                  <a:pt x="14950" y="57150"/>
                </a:lnTo>
                <a:lnTo>
                  <a:pt x="3400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Freeform 193"/>
          <p:cNvSpPr/>
          <p:nvPr/>
        </p:nvSpPr>
        <p:spPr>
          <a:xfrm>
            <a:off x="1377641" y="12622530"/>
            <a:ext cx="36037" cy="57150"/>
          </a:xfrm>
          <a:custGeom>
            <a:avLst/>
            <a:gdLst/>
            <a:ahLst/>
            <a:cxnLst/>
            <a:rect l="l" t="t" r="r" b="b"/>
            <a:pathLst>
              <a:path w="36037" h="57150">
                <a:moveTo>
                  <a:pt x="0" y="0"/>
                </a:moveTo>
                <a:lnTo>
                  <a:pt x="16987" y="57150"/>
                </a:lnTo>
                <a:lnTo>
                  <a:pt x="3603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Freeform 194"/>
          <p:cNvSpPr/>
          <p:nvPr/>
        </p:nvSpPr>
        <p:spPr>
          <a:xfrm>
            <a:off x="1394628" y="12679680"/>
            <a:ext cx="37397" cy="57150"/>
          </a:xfrm>
          <a:custGeom>
            <a:avLst/>
            <a:gdLst/>
            <a:ahLst/>
            <a:cxnLst/>
            <a:rect l="l" t="t" r="r" b="b"/>
            <a:pathLst>
              <a:path w="37398" h="57150">
                <a:moveTo>
                  <a:pt x="0" y="0"/>
                </a:moveTo>
                <a:lnTo>
                  <a:pt x="18348" y="57150"/>
                </a:lnTo>
                <a:lnTo>
                  <a:pt x="3739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Freeform 195"/>
          <p:cNvSpPr/>
          <p:nvPr/>
        </p:nvSpPr>
        <p:spPr>
          <a:xfrm>
            <a:off x="1412976" y="12736830"/>
            <a:ext cx="38026" cy="57150"/>
          </a:xfrm>
          <a:custGeom>
            <a:avLst/>
            <a:gdLst/>
            <a:ahLst/>
            <a:cxnLst/>
            <a:rect l="l" t="t" r="r" b="b"/>
            <a:pathLst>
              <a:path w="38026" h="57150">
                <a:moveTo>
                  <a:pt x="0" y="0"/>
                </a:moveTo>
                <a:lnTo>
                  <a:pt x="18976" y="57150"/>
                </a:lnTo>
                <a:lnTo>
                  <a:pt x="3802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Freeform 196"/>
          <p:cNvSpPr/>
          <p:nvPr/>
        </p:nvSpPr>
        <p:spPr>
          <a:xfrm>
            <a:off x="1431952" y="12793980"/>
            <a:ext cx="37898" cy="57150"/>
          </a:xfrm>
          <a:custGeom>
            <a:avLst/>
            <a:gdLst/>
            <a:ahLst/>
            <a:cxnLst/>
            <a:rect l="l" t="t" r="r" b="b"/>
            <a:pathLst>
              <a:path w="37899" h="57150">
                <a:moveTo>
                  <a:pt x="0" y="0"/>
                </a:moveTo>
                <a:lnTo>
                  <a:pt x="18849" y="57150"/>
                </a:lnTo>
                <a:lnTo>
                  <a:pt x="3789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Freeform 197"/>
          <p:cNvSpPr/>
          <p:nvPr/>
        </p:nvSpPr>
        <p:spPr>
          <a:xfrm>
            <a:off x="1450801" y="12851130"/>
            <a:ext cx="37019" cy="57150"/>
          </a:xfrm>
          <a:custGeom>
            <a:avLst/>
            <a:gdLst/>
            <a:ahLst/>
            <a:cxnLst/>
            <a:rect l="l" t="t" r="r" b="b"/>
            <a:pathLst>
              <a:path w="37019" h="57150">
                <a:moveTo>
                  <a:pt x="0" y="0"/>
                </a:moveTo>
                <a:lnTo>
                  <a:pt x="17969" y="57150"/>
                </a:lnTo>
                <a:lnTo>
                  <a:pt x="370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Oval 198"/>
          <p:cNvSpPr/>
          <p:nvPr/>
        </p:nvSpPr>
        <p:spPr>
          <a:xfrm>
            <a:off x="1333500" y="8858250"/>
            <a:ext cx="1333500" cy="1626869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Oval 199"/>
          <p:cNvSpPr/>
          <p:nvPr/>
        </p:nvSpPr>
        <p:spPr>
          <a:xfrm>
            <a:off x="1626870" y="9118549"/>
            <a:ext cx="160020" cy="325373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Freeform 200"/>
          <p:cNvSpPr/>
          <p:nvPr/>
        </p:nvSpPr>
        <p:spPr>
          <a:xfrm>
            <a:off x="1914525" y="10447020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Freeform 201"/>
          <p:cNvSpPr/>
          <p:nvPr/>
        </p:nvSpPr>
        <p:spPr>
          <a:xfrm>
            <a:off x="2000250" y="10580370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Freeform 202"/>
          <p:cNvSpPr/>
          <p:nvPr/>
        </p:nvSpPr>
        <p:spPr>
          <a:xfrm>
            <a:off x="2019173" y="10637520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Freeform 203"/>
          <p:cNvSpPr/>
          <p:nvPr/>
        </p:nvSpPr>
        <p:spPr>
          <a:xfrm>
            <a:off x="2037342" y="10694670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Freeform 204"/>
          <p:cNvSpPr/>
          <p:nvPr/>
        </p:nvSpPr>
        <p:spPr>
          <a:xfrm>
            <a:off x="2054032" y="10751820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Freeform 205"/>
          <p:cNvSpPr/>
          <p:nvPr/>
        </p:nvSpPr>
        <p:spPr>
          <a:xfrm>
            <a:off x="2068578" y="10808970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Freeform 206"/>
          <p:cNvSpPr/>
          <p:nvPr/>
        </p:nvSpPr>
        <p:spPr>
          <a:xfrm>
            <a:off x="2080400" y="10866120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Freeform 207"/>
          <p:cNvSpPr/>
          <p:nvPr/>
        </p:nvSpPr>
        <p:spPr>
          <a:xfrm>
            <a:off x="2089026" y="10923270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Freeform 208"/>
          <p:cNvSpPr/>
          <p:nvPr/>
        </p:nvSpPr>
        <p:spPr>
          <a:xfrm>
            <a:off x="2094114" y="10980420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Freeform 209"/>
          <p:cNvSpPr/>
          <p:nvPr/>
        </p:nvSpPr>
        <p:spPr>
          <a:xfrm>
            <a:off x="2093008" y="11037570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Freeform 210"/>
          <p:cNvSpPr/>
          <p:nvPr/>
        </p:nvSpPr>
        <p:spPr>
          <a:xfrm>
            <a:off x="2086860" y="11094720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Freeform 211"/>
          <p:cNvSpPr/>
          <p:nvPr/>
        </p:nvSpPr>
        <p:spPr>
          <a:xfrm>
            <a:off x="2077259" y="11151870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Freeform 212"/>
          <p:cNvSpPr/>
          <p:nvPr/>
        </p:nvSpPr>
        <p:spPr>
          <a:xfrm>
            <a:off x="2064587" y="11209020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Freeform 213"/>
          <p:cNvSpPr/>
          <p:nvPr/>
        </p:nvSpPr>
        <p:spPr>
          <a:xfrm>
            <a:off x="2049351" y="11266170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Freeform 214"/>
          <p:cNvSpPr/>
          <p:nvPr/>
        </p:nvSpPr>
        <p:spPr>
          <a:xfrm>
            <a:off x="2032157" y="11323320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Freeform 215"/>
          <p:cNvSpPr/>
          <p:nvPr/>
        </p:nvSpPr>
        <p:spPr>
          <a:xfrm>
            <a:off x="2013691" y="11380470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Freeform 216"/>
          <p:cNvSpPr/>
          <p:nvPr/>
        </p:nvSpPr>
        <p:spPr>
          <a:xfrm>
            <a:off x="1994689" y="11437620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Freeform 217"/>
          <p:cNvSpPr/>
          <p:nvPr/>
        </p:nvSpPr>
        <p:spPr>
          <a:xfrm>
            <a:off x="1975909" y="11494770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Freeform 218"/>
          <p:cNvSpPr/>
          <p:nvPr/>
        </p:nvSpPr>
        <p:spPr>
          <a:xfrm>
            <a:off x="1958099" y="11551920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Freeform 219"/>
          <p:cNvSpPr/>
          <p:nvPr/>
        </p:nvSpPr>
        <p:spPr>
          <a:xfrm>
            <a:off x="1941970" y="11609070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Freeform 220"/>
          <p:cNvSpPr/>
          <p:nvPr/>
        </p:nvSpPr>
        <p:spPr>
          <a:xfrm>
            <a:off x="1928164" y="11666220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Freeform 221"/>
          <p:cNvSpPr/>
          <p:nvPr/>
        </p:nvSpPr>
        <p:spPr>
          <a:xfrm>
            <a:off x="1917232" y="11723370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Freeform 222"/>
          <p:cNvSpPr/>
          <p:nvPr/>
        </p:nvSpPr>
        <p:spPr>
          <a:xfrm>
            <a:off x="1909609" y="11780520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Freeform 223"/>
          <p:cNvSpPr/>
          <p:nvPr/>
        </p:nvSpPr>
        <p:spPr>
          <a:xfrm>
            <a:off x="1905600" y="11837670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Freeform 224"/>
          <p:cNvSpPr/>
          <p:nvPr/>
        </p:nvSpPr>
        <p:spPr>
          <a:xfrm>
            <a:off x="1905365" y="11894820"/>
            <a:ext cx="19285" cy="57150"/>
          </a:xfrm>
          <a:custGeom>
            <a:avLst/>
            <a:gdLst/>
            <a:ahLst/>
            <a:cxnLst/>
            <a:rect l="l" t="t" r="r" b="b"/>
            <a:pathLst>
              <a:path w="19285" h="57150">
                <a:moveTo>
                  <a:pt x="23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28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Freeform 225"/>
          <p:cNvSpPr/>
          <p:nvPr/>
        </p:nvSpPr>
        <p:spPr>
          <a:xfrm>
            <a:off x="1905365" y="11951970"/>
            <a:ext cx="22597" cy="57150"/>
          </a:xfrm>
          <a:custGeom>
            <a:avLst/>
            <a:gdLst/>
            <a:ahLst/>
            <a:cxnLst/>
            <a:rect l="l" t="t" r="r" b="b"/>
            <a:pathLst>
              <a:path w="22597" h="57150">
                <a:moveTo>
                  <a:pt x="0" y="0"/>
                </a:moveTo>
                <a:lnTo>
                  <a:pt x="3547" y="57150"/>
                </a:lnTo>
                <a:lnTo>
                  <a:pt x="2259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Freeform 226"/>
          <p:cNvSpPr/>
          <p:nvPr/>
        </p:nvSpPr>
        <p:spPr>
          <a:xfrm>
            <a:off x="1908912" y="12009120"/>
            <a:ext cx="26238" cy="57150"/>
          </a:xfrm>
          <a:custGeom>
            <a:avLst/>
            <a:gdLst/>
            <a:ahLst/>
            <a:cxnLst/>
            <a:rect l="l" t="t" r="r" b="b"/>
            <a:pathLst>
              <a:path w="26238" h="57150">
                <a:moveTo>
                  <a:pt x="0" y="0"/>
                </a:moveTo>
                <a:lnTo>
                  <a:pt x="7188" y="57150"/>
                </a:lnTo>
                <a:lnTo>
                  <a:pt x="262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Freeform 227"/>
          <p:cNvSpPr/>
          <p:nvPr/>
        </p:nvSpPr>
        <p:spPr>
          <a:xfrm>
            <a:off x="1916100" y="12066270"/>
            <a:ext cx="29593" cy="57150"/>
          </a:xfrm>
          <a:custGeom>
            <a:avLst/>
            <a:gdLst/>
            <a:ahLst/>
            <a:cxnLst/>
            <a:rect l="l" t="t" r="r" b="b"/>
            <a:pathLst>
              <a:path w="29594" h="57150">
                <a:moveTo>
                  <a:pt x="0" y="0"/>
                </a:moveTo>
                <a:lnTo>
                  <a:pt x="10544" y="57150"/>
                </a:lnTo>
                <a:lnTo>
                  <a:pt x="29594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Freeform 228"/>
          <p:cNvSpPr/>
          <p:nvPr/>
        </p:nvSpPr>
        <p:spPr>
          <a:xfrm>
            <a:off x="1926644" y="12123420"/>
            <a:ext cx="32527" cy="57150"/>
          </a:xfrm>
          <a:custGeom>
            <a:avLst/>
            <a:gdLst/>
            <a:ahLst/>
            <a:cxnLst/>
            <a:rect l="l" t="t" r="r" b="b"/>
            <a:pathLst>
              <a:path w="32527" h="57150">
                <a:moveTo>
                  <a:pt x="0" y="0"/>
                </a:moveTo>
                <a:lnTo>
                  <a:pt x="13477" y="57150"/>
                </a:lnTo>
                <a:lnTo>
                  <a:pt x="3252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Freeform 229"/>
          <p:cNvSpPr/>
          <p:nvPr/>
        </p:nvSpPr>
        <p:spPr>
          <a:xfrm>
            <a:off x="1940121" y="12180570"/>
            <a:ext cx="34924" cy="57150"/>
          </a:xfrm>
          <a:custGeom>
            <a:avLst/>
            <a:gdLst/>
            <a:ahLst/>
            <a:cxnLst/>
            <a:rect l="l" t="t" r="r" b="b"/>
            <a:pathLst>
              <a:path w="34925" h="57150">
                <a:moveTo>
                  <a:pt x="0" y="0"/>
                </a:moveTo>
                <a:lnTo>
                  <a:pt x="15875" y="57150"/>
                </a:lnTo>
                <a:lnTo>
                  <a:pt x="349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Freeform 230"/>
          <p:cNvSpPr/>
          <p:nvPr/>
        </p:nvSpPr>
        <p:spPr>
          <a:xfrm>
            <a:off x="1955996" y="12237720"/>
            <a:ext cx="36689" cy="57150"/>
          </a:xfrm>
          <a:custGeom>
            <a:avLst/>
            <a:gdLst/>
            <a:ahLst/>
            <a:cxnLst/>
            <a:rect l="l" t="t" r="r" b="b"/>
            <a:pathLst>
              <a:path w="36689" h="57150">
                <a:moveTo>
                  <a:pt x="0" y="0"/>
                </a:moveTo>
                <a:lnTo>
                  <a:pt x="17639" y="57150"/>
                </a:lnTo>
                <a:lnTo>
                  <a:pt x="3668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Freeform 231"/>
          <p:cNvSpPr/>
          <p:nvPr/>
        </p:nvSpPr>
        <p:spPr>
          <a:xfrm>
            <a:off x="1973635" y="12294870"/>
            <a:ext cx="37750" cy="57150"/>
          </a:xfrm>
          <a:custGeom>
            <a:avLst/>
            <a:gdLst/>
            <a:ahLst/>
            <a:cxnLst/>
            <a:rect l="l" t="t" r="r" b="b"/>
            <a:pathLst>
              <a:path w="37750" h="57150">
                <a:moveTo>
                  <a:pt x="0" y="0"/>
                </a:moveTo>
                <a:lnTo>
                  <a:pt x="18700" y="57150"/>
                </a:lnTo>
                <a:lnTo>
                  <a:pt x="37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Freeform 232"/>
          <p:cNvSpPr/>
          <p:nvPr/>
        </p:nvSpPr>
        <p:spPr>
          <a:xfrm>
            <a:off x="1992335" y="12352020"/>
            <a:ext cx="38065" cy="57150"/>
          </a:xfrm>
          <a:custGeom>
            <a:avLst/>
            <a:gdLst/>
            <a:ahLst/>
            <a:cxnLst/>
            <a:rect l="l" t="t" r="r" b="b"/>
            <a:pathLst>
              <a:path w="38066" h="57150">
                <a:moveTo>
                  <a:pt x="0" y="0"/>
                </a:moveTo>
                <a:lnTo>
                  <a:pt x="19016" y="57150"/>
                </a:lnTo>
                <a:lnTo>
                  <a:pt x="380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Freeform 233"/>
          <p:cNvSpPr/>
          <p:nvPr/>
        </p:nvSpPr>
        <p:spPr>
          <a:xfrm>
            <a:off x="2011351" y="12409170"/>
            <a:ext cx="37623" cy="57150"/>
          </a:xfrm>
          <a:custGeom>
            <a:avLst/>
            <a:gdLst/>
            <a:ahLst/>
            <a:cxnLst/>
            <a:rect l="l" t="t" r="r" b="b"/>
            <a:pathLst>
              <a:path w="37623" h="57150">
                <a:moveTo>
                  <a:pt x="0" y="0"/>
                </a:moveTo>
                <a:lnTo>
                  <a:pt x="18573" y="57150"/>
                </a:lnTo>
                <a:lnTo>
                  <a:pt x="3762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Freeform 234"/>
          <p:cNvSpPr/>
          <p:nvPr/>
        </p:nvSpPr>
        <p:spPr>
          <a:xfrm>
            <a:off x="2029924" y="12466320"/>
            <a:ext cx="36439" cy="57150"/>
          </a:xfrm>
          <a:custGeom>
            <a:avLst/>
            <a:gdLst/>
            <a:ahLst/>
            <a:cxnLst/>
            <a:rect l="l" t="t" r="r" b="b"/>
            <a:pathLst>
              <a:path w="36440" h="57150">
                <a:moveTo>
                  <a:pt x="0" y="0"/>
                </a:moveTo>
                <a:lnTo>
                  <a:pt x="17390" y="57150"/>
                </a:lnTo>
                <a:lnTo>
                  <a:pt x="364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Freeform 235"/>
          <p:cNvSpPr/>
          <p:nvPr/>
        </p:nvSpPr>
        <p:spPr>
          <a:xfrm>
            <a:off x="2047314" y="12523470"/>
            <a:ext cx="34563" cy="57150"/>
          </a:xfrm>
          <a:custGeom>
            <a:avLst/>
            <a:gdLst/>
            <a:ahLst/>
            <a:cxnLst/>
            <a:rect l="l" t="t" r="r" b="b"/>
            <a:pathLst>
              <a:path w="34563" h="57150">
                <a:moveTo>
                  <a:pt x="0" y="0"/>
                </a:moveTo>
                <a:lnTo>
                  <a:pt x="15513" y="57150"/>
                </a:lnTo>
                <a:lnTo>
                  <a:pt x="3456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Freeform 236"/>
          <p:cNvSpPr/>
          <p:nvPr/>
        </p:nvSpPr>
        <p:spPr>
          <a:xfrm>
            <a:off x="2062827" y="12580620"/>
            <a:ext cx="32068" cy="57150"/>
          </a:xfrm>
          <a:custGeom>
            <a:avLst/>
            <a:gdLst/>
            <a:ahLst/>
            <a:cxnLst/>
            <a:rect l="l" t="t" r="r" b="b"/>
            <a:pathLst>
              <a:path w="32069" h="57150">
                <a:moveTo>
                  <a:pt x="0" y="0"/>
                </a:moveTo>
                <a:lnTo>
                  <a:pt x="13019" y="57150"/>
                </a:lnTo>
                <a:lnTo>
                  <a:pt x="3206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Freeform 237"/>
          <p:cNvSpPr/>
          <p:nvPr/>
        </p:nvSpPr>
        <p:spPr>
          <a:xfrm>
            <a:off x="2075846" y="12637770"/>
            <a:ext cx="29055" cy="57150"/>
          </a:xfrm>
          <a:custGeom>
            <a:avLst/>
            <a:gdLst/>
            <a:ahLst/>
            <a:cxnLst/>
            <a:rect l="l" t="t" r="r" b="b"/>
            <a:pathLst>
              <a:path w="29055" h="57150">
                <a:moveTo>
                  <a:pt x="0" y="0"/>
                </a:moveTo>
                <a:lnTo>
                  <a:pt x="10005" y="57150"/>
                </a:lnTo>
                <a:lnTo>
                  <a:pt x="2905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Freeform 238"/>
          <p:cNvSpPr/>
          <p:nvPr/>
        </p:nvSpPr>
        <p:spPr>
          <a:xfrm>
            <a:off x="2085851" y="12694920"/>
            <a:ext cx="25642" cy="57150"/>
          </a:xfrm>
          <a:custGeom>
            <a:avLst/>
            <a:gdLst/>
            <a:ahLst/>
            <a:cxnLst/>
            <a:rect l="l" t="t" r="r" b="b"/>
            <a:pathLst>
              <a:path w="25643" h="57150">
                <a:moveTo>
                  <a:pt x="0" y="0"/>
                </a:moveTo>
                <a:lnTo>
                  <a:pt x="6593" y="57150"/>
                </a:lnTo>
                <a:lnTo>
                  <a:pt x="2564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Freeform 239"/>
          <p:cNvSpPr/>
          <p:nvPr/>
        </p:nvSpPr>
        <p:spPr>
          <a:xfrm>
            <a:off x="2092444" y="12752070"/>
            <a:ext cx="21966" cy="57150"/>
          </a:xfrm>
          <a:custGeom>
            <a:avLst/>
            <a:gdLst/>
            <a:ahLst/>
            <a:cxnLst/>
            <a:rect l="l" t="t" r="r" b="b"/>
            <a:pathLst>
              <a:path w="21967" h="57150">
                <a:moveTo>
                  <a:pt x="0" y="0"/>
                </a:moveTo>
                <a:lnTo>
                  <a:pt x="2917" y="57150"/>
                </a:lnTo>
                <a:lnTo>
                  <a:pt x="2196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Freeform 240"/>
          <p:cNvSpPr/>
          <p:nvPr/>
        </p:nvSpPr>
        <p:spPr>
          <a:xfrm>
            <a:off x="2094486" y="12809220"/>
            <a:ext cx="19924" cy="57150"/>
          </a:xfrm>
          <a:custGeom>
            <a:avLst/>
            <a:gdLst/>
            <a:ahLst/>
            <a:cxnLst/>
            <a:rect l="l" t="t" r="r" b="b"/>
            <a:pathLst>
              <a:path w="19925" h="57150">
                <a:moveTo>
                  <a:pt x="87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92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Freeform 241"/>
          <p:cNvSpPr/>
          <p:nvPr/>
        </p:nvSpPr>
        <p:spPr>
          <a:xfrm>
            <a:off x="2089854" y="12866370"/>
            <a:ext cx="23681" cy="57150"/>
          </a:xfrm>
          <a:custGeom>
            <a:avLst/>
            <a:gdLst/>
            <a:ahLst/>
            <a:cxnLst/>
            <a:rect l="l" t="t" r="r" b="b"/>
            <a:pathLst>
              <a:path w="23682" h="57150">
                <a:moveTo>
                  <a:pt x="46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6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Oval 242"/>
          <p:cNvSpPr/>
          <p:nvPr/>
        </p:nvSpPr>
        <p:spPr>
          <a:xfrm>
            <a:off x="6905625" y="7810500"/>
            <a:ext cx="1428750" cy="1743075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Oval 243"/>
          <p:cNvSpPr/>
          <p:nvPr/>
        </p:nvSpPr>
        <p:spPr>
          <a:xfrm>
            <a:off x="7219950" y="8089392"/>
            <a:ext cx="171450" cy="348615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Freeform 244"/>
          <p:cNvSpPr/>
          <p:nvPr/>
        </p:nvSpPr>
        <p:spPr>
          <a:xfrm>
            <a:off x="7534275" y="9515475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Freeform 245"/>
          <p:cNvSpPr/>
          <p:nvPr/>
        </p:nvSpPr>
        <p:spPr>
          <a:xfrm>
            <a:off x="7620000" y="9648825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Freeform 246"/>
          <p:cNvSpPr/>
          <p:nvPr/>
        </p:nvSpPr>
        <p:spPr>
          <a:xfrm>
            <a:off x="7638923" y="9705975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Freeform 247"/>
          <p:cNvSpPr/>
          <p:nvPr/>
        </p:nvSpPr>
        <p:spPr>
          <a:xfrm>
            <a:off x="7657092" y="9763125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Freeform 248"/>
          <p:cNvSpPr/>
          <p:nvPr/>
        </p:nvSpPr>
        <p:spPr>
          <a:xfrm>
            <a:off x="7673782" y="9820275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Freeform 249"/>
          <p:cNvSpPr/>
          <p:nvPr/>
        </p:nvSpPr>
        <p:spPr>
          <a:xfrm>
            <a:off x="7688328" y="9877425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Freeform 250"/>
          <p:cNvSpPr/>
          <p:nvPr/>
        </p:nvSpPr>
        <p:spPr>
          <a:xfrm>
            <a:off x="7700150" y="9934575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Freeform 251"/>
          <p:cNvSpPr/>
          <p:nvPr/>
        </p:nvSpPr>
        <p:spPr>
          <a:xfrm>
            <a:off x="7708776" y="9991725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Freeform 252"/>
          <p:cNvSpPr/>
          <p:nvPr/>
        </p:nvSpPr>
        <p:spPr>
          <a:xfrm>
            <a:off x="7713864" y="10048875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Freeform 253"/>
          <p:cNvSpPr/>
          <p:nvPr/>
        </p:nvSpPr>
        <p:spPr>
          <a:xfrm>
            <a:off x="7712758" y="10106025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Freeform 254"/>
          <p:cNvSpPr/>
          <p:nvPr/>
        </p:nvSpPr>
        <p:spPr>
          <a:xfrm>
            <a:off x="7706610" y="10163175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Freeform 255"/>
          <p:cNvSpPr/>
          <p:nvPr/>
        </p:nvSpPr>
        <p:spPr>
          <a:xfrm>
            <a:off x="7697009" y="10220325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Freeform 256"/>
          <p:cNvSpPr/>
          <p:nvPr/>
        </p:nvSpPr>
        <p:spPr>
          <a:xfrm>
            <a:off x="7684337" y="10277475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Freeform 257"/>
          <p:cNvSpPr/>
          <p:nvPr/>
        </p:nvSpPr>
        <p:spPr>
          <a:xfrm>
            <a:off x="7669101" y="10334625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Freeform 258"/>
          <p:cNvSpPr/>
          <p:nvPr/>
        </p:nvSpPr>
        <p:spPr>
          <a:xfrm>
            <a:off x="7651907" y="10391775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Freeform 259"/>
          <p:cNvSpPr/>
          <p:nvPr/>
        </p:nvSpPr>
        <p:spPr>
          <a:xfrm>
            <a:off x="7633441" y="10448925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Freeform 260"/>
          <p:cNvSpPr/>
          <p:nvPr/>
        </p:nvSpPr>
        <p:spPr>
          <a:xfrm>
            <a:off x="7614439" y="10506075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Freeform 261"/>
          <p:cNvSpPr/>
          <p:nvPr/>
        </p:nvSpPr>
        <p:spPr>
          <a:xfrm>
            <a:off x="7595659" y="10563225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Freeform 262"/>
          <p:cNvSpPr/>
          <p:nvPr/>
        </p:nvSpPr>
        <p:spPr>
          <a:xfrm>
            <a:off x="7577849" y="10620375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Freeform 263"/>
          <p:cNvSpPr/>
          <p:nvPr/>
        </p:nvSpPr>
        <p:spPr>
          <a:xfrm>
            <a:off x="7561720" y="10677525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Freeform 264"/>
          <p:cNvSpPr/>
          <p:nvPr/>
        </p:nvSpPr>
        <p:spPr>
          <a:xfrm>
            <a:off x="7547914" y="10734675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Freeform 265"/>
          <p:cNvSpPr/>
          <p:nvPr/>
        </p:nvSpPr>
        <p:spPr>
          <a:xfrm>
            <a:off x="7536982" y="10791825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Freeform 266"/>
          <p:cNvSpPr/>
          <p:nvPr/>
        </p:nvSpPr>
        <p:spPr>
          <a:xfrm>
            <a:off x="7529359" y="10848975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Freeform 267"/>
          <p:cNvSpPr/>
          <p:nvPr/>
        </p:nvSpPr>
        <p:spPr>
          <a:xfrm>
            <a:off x="7525350" y="10906125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Freeform 268"/>
          <p:cNvSpPr/>
          <p:nvPr/>
        </p:nvSpPr>
        <p:spPr>
          <a:xfrm>
            <a:off x="7525115" y="10963275"/>
            <a:ext cx="19285" cy="57150"/>
          </a:xfrm>
          <a:custGeom>
            <a:avLst/>
            <a:gdLst/>
            <a:ahLst/>
            <a:cxnLst/>
            <a:rect l="l" t="t" r="r" b="b"/>
            <a:pathLst>
              <a:path w="19285" h="57150">
                <a:moveTo>
                  <a:pt x="23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28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Freeform 269"/>
          <p:cNvSpPr/>
          <p:nvPr/>
        </p:nvSpPr>
        <p:spPr>
          <a:xfrm>
            <a:off x="7525115" y="11020425"/>
            <a:ext cx="22597" cy="57150"/>
          </a:xfrm>
          <a:custGeom>
            <a:avLst/>
            <a:gdLst/>
            <a:ahLst/>
            <a:cxnLst/>
            <a:rect l="l" t="t" r="r" b="b"/>
            <a:pathLst>
              <a:path w="22597" h="57150">
                <a:moveTo>
                  <a:pt x="0" y="0"/>
                </a:moveTo>
                <a:lnTo>
                  <a:pt x="3547" y="57150"/>
                </a:lnTo>
                <a:lnTo>
                  <a:pt x="2259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Freeform 270"/>
          <p:cNvSpPr/>
          <p:nvPr/>
        </p:nvSpPr>
        <p:spPr>
          <a:xfrm>
            <a:off x="7528662" y="11077575"/>
            <a:ext cx="26238" cy="57150"/>
          </a:xfrm>
          <a:custGeom>
            <a:avLst/>
            <a:gdLst/>
            <a:ahLst/>
            <a:cxnLst/>
            <a:rect l="l" t="t" r="r" b="b"/>
            <a:pathLst>
              <a:path w="26238" h="57150">
                <a:moveTo>
                  <a:pt x="0" y="0"/>
                </a:moveTo>
                <a:lnTo>
                  <a:pt x="7188" y="57150"/>
                </a:lnTo>
                <a:lnTo>
                  <a:pt x="262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Freeform 271"/>
          <p:cNvSpPr/>
          <p:nvPr/>
        </p:nvSpPr>
        <p:spPr>
          <a:xfrm>
            <a:off x="7535850" y="11134725"/>
            <a:ext cx="29593" cy="57150"/>
          </a:xfrm>
          <a:custGeom>
            <a:avLst/>
            <a:gdLst/>
            <a:ahLst/>
            <a:cxnLst/>
            <a:rect l="l" t="t" r="r" b="b"/>
            <a:pathLst>
              <a:path w="29594" h="57150">
                <a:moveTo>
                  <a:pt x="0" y="0"/>
                </a:moveTo>
                <a:lnTo>
                  <a:pt x="10544" y="57150"/>
                </a:lnTo>
                <a:lnTo>
                  <a:pt x="29594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Freeform 272"/>
          <p:cNvSpPr/>
          <p:nvPr/>
        </p:nvSpPr>
        <p:spPr>
          <a:xfrm>
            <a:off x="7546394" y="11191875"/>
            <a:ext cx="32527" cy="57150"/>
          </a:xfrm>
          <a:custGeom>
            <a:avLst/>
            <a:gdLst/>
            <a:ahLst/>
            <a:cxnLst/>
            <a:rect l="l" t="t" r="r" b="b"/>
            <a:pathLst>
              <a:path w="32527" h="57150">
                <a:moveTo>
                  <a:pt x="0" y="0"/>
                </a:moveTo>
                <a:lnTo>
                  <a:pt x="13477" y="57150"/>
                </a:lnTo>
                <a:lnTo>
                  <a:pt x="3252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Freeform 273"/>
          <p:cNvSpPr/>
          <p:nvPr/>
        </p:nvSpPr>
        <p:spPr>
          <a:xfrm>
            <a:off x="7559871" y="11249025"/>
            <a:ext cx="34924" cy="57150"/>
          </a:xfrm>
          <a:custGeom>
            <a:avLst/>
            <a:gdLst/>
            <a:ahLst/>
            <a:cxnLst/>
            <a:rect l="l" t="t" r="r" b="b"/>
            <a:pathLst>
              <a:path w="34925" h="57150">
                <a:moveTo>
                  <a:pt x="0" y="0"/>
                </a:moveTo>
                <a:lnTo>
                  <a:pt x="15875" y="57150"/>
                </a:lnTo>
                <a:lnTo>
                  <a:pt x="349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Freeform 274"/>
          <p:cNvSpPr/>
          <p:nvPr/>
        </p:nvSpPr>
        <p:spPr>
          <a:xfrm>
            <a:off x="7575746" y="11306175"/>
            <a:ext cx="36689" cy="57150"/>
          </a:xfrm>
          <a:custGeom>
            <a:avLst/>
            <a:gdLst/>
            <a:ahLst/>
            <a:cxnLst/>
            <a:rect l="l" t="t" r="r" b="b"/>
            <a:pathLst>
              <a:path w="36689" h="57150">
                <a:moveTo>
                  <a:pt x="0" y="0"/>
                </a:moveTo>
                <a:lnTo>
                  <a:pt x="17639" y="57150"/>
                </a:lnTo>
                <a:lnTo>
                  <a:pt x="3668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Freeform 275"/>
          <p:cNvSpPr/>
          <p:nvPr/>
        </p:nvSpPr>
        <p:spPr>
          <a:xfrm>
            <a:off x="7593385" y="11363325"/>
            <a:ext cx="37750" cy="57150"/>
          </a:xfrm>
          <a:custGeom>
            <a:avLst/>
            <a:gdLst/>
            <a:ahLst/>
            <a:cxnLst/>
            <a:rect l="l" t="t" r="r" b="b"/>
            <a:pathLst>
              <a:path w="37750" h="57150">
                <a:moveTo>
                  <a:pt x="0" y="0"/>
                </a:moveTo>
                <a:lnTo>
                  <a:pt x="18700" y="57150"/>
                </a:lnTo>
                <a:lnTo>
                  <a:pt x="37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Freeform 276"/>
          <p:cNvSpPr/>
          <p:nvPr/>
        </p:nvSpPr>
        <p:spPr>
          <a:xfrm>
            <a:off x="7612085" y="11420475"/>
            <a:ext cx="38065" cy="57150"/>
          </a:xfrm>
          <a:custGeom>
            <a:avLst/>
            <a:gdLst/>
            <a:ahLst/>
            <a:cxnLst/>
            <a:rect l="l" t="t" r="r" b="b"/>
            <a:pathLst>
              <a:path w="38066" h="57150">
                <a:moveTo>
                  <a:pt x="0" y="0"/>
                </a:moveTo>
                <a:lnTo>
                  <a:pt x="19016" y="57150"/>
                </a:lnTo>
                <a:lnTo>
                  <a:pt x="380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Freeform 277"/>
          <p:cNvSpPr/>
          <p:nvPr/>
        </p:nvSpPr>
        <p:spPr>
          <a:xfrm>
            <a:off x="7631101" y="11477625"/>
            <a:ext cx="37623" cy="57150"/>
          </a:xfrm>
          <a:custGeom>
            <a:avLst/>
            <a:gdLst/>
            <a:ahLst/>
            <a:cxnLst/>
            <a:rect l="l" t="t" r="r" b="b"/>
            <a:pathLst>
              <a:path w="37623" h="57150">
                <a:moveTo>
                  <a:pt x="0" y="0"/>
                </a:moveTo>
                <a:lnTo>
                  <a:pt x="18573" y="57150"/>
                </a:lnTo>
                <a:lnTo>
                  <a:pt x="3762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Freeform 278"/>
          <p:cNvSpPr/>
          <p:nvPr/>
        </p:nvSpPr>
        <p:spPr>
          <a:xfrm>
            <a:off x="7649674" y="11534775"/>
            <a:ext cx="36439" cy="57150"/>
          </a:xfrm>
          <a:custGeom>
            <a:avLst/>
            <a:gdLst/>
            <a:ahLst/>
            <a:cxnLst/>
            <a:rect l="l" t="t" r="r" b="b"/>
            <a:pathLst>
              <a:path w="36440" h="57150">
                <a:moveTo>
                  <a:pt x="0" y="0"/>
                </a:moveTo>
                <a:lnTo>
                  <a:pt x="17390" y="57150"/>
                </a:lnTo>
                <a:lnTo>
                  <a:pt x="364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Freeform 279"/>
          <p:cNvSpPr/>
          <p:nvPr/>
        </p:nvSpPr>
        <p:spPr>
          <a:xfrm>
            <a:off x="7667064" y="11591925"/>
            <a:ext cx="34563" cy="57150"/>
          </a:xfrm>
          <a:custGeom>
            <a:avLst/>
            <a:gdLst/>
            <a:ahLst/>
            <a:cxnLst/>
            <a:rect l="l" t="t" r="r" b="b"/>
            <a:pathLst>
              <a:path w="34563" h="57150">
                <a:moveTo>
                  <a:pt x="0" y="0"/>
                </a:moveTo>
                <a:lnTo>
                  <a:pt x="15513" y="57150"/>
                </a:lnTo>
                <a:lnTo>
                  <a:pt x="3456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Freeform 280"/>
          <p:cNvSpPr/>
          <p:nvPr/>
        </p:nvSpPr>
        <p:spPr>
          <a:xfrm>
            <a:off x="7682577" y="11649075"/>
            <a:ext cx="32068" cy="57150"/>
          </a:xfrm>
          <a:custGeom>
            <a:avLst/>
            <a:gdLst/>
            <a:ahLst/>
            <a:cxnLst/>
            <a:rect l="l" t="t" r="r" b="b"/>
            <a:pathLst>
              <a:path w="32069" h="57150">
                <a:moveTo>
                  <a:pt x="0" y="0"/>
                </a:moveTo>
                <a:lnTo>
                  <a:pt x="13019" y="57150"/>
                </a:lnTo>
                <a:lnTo>
                  <a:pt x="3206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Freeform 281"/>
          <p:cNvSpPr/>
          <p:nvPr/>
        </p:nvSpPr>
        <p:spPr>
          <a:xfrm>
            <a:off x="7695596" y="11706225"/>
            <a:ext cx="29055" cy="57150"/>
          </a:xfrm>
          <a:custGeom>
            <a:avLst/>
            <a:gdLst/>
            <a:ahLst/>
            <a:cxnLst/>
            <a:rect l="l" t="t" r="r" b="b"/>
            <a:pathLst>
              <a:path w="29055" h="57150">
                <a:moveTo>
                  <a:pt x="0" y="0"/>
                </a:moveTo>
                <a:lnTo>
                  <a:pt x="10005" y="57150"/>
                </a:lnTo>
                <a:lnTo>
                  <a:pt x="2905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Freeform 282"/>
          <p:cNvSpPr/>
          <p:nvPr/>
        </p:nvSpPr>
        <p:spPr>
          <a:xfrm>
            <a:off x="7705601" y="11763375"/>
            <a:ext cx="25642" cy="57150"/>
          </a:xfrm>
          <a:custGeom>
            <a:avLst/>
            <a:gdLst/>
            <a:ahLst/>
            <a:cxnLst/>
            <a:rect l="l" t="t" r="r" b="b"/>
            <a:pathLst>
              <a:path w="25643" h="57150">
                <a:moveTo>
                  <a:pt x="0" y="0"/>
                </a:moveTo>
                <a:lnTo>
                  <a:pt x="6593" y="57150"/>
                </a:lnTo>
                <a:lnTo>
                  <a:pt x="2564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Freeform 283"/>
          <p:cNvSpPr/>
          <p:nvPr/>
        </p:nvSpPr>
        <p:spPr>
          <a:xfrm>
            <a:off x="7712194" y="11820525"/>
            <a:ext cx="21966" cy="57150"/>
          </a:xfrm>
          <a:custGeom>
            <a:avLst/>
            <a:gdLst/>
            <a:ahLst/>
            <a:cxnLst/>
            <a:rect l="l" t="t" r="r" b="b"/>
            <a:pathLst>
              <a:path w="21967" h="57150">
                <a:moveTo>
                  <a:pt x="0" y="0"/>
                </a:moveTo>
                <a:lnTo>
                  <a:pt x="2917" y="57150"/>
                </a:lnTo>
                <a:lnTo>
                  <a:pt x="2196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Freeform 284"/>
          <p:cNvSpPr/>
          <p:nvPr/>
        </p:nvSpPr>
        <p:spPr>
          <a:xfrm>
            <a:off x="7714236" y="11877675"/>
            <a:ext cx="19924" cy="57150"/>
          </a:xfrm>
          <a:custGeom>
            <a:avLst/>
            <a:gdLst/>
            <a:ahLst/>
            <a:cxnLst/>
            <a:rect l="l" t="t" r="r" b="b"/>
            <a:pathLst>
              <a:path w="19925" h="57150">
                <a:moveTo>
                  <a:pt x="87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92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Freeform 285"/>
          <p:cNvSpPr/>
          <p:nvPr/>
        </p:nvSpPr>
        <p:spPr>
          <a:xfrm>
            <a:off x="7709604" y="11934825"/>
            <a:ext cx="23681" cy="57150"/>
          </a:xfrm>
          <a:custGeom>
            <a:avLst/>
            <a:gdLst/>
            <a:ahLst/>
            <a:cxnLst/>
            <a:rect l="l" t="t" r="r" b="b"/>
            <a:pathLst>
              <a:path w="23682" h="57150">
                <a:moveTo>
                  <a:pt x="46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6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Freeform 286"/>
          <p:cNvSpPr/>
          <p:nvPr/>
        </p:nvSpPr>
        <p:spPr>
          <a:xfrm>
            <a:off x="7701400" y="11991975"/>
            <a:ext cx="27254" cy="57150"/>
          </a:xfrm>
          <a:custGeom>
            <a:avLst/>
            <a:gdLst/>
            <a:ahLst/>
            <a:cxnLst/>
            <a:rect l="l" t="t" r="r" b="b"/>
            <a:pathLst>
              <a:path w="27254" h="57150">
                <a:moveTo>
                  <a:pt x="820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725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Freeform 287"/>
          <p:cNvSpPr/>
          <p:nvPr/>
        </p:nvSpPr>
        <p:spPr>
          <a:xfrm>
            <a:off x="7689951" y="12049125"/>
            <a:ext cx="30499" cy="57150"/>
          </a:xfrm>
          <a:custGeom>
            <a:avLst/>
            <a:gdLst/>
            <a:ahLst/>
            <a:cxnLst/>
            <a:rect l="l" t="t" r="r" b="b"/>
            <a:pathLst>
              <a:path w="30499" h="57150">
                <a:moveTo>
                  <a:pt x="1144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049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Freeform 288"/>
          <p:cNvSpPr/>
          <p:nvPr/>
        </p:nvSpPr>
        <p:spPr>
          <a:xfrm>
            <a:off x="7675713" y="12106275"/>
            <a:ext cx="33287" cy="57150"/>
          </a:xfrm>
          <a:custGeom>
            <a:avLst/>
            <a:gdLst/>
            <a:ahLst/>
            <a:cxnLst/>
            <a:rect l="l" t="t" r="r" b="b"/>
            <a:pathLst>
              <a:path w="33288" h="57150">
                <a:moveTo>
                  <a:pt x="1423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28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Freeform 289"/>
          <p:cNvSpPr/>
          <p:nvPr/>
        </p:nvSpPr>
        <p:spPr>
          <a:xfrm>
            <a:off x="7659254" y="12163425"/>
            <a:ext cx="35509" cy="57150"/>
          </a:xfrm>
          <a:custGeom>
            <a:avLst/>
            <a:gdLst/>
            <a:ahLst/>
            <a:cxnLst/>
            <a:rect l="l" t="t" r="r" b="b"/>
            <a:pathLst>
              <a:path w="35509" h="57150">
                <a:moveTo>
                  <a:pt x="1645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50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Freeform 290"/>
          <p:cNvSpPr/>
          <p:nvPr/>
        </p:nvSpPr>
        <p:spPr>
          <a:xfrm>
            <a:off x="7641230" y="12220575"/>
            <a:ext cx="37074" cy="57150"/>
          </a:xfrm>
          <a:custGeom>
            <a:avLst/>
            <a:gdLst/>
            <a:ahLst/>
            <a:cxnLst/>
            <a:rect l="l" t="t" r="r" b="b"/>
            <a:pathLst>
              <a:path w="37074" h="57150">
                <a:moveTo>
                  <a:pt x="1802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07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Freeform 291"/>
          <p:cNvSpPr/>
          <p:nvPr/>
        </p:nvSpPr>
        <p:spPr>
          <a:xfrm>
            <a:off x="7622359" y="12277725"/>
            <a:ext cx="37920" cy="57150"/>
          </a:xfrm>
          <a:custGeom>
            <a:avLst/>
            <a:gdLst/>
            <a:ahLst/>
            <a:cxnLst/>
            <a:rect l="l" t="t" r="r" b="b"/>
            <a:pathLst>
              <a:path w="37921" h="57150">
                <a:moveTo>
                  <a:pt x="1887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92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Freeform 292"/>
          <p:cNvSpPr/>
          <p:nvPr/>
        </p:nvSpPr>
        <p:spPr>
          <a:xfrm>
            <a:off x="7603395" y="12334875"/>
            <a:ext cx="38014" cy="57150"/>
          </a:xfrm>
          <a:custGeom>
            <a:avLst/>
            <a:gdLst/>
            <a:ahLst/>
            <a:cxnLst/>
            <a:rect l="l" t="t" r="r" b="b"/>
            <a:pathLst>
              <a:path w="38014" h="57150">
                <a:moveTo>
                  <a:pt x="1896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1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Freeform 293"/>
          <p:cNvSpPr/>
          <p:nvPr/>
        </p:nvSpPr>
        <p:spPr>
          <a:xfrm>
            <a:off x="7585092" y="12392025"/>
            <a:ext cx="37352" cy="57150"/>
          </a:xfrm>
          <a:custGeom>
            <a:avLst/>
            <a:gdLst/>
            <a:ahLst/>
            <a:cxnLst/>
            <a:rect l="l" t="t" r="r" b="b"/>
            <a:pathLst>
              <a:path w="37353" h="57150">
                <a:moveTo>
                  <a:pt x="1830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35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Freeform 294"/>
          <p:cNvSpPr/>
          <p:nvPr/>
        </p:nvSpPr>
        <p:spPr>
          <a:xfrm>
            <a:off x="7568181" y="12449175"/>
            <a:ext cx="35960" cy="57150"/>
          </a:xfrm>
          <a:custGeom>
            <a:avLst/>
            <a:gdLst/>
            <a:ahLst/>
            <a:cxnLst/>
            <a:rect l="l" t="t" r="r" b="b"/>
            <a:pathLst>
              <a:path w="35961" h="57150">
                <a:moveTo>
                  <a:pt x="1691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96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Freeform 295"/>
          <p:cNvSpPr/>
          <p:nvPr/>
        </p:nvSpPr>
        <p:spPr>
          <a:xfrm>
            <a:off x="7553336" y="12506325"/>
            <a:ext cx="33895" cy="57150"/>
          </a:xfrm>
          <a:custGeom>
            <a:avLst/>
            <a:gdLst/>
            <a:ahLst/>
            <a:cxnLst/>
            <a:rect l="l" t="t" r="r" b="b"/>
            <a:pathLst>
              <a:path w="33895" h="57150">
                <a:moveTo>
                  <a:pt x="1484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89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Freeform 296"/>
          <p:cNvSpPr/>
          <p:nvPr/>
        </p:nvSpPr>
        <p:spPr>
          <a:xfrm>
            <a:off x="7541149" y="12563475"/>
            <a:ext cx="31237" cy="57150"/>
          </a:xfrm>
          <a:custGeom>
            <a:avLst/>
            <a:gdLst/>
            <a:ahLst/>
            <a:cxnLst/>
            <a:rect l="l" t="t" r="r" b="b"/>
            <a:pathLst>
              <a:path w="31237" h="57150">
                <a:moveTo>
                  <a:pt x="12187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237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Freeform 297"/>
          <p:cNvSpPr/>
          <p:nvPr/>
        </p:nvSpPr>
        <p:spPr>
          <a:xfrm>
            <a:off x="7532105" y="12620625"/>
            <a:ext cx="28093" cy="57150"/>
          </a:xfrm>
          <a:custGeom>
            <a:avLst/>
            <a:gdLst/>
            <a:ahLst/>
            <a:cxnLst/>
            <a:rect l="l" t="t" r="r" b="b"/>
            <a:pathLst>
              <a:path w="28094" h="57150">
                <a:moveTo>
                  <a:pt x="904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09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Freeform 298"/>
          <p:cNvSpPr/>
          <p:nvPr/>
        </p:nvSpPr>
        <p:spPr>
          <a:xfrm>
            <a:off x="7526565" y="12677775"/>
            <a:ext cx="24589" cy="57150"/>
          </a:xfrm>
          <a:custGeom>
            <a:avLst/>
            <a:gdLst/>
            <a:ahLst/>
            <a:cxnLst/>
            <a:rect l="l" t="t" r="r" b="b"/>
            <a:pathLst>
              <a:path w="24590" h="57150">
                <a:moveTo>
                  <a:pt x="554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459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Freeform 299"/>
          <p:cNvSpPr/>
          <p:nvPr/>
        </p:nvSpPr>
        <p:spPr>
          <a:xfrm>
            <a:off x="7524750" y="12734925"/>
            <a:ext cx="20864" cy="57150"/>
          </a:xfrm>
          <a:custGeom>
            <a:avLst/>
            <a:gdLst/>
            <a:ahLst/>
            <a:cxnLst/>
            <a:rect l="l" t="t" r="r" b="b"/>
            <a:pathLst>
              <a:path w="20865" h="57150">
                <a:moveTo>
                  <a:pt x="181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086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Freeform 300"/>
          <p:cNvSpPr/>
          <p:nvPr/>
        </p:nvSpPr>
        <p:spPr>
          <a:xfrm>
            <a:off x="7524750" y="12792075"/>
            <a:ext cx="21032" cy="57150"/>
          </a:xfrm>
          <a:custGeom>
            <a:avLst/>
            <a:gdLst/>
            <a:ahLst/>
            <a:cxnLst/>
            <a:rect l="l" t="t" r="r" b="b"/>
            <a:pathLst>
              <a:path w="21033" h="57150">
                <a:moveTo>
                  <a:pt x="0" y="0"/>
                </a:moveTo>
                <a:lnTo>
                  <a:pt x="1983" y="57150"/>
                </a:lnTo>
                <a:lnTo>
                  <a:pt x="2103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Freeform 301"/>
          <p:cNvSpPr/>
          <p:nvPr/>
        </p:nvSpPr>
        <p:spPr>
          <a:xfrm>
            <a:off x="7526733" y="12849225"/>
            <a:ext cx="24750" cy="57150"/>
          </a:xfrm>
          <a:custGeom>
            <a:avLst/>
            <a:gdLst/>
            <a:ahLst/>
            <a:cxnLst/>
            <a:rect l="l" t="t" r="r" b="b"/>
            <a:pathLst>
              <a:path w="24750" h="57150">
                <a:moveTo>
                  <a:pt x="0" y="0"/>
                </a:moveTo>
                <a:lnTo>
                  <a:pt x="5700" y="57150"/>
                </a:lnTo>
                <a:lnTo>
                  <a:pt x="24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Oval 302"/>
          <p:cNvSpPr/>
          <p:nvPr/>
        </p:nvSpPr>
        <p:spPr>
          <a:xfrm>
            <a:off x="8096250" y="7239000"/>
            <a:ext cx="1524000" cy="1859280"/>
          </a:xfrm>
          <a:prstGeom prst="ellipse">
            <a:avLst/>
          </a:pr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Oval 303"/>
          <p:cNvSpPr/>
          <p:nvPr/>
        </p:nvSpPr>
        <p:spPr>
          <a:xfrm>
            <a:off x="8431530" y="7536484"/>
            <a:ext cx="182880" cy="371856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Freeform 304"/>
          <p:cNvSpPr/>
          <p:nvPr/>
        </p:nvSpPr>
        <p:spPr>
          <a:xfrm>
            <a:off x="8772525" y="9060180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Freeform 305"/>
          <p:cNvSpPr/>
          <p:nvPr/>
        </p:nvSpPr>
        <p:spPr>
          <a:xfrm>
            <a:off x="8858250" y="9193530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Freeform 306"/>
          <p:cNvSpPr/>
          <p:nvPr/>
        </p:nvSpPr>
        <p:spPr>
          <a:xfrm>
            <a:off x="8877173" y="9250680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Freeform 307"/>
          <p:cNvSpPr/>
          <p:nvPr/>
        </p:nvSpPr>
        <p:spPr>
          <a:xfrm>
            <a:off x="8895342" y="9307830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Freeform 308"/>
          <p:cNvSpPr/>
          <p:nvPr/>
        </p:nvSpPr>
        <p:spPr>
          <a:xfrm>
            <a:off x="8912032" y="9364980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Freeform 309"/>
          <p:cNvSpPr/>
          <p:nvPr/>
        </p:nvSpPr>
        <p:spPr>
          <a:xfrm>
            <a:off x="8926578" y="9422130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Freeform 310"/>
          <p:cNvSpPr/>
          <p:nvPr/>
        </p:nvSpPr>
        <p:spPr>
          <a:xfrm>
            <a:off x="8938400" y="9479280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Freeform 311"/>
          <p:cNvSpPr/>
          <p:nvPr/>
        </p:nvSpPr>
        <p:spPr>
          <a:xfrm>
            <a:off x="8947026" y="9536430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Freeform 312"/>
          <p:cNvSpPr/>
          <p:nvPr/>
        </p:nvSpPr>
        <p:spPr>
          <a:xfrm>
            <a:off x="8952114" y="9593580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Freeform 313"/>
          <p:cNvSpPr/>
          <p:nvPr/>
        </p:nvSpPr>
        <p:spPr>
          <a:xfrm>
            <a:off x="8951008" y="9650730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Freeform 314"/>
          <p:cNvSpPr/>
          <p:nvPr/>
        </p:nvSpPr>
        <p:spPr>
          <a:xfrm>
            <a:off x="8944860" y="9707880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Freeform 315"/>
          <p:cNvSpPr/>
          <p:nvPr/>
        </p:nvSpPr>
        <p:spPr>
          <a:xfrm>
            <a:off x="8935259" y="9765030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Freeform 316"/>
          <p:cNvSpPr/>
          <p:nvPr/>
        </p:nvSpPr>
        <p:spPr>
          <a:xfrm>
            <a:off x="8922587" y="9822180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Freeform 317"/>
          <p:cNvSpPr/>
          <p:nvPr/>
        </p:nvSpPr>
        <p:spPr>
          <a:xfrm>
            <a:off x="8907351" y="9879330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Freeform 318"/>
          <p:cNvSpPr/>
          <p:nvPr/>
        </p:nvSpPr>
        <p:spPr>
          <a:xfrm>
            <a:off x="8890157" y="9936480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Freeform 319"/>
          <p:cNvSpPr/>
          <p:nvPr/>
        </p:nvSpPr>
        <p:spPr>
          <a:xfrm>
            <a:off x="8871691" y="9993630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Freeform 320"/>
          <p:cNvSpPr/>
          <p:nvPr/>
        </p:nvSpPr>
        <p:spPr>
          <a:xfrm>
            <a:off x="8852689" y="10050780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Freeform 321"/>
          <p:cNvSpPr/>
          <p:nvPr/>
        </p:nvSpPr>
        <p:spPr>
          <a:xfrm>
            <a:off x="8833909" y="10107930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Freeform 322"/>
          <p:cNvSpPr/>
          <p:nvPr/>
        </p:nvSpPr>
        <p:spPr>
          <a:xfrm>
            <a:off x="8816099" y="10165080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Freeform 323"/>
          <p:cNvSpPr/>
          <p:nvPr/>
        </p:nvSpPr>
        <p:spPr>
          <a:xfrm>
            <a:off x="8799970" y="10222230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Freeform 324"/>
          <p:cNvSpPr/>
          <p:nvPr/>
        </p:nvSpPr>
        <p:spPr>
          <a:xfrm>
            <a:off x="8786164" y="10279380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Freeform 325"/>
          <p:cNvSpPr/>
          <p:nvPr/>
        </p:nvSpPr>
        <p:spPr>
          <a:xfrm>
            <a:off x="8775232" y="10336530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Freeform 326"/>
          <p:cNvSpPr/>
          <p:nvPr/>
        </p:nvSpPr>
        <p:spPr>
          <a:xfrm>
            <a:off x="8767609" y="10393680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Freeform 327"/>
          <p:cNvSpPr/>
          <p:nvPr/>
        </p:nvSpPr>
        <p:spPr>
          <a:xfrm>
            <a:off x="8763600" y="10450830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Freeform 328"/>
          <p:cNvSpPr/>
          <p:nvPr/>
        </p:nvSpPr>
        <p:spPr>
          <a:xfrm>
            <a:off x="8763365" y="10507980"/>
            <a:ext cx="19285" cy="57150"/>
          </a:xfrm>
          <a:custGeom>
            <a:avLst/>
            <a:gdLst/>
            <a:ahLst/>
            <a:cxnLst/>
            <a:rect l="l" t="t" r="r" b="b"/>
            <a:pathLst>
              <a:path w="19285" h="57150">
                <a:moveTo>
                  <a:pt x="23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28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Freeform 329"/>
          <p:cNvSpPr/>
          <p:nvPr/>
        </p:nvSpPr>
        <p:spPr>
          <a:xfrm>
            <a:off x="8763365" y="10565130"/>
            <a:ext cx="22597" cy="57150"/>
          </a:xfrm>
          <a:custGeom>
            <a:avLst/>
            <a:gdLst/>
            <a:ahLst/>
            <a:cxnLst/>
            <a:rect l="l" t="t" r="r" b="b"/>
            <a:pathLst>
              <a:path w="22597" h="57150">
                <a:moveTo>
                  <a:pt x="0" y="0"/>
                </a:moveTo>
                <a:lnTo>
                  <a:pt x="3547" y="57150"/>
                </a:lnTo>
                <a:lnTo>
                  <a:pt x="2259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Freeform 330"/>
          <p:cNvSpPr/>
          <p:nvPr/>
        </p:nvSpPr>
        <p:spPr>
          <a:xfrm>
            <a:off x="8766912" y="10622280"/>
            <a:ext cx="26238" cy="57150"/>
          </a:xfrm>
          <a:custGeom>
            <a:avLst/>
            <a:gdLst/>
            <a:ahLst/>
            <a:cxnLst/>
            <a:rect l="l" t="t" r="r" b="b"/>
            <a:pathLst>
              <a:path w="26238" h="57150">
                <a:moveTo>
                  <a:pt x="0" y="0"/>
                </a:moveTo>
                <a:lnTo>
                  <a:pt x="7188" y="57150"/>
                </a:lnTo>
                <a:lnTo>
                  <a:pt x="262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Freeform 331"/>
          <p:cNvSpPr/>
          <p:nvPr/>
        </p:nvSpPr>
        <p:spPr>
          <a:xfrm>
            <a:off x="8774100" y="10679430"/>
            <a:ext cx="29593" cy="57150"/>
          </a:xfrm>
          <a:custGeom>
            <a:avLst/>
            <a:gdLst/>
            <a:ahLst/>
            <a:cxnLst/>
            <a:rect l="l" t="t" r="r" b="b"/>
            <a:pathLst>
              <a:path w="29594" h="57150">
                <a:moveTo>
                  <a:pt x="0" y="0"/>
                </a:moveTo>
                <a:lnTo>
                  <a:pt x="10544" y="57150"/>
                </a:lnTo>
                <a:lnTo>
                  <a:pt x="29594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Freeform 332"/>
          <p:cNvSpPr/>
          <p:nvPr/>
        </p:nvSpPr>
        <p:spPr>
          <a:xfrm>
            <a:off x="8784644" y="10736580"/>
            <a:ext cx="32527" cy="57150"/>
          </a:xfrm>
          <a:custGeom>
            <a:avLst/>
            <a:gdLst/>
            <a:ahLst/>
            <a:cxnLst/>
            <a:rect l="l" t="t" r="r" b="b"/>
            <a:pathLst>
              <a:path w="32527" h="57150">
                <a:moveTo>
                  <a:pt x="0" y="0"/>
                </a:moveTo>
                <a:lnTo>
                  <a:pt x="13477" y="57150"/>
                </a:lnTo>
                <a:lnTo>
                  <a:pt x="3252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Freeform 333"/>
          <p:cNvSpPr/>
          <p:nvPr/>
        </p:nvSpPr>
        <p:spPr>
          <a:xfrm>
            <a:off x="8798121" y="10793730"/>
            <a:ext cx="34924" cy="57150"/>
          </a:xfrm>
          <a:custGeom>
            <a:avLst/>
            <a:gdLst/>
            <a:ahLst/>
            <a:cxnLst/>
            <a:rect l="l" t="t" r="r" b="b"/>
            <a:pathLst>
              <a:path w="34925" h="57150">
                <a:moveTo>
                  <a:pt x="0" y="0"/>
                </a:moveTo>
                <a:lnTo>
                  <a:pt x="15875" y="57150"/>
                </a:lnTo>
                <a:lnTo>
                  <a:pt x="349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Freeform 334"/>
          <p:cNvSpPr/>
          <p:nvPr/>
        </p:nvSpPr>
        <p:spPr>
          <a:xfrm>
            <a:off x="8813996" y="10850880"/>
            <a:ext cx="36689" cy="57150"/>
          </a:xfrm>
          <a:custGeom>
            <a:avLst/>
            <a:gdLst/>
            <a:ahLst/>
            <a:cxnLst/>
            <a:rect l="l" t="t" r="r" b="b"/>
            <a:pathLst>
              <a:path w="36689" h="57150">
                <a:moveTo>
                  <a:pt x="0" y="0"/>
                </a:moveTo>
                <a:lnTo>
                  <a:pt x="17639" y="57150"/>
                </a:lnTo>
                <a:lnTo>
                  <a:pt x="3668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Freeform 335"/>
          <p:cNvSpPr/>
          <p:nvPr/>
        </p:nvSpPr>
        <p:spPr>
          <a:xfrm>
            <a:off x="8831635" y="10908030"/>
            <a:ext cx="37750" cy="57150"/>
          </a:xfrm>
          <a:custGeom>
            <a:avLst/>
            <a:gdLst/>
            <a:ahLst/>
            <a:cxnLst/>
            <a:rect l="l" t="t" r="r" b="b"/>
            <a:pathLst>
              <a:path w="37750" h="57150">
                <a:moveTo>
                  <a:pt x="0" y="0"/>
                </a:moveTo>
                <a:lnTo>
                  <a:pt x="18700" y="57150"/>
                </a:lnTo>
                <a:lnTo>
                  <a:pt x="37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Freeform 336"/>
          <p:cNvSpPr/>
          <p:nvPr/>
        </p:nvSpPr>
        <p:spPr>
          <a:xfrm>
            <a:off x="8850335" y="10965180"/>
            <a:ext cx="38065" cy="57150"/>
          </a:xfrm>
          <a:custGeom>
            <a:avLst/>
            <a:gdLst/>
            <a:ahLst/>
            <a:cxnLst/>
            <a:rect l="l" t="t" r="r" b="b"/>
            <a:pathLst>
              <a:path w="38066" h="57150">
                <a:moveTo>
                  <a:pt x="0" y="0"/>
                </a:moveTo>
                <a:lnTo>
                  <a:pt x="19016" y="57150"/>
                </a:lnTo>
                <a:lnTo>
                  <a:pt x="380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Freeform 337"/>
          <p:cNvSpPr/>
          <p:nvPr/>
        </p:nvSpPr>
        <p:spPr>
          <a:xfrm>
            <a:off x="8869351" y="11022330"/>
            <a:ext cx="37623" cy="57150"/>
          </a:xfrm>
          <a:custGeom>
            <a:avLst/>
            <a:gdLst/>
            <a:ahLst/>
            <a:cxnLst/>
            <a:rect l="l" t="t" r="r" b="b"/>
            <a:pathLst>
              <a:path w="37623" h="57150">
                <a:moveTo>
                  <a:pt x="0" y="0"/>
                </a:moveTo>
                <a:lnTo>
                  <a:pt x="18573" y="57150"/>
                </a:lnTo>
                <a:lnTo>
                  <a:pt x="3762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Freeform 338"/>
          <p:cNvSpPr/>
          <p:nvPr/>
        </p:nvSpPr>
        <p:spPr>
          <a:xfrm>
            <a:off x="8887924" y="11079480"/>
            <a:ext cx="36439" cy="57150"/>
          </a:xfrm>
          <a:custGeom>
            <a:avLst/>
            <a:gdLst/>
            <a:ahLst/>
            <a:cxnLst/>
            <a:rect l="l" t="t" r="r" b="b"/>
            <a:pathLst>
              <a:path w="36440" h="57150">
                <a:moveTo>
                  <a:pt x="0" y="0"/>
                </a:moveTo>
                <a:lnTo>
                  <a:pt x="17390" y="57150"/>
                </a:lnTo>
                <a:lnTo>
                  <a:pt x="364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Freeform 339"/>
          <p:cNvSpPr/>
          <p:nvPr/>
        </p:nvSpPr>
        <p:spPr>
          <a:xfrm>
            <a:off x="8905314" y="11136630"/>
            <a:ext cx="34563" cy="57150"/>
          </a:xfrm>
          <a:custGeom>
            <a:avLst/>
            <a:gdLst/>
            <a:ahLst/>
            <a:cxnLst/>
            <a:rect l="l" t="t" r="r" b="b"/>
            <a:pathLst>
              <a:path w="34563" h="57150">
                <a:moveTo>
                  <a:pt x="0" y="0"/>
                </a:moveTo>
                <a:lnTo>
                  <a:pt x="15513" y="57150"/>
                </a:lnTo>
                <a:lnTo>
                  <a:pt x="3456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Freeform 340"/>
          <p:cNvSpPr/>
          <p:nvPr/>
        </p:nvSpPr>
        <p:spPr>
          <a:xfrm>
            <a:off x="8920827" y="11193780"/>
            <a:ext cx="32068" cy="57150"/>
          </a:xfrm>
          <a:custGeom>
            <a:avLst/>
            <a:gdLst/>
            <a:ahLst/>
            <a:cxnLst/>
            <a:rect l="l" t="t" r="r" b="b"/>
            <a:pathLst>
              <a:path w="32069" h="57150">
                <a:moveTo>
                  <a:pt x="0" y="0"/>
                </a:moveTo>
                <a:lnTo>
                  <a:pt x="13019" y="57150"/>
                </a:lnTo>
                <a:lnTo>
                  <a:pt x="3206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Freeform 341"/>
          <p:cNvSpPr/>
          <p:nvPr/>
        </p:nvSpPr>
        <p:spPr>
          <a:xfrm>
            <a:off x="8933846" y="11250930"/>
            <a:ext cx="29055" cy="57150"/>
          </a:xfrm>
          <a:custGeom>
            <a:avLst/>
            <a:gdLst/>
            <a:ahLst/>
            <a:cxnLst/>
            <a:rect l="l" t="t" r="r" b="b"/>
            <a:pathLst>
              <a:path w="29055" h="57150">
                <a:moveTo>
                  <a:pt x="0" y="0"/>
                </a:moveTo>
                <a:lnTo>
                  <a:pt x="10005" y="57150"/>
                </a:lnTo>
                <a:lnTo>
                  <a:pt x="2905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Freeform 342"/>
          <p:cNvSpPr/>
          <p:nvPr/>
        </p:nvSpPr>
        <p:spPr>
          <a:xfrm>
            <a:off x="8943851" y="11308080"/>
            <a:ext cx="25642" cy="57150"/>
          </a:xfrm>
          <a:custGeom>
            <a:avLst/>
            <a:gdLst/>
            <a:ahLst/>
            <a:cxnLst/>
            <a:rect l="l" t="t" r="r" b="b"/>
            <a:pathLst>
              <a:path w="25643" h="57150">
                <a:moveTo>
                  <a:pt x="0" y="0"/>
                </a:moveTo>
                <a:lnTo>
                  <a:pt x="6593" y="57150"/>
                </a:lnTo>
                <a:lnTo>
                  <a:pt x="2564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Freeform 343"/>
          <p:cNvSpPr/>
          <p:nvPr/>
        </p:nvSpPr>
        <p:spPr>
          <a:xfrm>
            <a:off x="8950444" y="11365230"/>
            <a:ext cx="21966" cy="57150"/>
          </a:xfrm>
          <a:custGeom>
            <a:avLst/>
            <a:gdLst/>
            <a:ahLst/>
            <a:cxnLst/>
            <a:rect l="l" t="t" r="r" b="b"/>
            <a:pathLst>
              <a:path w="21967" h="57150">
                <a:moveTo>
                  <a:pt x="0" y="0"/>
                </a:moveTo>
                <a:lnTo>
                  <a:pt x="2917" y="57150"/>
                </a:lnTo>
                <a:lnTo>
                  <a:pt x="2196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Freeform 344"/>
          <p:cNvSpPr/>
          <p:nvPr/>
        </p:nvSpPr>
        <p:spPr>
          <a:xfrm>
            <a:off x="8952486" y="11422380"/>
            <a:ext cx="19924" cy="57150"/>
          </a:xfrm>
          <a:custGeom>
            <a:avLst/>
            <a:gdLst/>
            <a:ahLst/>
            <a:cxnLst/>
            <a:rect l="l" t="t" r="r" b="b"/>
            <a:pathLst>
              <a:path w="19925" h="57150">
                <a:moveTo>
                  <a:pt x="87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92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Freeform 345"/>
          <p:cNvSpPr/>
          <p:nvPr/>
        </p:nvSpPr>
        <p:spPr>
          <a:xfrm>
            <a:off x="8947854" y="11479530"/>
            <a:ext cx="23681" cy="57150"/>
          </a:xfrm>
          <a:custGeom>
            <a:avLst/>
            <a:gdLst/>
            <a:ahLst/>
            <a:cxnLst/>
            <a:rect l="l" t="t" r="r" b="b"/>
            <a:pathLst>
              <a:path w="23682" h="57150">
                <a:moveTo>
                  <a:pt x="46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6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Freeform 346"/>
          <p:cNvSpPr/>
          <p:nvPr/>
        </p:nvSpPr>
        <p:spPr>
          <a:xfrm>
            <a:off x="8939650" y="11536680"/>
            <a:ext cx="27254" cy="57150"/>
          </a:xfrm>
          <a:custGeom>
            <a:avLst/>
            <a:gdLst/>
            <a:ahLst/>
            <a:cxnLst/>
            <a:rect l="l" t="t" r="r" b="b"/>
            <a:pathLst>
              <a:path w="27254" h="57150">
                <a:moveTo>
                  <a:pt x="820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725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Freeform 347"/>
          <p:cNvSpPr/>
          <p:nvPr/>
        </p:nvSpPr>
        <p:spPr>
          <a:xfrm>
            <a:off x="8928201" y="11593830"/>
            <a:ext cx="30499" cy="57150"/>
          </a:xfrm>
          <a:custGeom>
            <a:avLst/>
            <a:gdLst/>
            <a:ahLst/>
            <a:cxnLst/>
            <a:rect l="l" t="t" r="r" b="b"/>
            <a:pathLst>
              <a:path w="30499" h="57150">
                <a:moveTo>
                  <a:pt x="1144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049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Freeform 348"/>
          <p:cNvSpPr/>
          <p:nvPr/>
        </p:nvSpPr>
        <p:spPr>
          <a:xfrm>
            <a:off x="8913963" y="11650980"/>
            <a:ext cx="33287" cy="57150"/>
          </a:xfrm>
          <a:custGeom>
            <a:avLst/>
            <a:gdLst/>
            <a:ahLst/>
            <a:cxnLst/>
            <a:rect l="l" t="t" r="r" b="b"/>
            <a:pathLst>
              <a:path w="33288" h="57150">
                <a:moveTo>
                  <a:pt x="1423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28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Freeform 349"/>
          <p:cNvSpPr/>
          <p:nvPr/>
        </p:nvSpPr>
        <p:spPr>
          <a:xfrm>
            <a:off x="8897504" y="11708130"/>
            <a:ext cx="35509" cy="57150"/>
          </a:xfrm>
          <a:custGeom>
            <a:avLst/>
            <a:gdLst/>
            <a:ahLst/>
            <a:cxnLst/>
            <a:rect l="l" t="t" r="r" b="b"/>
            <a:pathLst>
              <a:path w="35509" h="57150">
                <a:moveTo>
                  <a:pt x="1645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50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Freeform 350"/>
          <p:cNvSpPr/>
          <p:nvPr/>
        </p:nvSpPr>
        <p:spPr>
          <a:xfrm>
            <a:off x="8879480" y="11765280"/>
            <a:ext cx="37074" cy="57150"/>
          </a:xfrm>
          <a:custGeom>
            <a:avLst/>
            <a:gdLst/>
            <a:ahLst/>
            <a:cxnLst/>
            <a:rect l="l" t="t" r="r" b="b"/>
            <a:pathLst>
              <a:path w="37074" h="57150">
                <a:moveTo>
                  <a:pt x="1802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07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Freeform 351"/>
          <p:cNvSpPr/>
          <p:nvPr/>
        </p:nvSpPr>
        <p:spPr>
          <a:xfrm>
            <a:off x="8860609" y="11822430"/>
            <a:ext cx="37920" cy="57150"/>
          </a:xfrm>
          <a:custGeom>
            <a:avLst/>
            <a:gdLst/>
            <a:ahLst/>
            <a:cxnLst/>
            <a:rect l="l" t="t" r="r" b="b"/>
            <a:pathLst>
              <a:path w="37921" h="57150">
                <a:moveTo>
                  <a:pt x="1887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92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Freeform 352"/>
          <p:cNvSpPr/>
          <p:nvPr/>
        </p:nvSpPr>
        <p:spPr>
          <a:xfrm>
            <a:off x="8841645" y="11879580"/>
            <a:ext cx="38014" cy="57150"/>
          </a:xfrm>
          <a:custGeom>
            <a:avLst/>
            <a:gdLst/>
            <a:ahLst/>
            <a:cxnLst/>
            <a:rect l="l" t="t" r="r" b="b"/>
            <a:pathLst>
              <a:path w="38014" h="57150">
                <a:moveTo>
                  <a:pt x="1896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1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Freeform 353"/>
          <p:cNvSpPr/>
          <p:nvPr/>
        </p:nvSpPr>
        <p:spPr>
          <a:xfrm>
            <a:off x="8823342" y="11936730"/>
            <a:ext cx="37352" cy="57150"/>
          </a:xfrm>
          <a:custGeom>
            <a:avLst/>
            <a:gdLst/>
            <a:ahLst/>
            <a:cxnLst/>
            <a:rect l="l" t="t" r="r" b="b"/>
            <a:pathLst>
              <a:path w="37353" h="57150">
                <a:moveTo>
                  <a:pt x="1830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35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Freeform 354"/>
          <p:cNvSpPr/>
          <p:nvPr/>
        </p:nvSpPr>
        <p:spPr>
          <a:xfrm>
            <a:off x="8806431" y="11993880"/>
            <a:ext cx="35960" cy="57150"/>
          </a:xfrm>
          <a:custGeom>
            <a:avLst/>
            <a:gdLst/>
            <a:ahLst/>
            <a:cxnLst/>
            <a:rect l="l" t="t" r="r" b="b"/>
            <a:pathLst>
              <a:path w="35961" h="57150">
                <a:moveTo>
                  <a:pt x="1691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96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Freeform 355"/>
          <p:cNvSpPr/>
          <p:nvPr/>
        </p:nvSpPr>
        <p:spPr>
          <a:xfrm>
            <a:off x="8791586" y="12051030"/>
            <a:ext cx="33895" cy="57150"/>
          </a:xfrm>
          <a:custGeom>
            <a:avLst/>
            <a:gdLst/>
            <a:ahLst/>
            <a:cxnLst/>
            <a:rect l="l" t="t" r="r" b="b"/>
            <a:pathLst>
              <a:path w="33895" h="57150">
                <a:moveTo>
                  <a:pt x="1484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89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Freeform 356"/>
          <p:cNvSpPr/>
          <p:nvPr/>
        </p:nvSpPr>
        <p:spPr>
          <a:xfrm>
            <a:off x="8779399" y="12108180"/>
            <a:ext cx="31237" cy="57150"/>
          </a:xfrm>
          <a:custGeom>
            <a:avLst/>
            <a:gdLst/>
            <a:ahLst/>
            <a:cxnLst/>
            <a:rect l="l" t="t" r="r" b="b"/>
            <a:pathLst>
              <a:path w="31237" h="57150">
                <a:moveTo>
                  <a:pt x="12187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237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Freeform 357"/>
          <p:cNvSpPr/>
          <p:nvPr/>
        </p:nvSpPr>
        <p:spPr>
          <a:xfrm>
            <a:off x="8770355" y="12165330"/>
            <a:ext cx="28093" cy="57150"/>
          </a:xfrm>
          <a:custGeom>
            <a:avLst/>
            <a:gdLst/>
            <a:ahLst/>
            <a:cxnLst/>
            <a:rect l="l" t="t" r="r" b="b"/>
            <a:pathLst>
              <a:path w="28094" h="57150">
                <a:moveTo>
                  <a:pt x="904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09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Freeform 358"/>
          <p:cNvSpPr/>
          <p:nvPr/>
        </p:nvSpPr>
        <p:spPr>
          <a:xfrm>
            <a:off x="8764815" y="12222480"/>
            <a:ext cx="24589" cy="57150"/>
          </a:xfrm>
          <a:custGeom>
            <a:avLst/>
            <a:gdLst/>
            <a:ahLst/>
            <a:cxnLst/>
            <a:rect l="l" t="t" r="r" b="b"/>
            <a:pathLst>
              <a:path w="24590" h="57150">
                <a:moveTo>
                  <a:pt x="554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459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Freeform 359"/>
          <p:cNvSpPr/>
          <p:nvPr/>
        </p:nvSpPr>
        <p:spPr>
          <a:xfrm>
            <a:off x="8763000" y="12279630"/>
            <a:ext cx="20864" cy="57150"/>
          </a:xfrm>
          <a:custGeom>
            <a:avLst/>
            <a:gdLst/>
            <a:ahLst/>
            <a:cxnLst/>
            <a:rect l="l" t="t" r="r" b="b"/>
            <a:pathLst>
              <a:path w="20865" h="57150">
                <a:moveTo>
                  <a:pt x="181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086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Freeform 360"/>
          <p:cNvSpPr/>
          <p:nvPr/>
        </p:nvSpPr>
        <p:spPr>
          <a:xfrm>
            <a:off x="8763000" y="12336780"/>
            <a:ext cx="21032" cy="57150"/>
          </a:xfrm>
          <a:custGeom>
            <a:avLst/>
            <a:gdLst/>
            <a:ahLst/>
            <a:cxnLst/>
            <a:rect l="l" t="t" r="r" b="b"/>
            <a:pathLst>
              <a:path w="21033" h="57150">
                <a:moveTo>
                  <a:pt x="0" y="0"/>
                </a:moveTo>
                <a:lnTo>
                  <a:pt x="1983" y="57150"/>
                </a:lnTo>
                <a:lnTo>
                  <a:pt x="2103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Freeform 361"/>
          <p:cNvSpPr/>
          <p:nvPr/>
        </p:nvSpPr>
        <p:spPr>
          <a:xfrm>
            <a:off x="8764983" y="12393930"/>
            <a:ext cx="24750" cy="57150"/>
          </a:xfrm>
          <a:custGeom>
            <a:avLst/>
            <a:gdLst/>
            <a:ahLst/>
            <a:cxnLst/>
            <a:rect l="l" t="t" r="r" b="b"/>
            <a:pathLst>
              <a:path w="24750" h="57150">
                <a:moveTo>
                  <a:pt x="0" y="0"/>
                </a:moveTo>
                <a:lnTo>
                  <a:pt x="5700" y="57150"/>
                </a:lnTo>
                <a:lnTo>
                  <a:pt x="24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Freeform 362"/>
          <p:cNvSpPr/>
          <p:nvPr/>
        </p:nvSpPr>
        <p:spPr>
          <a:xfrm>
            <a:off x="8770683" y="12451080"/>
            <a:ext cx="28241" cy="57150"/>
          </a:xfrm>
          <a:custGeom>
            <a:avLst/>
            <a:gdLst/>
            <a:ahLst/>
            <a:cxnLst/>
            <a:rect l="l" t="t" r="r" b="b"/>
            <a:pathLst>
              <a:path w="28242" h="57150">
                <a:moveTo>
                  <a:pt x="0" y="0"/>
                </a:moveTo>
                <a:lnTo>
                  <a:pt x="9192" y="57150"/>
                </a:lnTo>
                <a:lnTo>
                  <a:pt x="2824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Freeform 363"/>
          <p:cNvSpPr/>
          <p:nvPr/>
        </p:nvSpPr>
        <p:spPr>
          <a:xfrm>
            <a:off x="8779875" y="12508230"/>
            <a:ext cx="31366" cy="57150"/>
          </a:xfrm>
          <a:custGeom>
            <a:avLst/>
            <a:gdLst/>
            <a:ahLst/>
            <a:cxnLst/>
            <a:rect l="l" t="t" r="r" b="b"/>
            <a:pathLst>
              <a:path w="31366" h="57150">
                <a:moveTo>
                  <a:pt x="0" y="0"/>
                </a:moveTo>
                <a:lnTo>
                  <a:pt x="12316" y="57150"/>
                </a:lnTo>
                <a:lnTo>
                  <a:pt x="313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Freeform 364"/>
          <p:cNvSpPr/>
          <p:nvPr/>
        </p:nvSpPr>
        <p:spPr>
          <a:xfrm>
            <a:off x="8792191" y="12565380"/>
            <a:ext cx="33999" cy="57150"/>
          </a:xfrm>
          <a:custGeom>
            <a:avLst/>
            <a:gdLst/>
            <a:ahLst/>
            <a:cxnLst/>
            <a:rect l="l" t="t" r="r" b="b"/>
            <a:pathLst>
              <a:path w="34000" h="57150">
                <a:moveTo>
                  <a:pt x="0" y="0"/>
                </a:moveTo>
                <a:lnTo>
                  <a:pt x="14950" y="57150"/>
                </a:lnTo>
                <a:lnTo>
                  <a:pt x="3400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Freeform 365"/>
          <p:cNvSpPr/>
          <p:nvPr/>
        </p:nvSpPr>
        <p:spPr>
          <a:xfrm>
            <a:off x="8807141" y="12622530"/>
            <a:ext cx="36037" cy="57150"/>
          </a:xfrm>
          <a:custGeom>
            <a:avLst/>
            <a:gdLst/>
            <a:ahLst/>
            <a:cxnLst/>
            <a:rect l="l" t="t" r="r" b="b"/>
            <a:pathLst>
              <a:path w="36037" h="57150">
                <a:moveTo>
                  <a:pt x="0" y="0"/>
                </a:moveTo>
                <a:lnTo>
                  <a:pt x="16987" y="57150"/>
                </a:lnTo>
                <a:lnTo>
                  <a:pt x="3603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Freeform 366"/>
          <p:cNvSpPr/>
          <p:nvPr/>
        </p:nvSpPr>
        <p:spPr>
          <a:xfrm>
            <a:off x="8824128" y="12679680"/>
            <a:ext cx="37397" cy="57150"/>
          </a:xfrm>
          <a:custGeom>
            <a:avLst/>
            <a:gdLst/>
            <a:ahLst/>
            <a:cxnLst/>
            <a:rect l="l" t="t" r="r" b="b"/>
            <a:pathLst>
              <a:path w="37398" h="57150">
                <a:moveTo>
                  <a:pt x="0" y="0"/>
                </a:moveTo>
                <a:lnTo>
                  <a:pt x="18348" y="57150"/>
                </a:lnTo>
                <a:lnTo>
                  <a:pt x="3739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Freeform 367"/>
          <p:cNvSpPr/>
          <p:nvPr/>
        </p:nvSpPr>
        <p:spPr>
          <a:xfrm>
            <a:off x="8842476" y="12736830"/>
            <a:ext cx="38026" cy="57150"/>
          </a:xfrm>
          <a:custGeom>
            <a:avLst/>
            <a:gdLst/>
            <a:ahLst/>
            <a:cxnLst/>
            <a:rect l="l" t="t" r="r" b="b"/>
            <a:pathLst>
              <a:path w="38026" h="57150">
                <a:moveTo>
                  <a:pt x="0" y="0"/>
                </a:moveTo>
                <a:lnTo>
                  <a:pt x="18976" y="57150"/>
                </a:lnTo>
                <a:lnTo>
                  <a:pt x="3802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Freeform 368"/>
          <p:cNvSpPr/>
          <p:nvPr/>
        </p:nvSpPr>
        <p:spPr>
          <a:xfrm>
            <a:off x="8861452" y="12793980"/>
            <a:ext cx="37898" cy="57150"/>
          </a:xfrm>
          <a:custGeom>
            <a:avLst/>
            <a:gdLst/>
            <a:ahLst/>
            <a:cxnLst/>
            <a:rect l="l" t="t" r="r" b="b"/>
            <a:pathLst>
              <a:path w="37899" h="57150">
                <a:moveTo>
                  <a:pt x="0" y="0"/>
                </a:moveTo>
                <a:lnTo>
                  <a:pt x="18849" y="57150"/>
                </a:lnTo>
                <a:lnTo>
                  <a:pt x="3789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Freeform 369"/>
          <p:cNvSpPr/>
          <p:nvPr/>
        </p:nvSpPr>
        <p:spPr>
          <a:xfrm>
            <a:off x="8880301" y="12851130"/>
            <a:ext cx="37019" cy="57150"/>
          </a:xfrm>
          <a:custGeom>
            <a:avLst/>
            <a:gdLst/>
            <a:ahLst/>
            <a:cxnLst/>
            <a:rect l="l" t="t" r="r" b="b"/>
            <a:pathLst>
              <a:path w="37019" h="57150">
                <a:moveTo>
                  <a:pt x="0" y="0"/>
                </a:moveTo>
                <a:lnTo>
                  <a:pt x="17969" y="57150"/>
                </a:lnTo>
                <a:lnTo>
                  <a:pt x="370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Oval 370"/>
          <p:cNvSpPr/>
          <p:nvPr/>
        </p:nvSpPr>
        <p:spPr>
          <a:xfrm>
            <a:off x="7620000" y="8858250"/>
            <a:ext cx="1333500" cy="1626869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Oval 371"/>
          <p:cNvSpPr/>
          <p:nvPr/>
        </p:nvSpPr>
        <p:spPr>
          <a:xfrm>
            <a:off x="7913370" y="9118549"/>
            <a:ext cx="160020" cy="325373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Freeform 372"/>
          <p:cNvSpPr/>
          <p:nvPr/>
        </p:nvSpPr>
        <p:spPr>
          <a:xfrm>
            <a:off x="8201025" y="10447020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Freeform 373"/>
          <p:cNvSpPr/>
          <p:nvPr/>
        </p:nvSpPr>
        <p:spPr>
          <a:xfrm>
            <a:off x="8286750" y="10580370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Freeform 374"/>
          <p:cNvSpPr/>
          <p:nvPr/>
        </p:nvSpPr>
        <p:spPr>
          <a:xfrm>
            <a:off x="8305673" y="10637520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Freeform 375"/>
          <p:cNvSpPr/>
          <p:nvPr/>
        </p:nvSpPr>
        <p:spPr>
          <a:xfrm>
            <a:off x="8323842" y="10694670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Freeform 376"/>
          <p:cNvSpPr/>
          <p:nvPr/>
        </p:nvSpPr>
        <p:spPr>
          <a:xfrm>
            <a:off x="8340532" y="10751820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Freeform 377"/>
          <p:cNvSpPr/>
          <p:nvPr/>
        </p:nvSpPr>
        <p:spPr>
          <a:xfrm>
            <a:off x="8355078" y="10808970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Freeform 378"/>
          <p:cNvSpPr/>
          <p:nvPr/>
        </p:nvSpPr>
        <p:spPr>
          <a:xfrm>
            <a:off x="8366900" y="10866120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Freeform 379"/>
          <p:cNvSpPr/>
          <p:nvPr/>
        </p:nvSpPr>
        <p:spPr>
          <a:xfrm>
            <a:off x="8375526" y="10923270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Freeform 380"/>
          <p:cNvSpPr/>
          <p:nvPr/>
        </p:nvSpPr>
        <p:spPr>
          <a:xfrm>
            <a:off x="8380614" y="10980420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Freeform 381"/>
          <p:cNvSpPr/>
          <p:nvPr/>
        </p:nvSpPr>
        <p:spPr>
          <a:xfrm>
            <a:off x="8379508" y="11037570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Freeform 382"/>
          <p:cNvSpPr/>
          <p:nvPr/>
        </p:nvSpPr>
        <p:spPr>
          <a:xfrm>
            <a:off x="8373360" y="11094720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Freeform 383"/>
          <p:cNvSpPr/>
          <p:nvPr/>
        </p:nvSpPr>
        <p:spPr>
          <a:xfrm>
            <a:off x="8363759" y="11151870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Freeform 384"/>
          <p:cNvSpPr/>
          <p:nvPr/>
        </p:nvSpPr>
        <p:spPr>
          <a:xfrm>
            <a:off x="8351087" y="11209020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Freeform 385"/>
          <p:cNvSpPr/>
          <p:nvPr/>
        </p:nvSpPr>
        <p:spPr>
          <a:xfrm>
            <a:off x="8335851" y="11266170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Freeform 386"/>
          <p:cNvSpPr/>
          <p:nvPr/>
        </p:nvSpPr>
        <p:spPr>
          <a:xfrm>
            <a:off x="8318657" y="11323320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Freeform 387"/>
          <p:cNvSpPr/>
          <p:nvPr/>
        </p:nvSpPr>
        <p:spPr>
          <a:xfrm>
            <a:off x="8300191" y="11380470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Freeform 388"/>
          <p:cNvSpPr/>
          <p:nvPr/>
        </p:nvSpPr>
        <p:spPr>
          <a:xfrm>
            <a:off x="8281189" y="11437620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Freeform 389"/>
          <p:cNvSpPr/>
          <p:nvPr/>
        </p:nvSpPr>
        <p:spPr>
          <a:xfrm>
            <a:off x="8262409" y="11494770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Freeform 390"/>
          <p:cNvSpPr/>
          <p:nvPr/>
        </p:nvSpPr>
        <p:spPr>
          <a:xfrm>
            <a:off x="8244599" y="11551920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Freeform 391"/>
          <p:cNvSpPr/>
          <p:nvPr/>
        </p:nvSpPr>
        <p:spPr>
          <a:xfrm>
            <a:off x="8228470" y="11609070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Freeform 392"/>
          <p:cNvSpPr/>
          <p:nvPr/>
        </p:nvSpPr>
        <p:spPr>
          <a:xfrm>
            <a:off x="8214664" y="11666220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Freeform 393"/>
          <p:cNvSpPr/>
          <p:nvPr/>
        </p:nvSpPr>
        <p:spPr>
          <a:xfrm>
            <a:off x="8203732" y="11723370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Freeform 394"/>
          <p:cNvSpPr/>
          <p:nvPr/>
        </p:nvSpPr>
        <p:spPr>
          <a:xfrm>
            <a:off x="8196109" y="11780520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Freeform 395"/>
          <p:cNvSpPr/>
          <p:nvPr/>
        </p:nvSpPr>
        <p:spPr>
          <a:xfrm>
            <a:off x="8192100" y="11837670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Freeform 396"/>
          <p:cNvSpPr/>
          <p:nvPr/>
        </p:nvSpPr>
        <p:spPr>
          <a:xfrm>
            <a:off x="8191865" y="11894820"/>
            <a:ext cx="19285" cy="57150"/>
          </a:xfrm>
          <a:custGeom>
            <a:avLst/>
            <a:gdLst/>
            <a:ahLst/>
            <a:cxnLst/>
            <a:rect l="l" t="t" r="r" b="b"/>
            <a:pathLst>
              <a:path w="19285" h="57150">
                <a:moveTo>
                  <a:pt x="23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28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Freeform 397"/>
          <p:cNvSpPr/>
          <p:nvPr/>
        </p:nvSpPr>
        <p:spPr>
          <a:xfrm>
            <a:off x="8191865" y="11951970"/>
            <a:ext cx="22597" cy="57150"/>
          </a:xfrm>
          <a:custGeom>
            <a:avLst/>
            <a:gdLst/>
            <a:ahLst/>
            <a:cxnLst/>
            <a:rect l="l" t="t" r="r" b="b"/>
            <a:pathLst>
              <a:path w="22597" h="57150">
                <a:moveTo>
                  <a:pt x="0" y="0"/>
                </a:moveTo>
                <a:lnTo>
                  <a:pt x="3547" y="57150"/>
                </a:lnTo>
                <a:lnTo>
                  <a:pt x="2259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Freeform 398"/>
          <p:cNvSpPr/>
          <p:nvPr/>
        </p:nvSpPr>
        <p:spPr>
          <a:xfrm>
            <a:off x="8195412" y="12009120"/>
            <a:ext cx="26238" cy="57150"/>
          </a:xfrm>
          <a:custGeom>
            <a:avLst/>
            <a:gdLst/>
            <a:ahLst/>
            <a:cxnLst/>
            <a:rect l="l" t="t" r="r" b="b"/>
            <a:pathLst>
              <a:path w="26238" h="57150">
                <a:moveTo>
                  <a:pt x="0" y="0"/>
                </a:moveTo>
                <a:lnTo>
                  <a:pt x="7188" y="57150"/>
                </a:lnTo>
                <a:lnTo>
                  <a:pt x="262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Freeform 399"/>
          <p:cNvSpPr/>
          <p:nvPr/>
        </p:nvSpPr>
        <p:spPr>
          <a:xfrm>
            <a:off x="8202600" y="12066270"/>
            <a:ext cx="29593" cy="57150"/>
          </a:xfrm>
          <a:custGeom>
            <a:avLst/>
            <a:gdLst/>
            <a:ahLst/>
            <a:cxnLst/>
            <a:rect l="l" t="t" r="r" b="b"/>
            <a:pathLst>
              <a:path w="29594" h="57150">
                <a:moveTo>
                  <a:pt x="0" y="0"/>
                </a:moveTo>
                <a:lnTo>
                  <a:pt x="10544" y="57150"/>
                </a:lnTo>
                <a:lnTo>
                  <a:pt x="29594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Freeform 400"/>
          <p:cNvSpPr/>
          <p:nvPr/>
        </p:nvSpPr>
        <p:spPr>
          <a:xfrm>
            <a:off x="8213144" y="12123420"/>
            <a:ext cx="32527" cy="57150"/>
          </a:xfrm>
          <a:custGeom>
            <a:avLst/>
            <a:gdLst/>
            <a:ahLst/>
            <a:cxnLst/>
            <a:rect l="l" t="t" r="r" b="b"/>
            <a:pathLst>
              <a:path w="32527" h="57150">
                <a:moveTo>
                  <a:pt x="0" y="0"/>
                </a:moveTo>
                <a:lnTo>
                  <a:pt x="13477" y="57150"/>
                </a:lnTo>
                <a:lnTo>
                  <a:pt x="3252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Freeform 401"/>
          <p:cNvSpPr/>
          <p:nvPr/>
        </p:nvSpPr>
        <p:spPr>
          <a:xfrm>
            <a:off x="8226621" y="12180570"/>
            <a:ext cx="34924" cy="57150"/>
          </a:xfrm>
          <a:custGeom>
            <a:avLst/>
            <a:gdLst/>
            <a:ahLst/>
            <a:cxnLst/>
            <a:rect l="l" t="t" r="r" b="b"/>
            <a:pathLst>
              <a:path w="34925" h="57150">
                <a:moveTo>
                  <a:pt x="0" y="0"/>
                </a:moveTo>
                <a:lnTo>
                  <a:pt x="15875" y="57150"/>
                </a:lnTo>
                <a:lnTo>
                  <a:pt x="349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Freeform 402"/>
          <p:cNvSpPr/>
          <p:nvPr/>
        </p:nvSpPr>
        <p:spPr>
          <a:xfrm>
            <a:off x="8242496" y="12237720"/>
            <a:ext cx="36689" cy="57150"/>
          </a:xfrm>
          <a:custGeom>
            <a:avLst/>
            <a:gdLst/>
            <a:ahLst/>
            <a:cxnLst/>
            <a:rect l="l" t="t" r="r" b="b"/>
            <a:pathLst>
              <a:path w="36689" h="57150">
                <a:moveTo>
                  <a:pt x="0" y="0"/>
                </a:moveTo>
                <a:lnTo>
                  <a:pt x="17639" y="57150"/>
                </a:lnTo>
                <a:lnTo>
                  <a:pt x="3668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Freeform 403"/>
          <p:cNvSpPr/>
          <p:nvPr/>
        </p:nvSpPr>
        <p:spPr>
          <a:xfrm>
            <a:off x="8260135" y="12294870"/>
            <a:ext cx="37750" cy="57150"/>
          </a:xfrm>
          <a:custGeom>
            <a:avLst/>
            <a:gdLst/>
            <a:ahLst/>
            <a:cxnLst/>
            <a:rect l="l" t="t" r="r" b="b"/>
            <a:pathLst>
              <a:path w="37750" h="57150">
                <a:moveTo>
                  <a:pt x="0" y="0"/>
                </a:moveTo>
                <a:lnTo>
                  <a:pt x="18700" y="57150"/>
                </a:lnTo>
                <a:lnTo>
                  <a:pt x="37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Freeform 404"/>
          <p:cNvSpPr/>
          <p:nvPr/>
        </p:nvSpPr>
        <p:spPr>
          <a:xfrm>
            <a:off x="8278835" y="12352020"/>
            <a:ext cx="38065" cy="57150"/>
          </a:xfrm>
          <a:custGeom>
            <a:avLst/>
            <a:gdLst/>
            <a:ahLst/>
            <a:cxnLst/>
            <a:rect l="l" t="t" r="r" b="b"/>
            <a:pathLst>
              <a:path w="38066" h="57150">
                <a:moveTo>
                  <a:pt x="0" y="0"/>
                </a:moveTo>
                <a:lnTo>
                  <a:pt x="19016" y="57150"/>
                </a:lnTo>
                <a:lnTo>
                  <a:pt x="380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Freeform 405"/>
          <p:cNvSpPr/>
          <p:nvPr/>
        </p:nvSpPr>
        <p:spPr>
          <a:xfrm>
            <a:off x="8297851" y="12409170"/>
            <a:ext cx="37623" cy="57150"/>
          </a:xfrm>
          <a:custGeom>
            <a:avLst/>
            <a:gdLst/>
            <a:ahLst/>
            <a:cxnLst/>
            <a:rect l="l" t="t" r="r" b="b"/>
            <a:pathLst>
              <a:path w="37623" h="57150">
                <a:moveTo>
                  <a:pt x="0" y="0"/>
                </a:moveTo>
                <a:lnTo>
                  <a:pt x="18573" y="57150"/>
                </a:lnTo>
                <a:lnTo>
                  <a:pt x="3762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Freeform 406"/>
          <p:cNvSpPr/>
          <p:nvPr/>
        </p:nvSpPr>
        <p:spPr>
          <a:xfrm>
            <a:off x="8316424" y="12466320"/>
            <a:ext cx="36439" cy="57150"/>
          </a:xfrm>
          <a:custGeom>
            <a:avLst/>
            <a:gdLst/>
            <a:ahLst/>
            <a:cxnLst/>
            <a:rect l="l" t="t" r="r" b="b"/>
            <a:pathLst>
              <a:path w="36440" h="57150">
                <a:moveTo>
                  <a:pt x="0" y="0"/>
                </a:moveTo>
                <a:lnTo>
                  <a:pt x="17390" y="57150"/>
                </a:lnTo>
                <a:lnTo>
                  <a:pt x="364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Freeform 407"/>
          <p:cNvSpPr/>
          <p:nvPr/>
        </p:nvSpPr>
        <p:spPr>
          <a:xfrm>
            <a:off x="8333814" y="12523470"/>
            <a:ext cx="34563" cy="57150"/>
          </a:xfrm>
          <a:custGeom>
            <a:avLst/>
            <a:gdLst/>
            <a:ahLst/>
            <a:cxnLst/>
            <a:rect l="l" t="t" r="r" b="b"/>
            <a:pathLst>
              <a:path w="34563" h="57150">
                <a:moveTo>
                  <a:pt x="0" y="0"/>
                </a:moveTo>
                <a:lnTo>
                  <a:pt x="15513" y="57150"/>
                </a:lnTo>
                <a:lnTo>
                  <a:pt x="3456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Freeform 408"/>
          <p:cNvSpPr/>
          <p:nvPr/>
        </p:nvSpPr>
        <p:spPr>
          <a:xfrm>
            <a:off x="8349327" y="12580620"/>
            <a:ext cx="32068" cy="57150"/>
          </a:xfrm>
          <a:custGeom>
            <a:avLst/>
            <a:gdLst/>
            <a:ahLst/>
            <a:cxnLst/>
            <a:rect l="l" t="t" r="r" b="b"/>
            <a:pathLst>
              <a:path w="32069" h="57150">
                <a:moveTo>
                  <a:pt x="0" y="0"/>
                </a:moveTo>
                <a:lnTo>
                  <a:pt x="13019" y="57150"/>
                </a:lnTo>
                <a:lnTo>
                  <a:pt x="3206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Freeform 409"/>
          <p:cNvSpPr/>
          <p:nvPr/>
        </p:nvSpPr>
        <p:spPr>
          <a:xfrm>
            <a:off x="8362346" y="12637770"/>
            <a:ext cx="29055" cy="57150"/>
          </a:xfrm>
          <a:custGeom>
            <a:avLst/>
            <a:gdLst/>
            <a:ahLst/>
            <a:cxnLst/>
            <a:rect l="l" t="t" r="r" b="b"/>
            <a:pathLst>
              <a:path w="29055" h="57150">
                <a:moveTo>
                  <a:pt x="0" y="0"/>
                </a:moveTo>
                <a:lnTo>
                  <a:pt x="10005" y="57150"/>
                </a:lnTo>
                <a:lnTo>
                  <a:pt x="2905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Freeform 410"/>
          <p:cNvSpPr/>
          <p:nvPr/>
        </p:nvSpPr>
        <p:spPr>
          <a:xfrm>
            <a:off x="8372351" y="12694920"/>
            <a:ext cx="25642" cy="57150"/>
          </a:xfrm>
          <a:custGeom>
            <a:avLst/>
            <a:gdLst/>
            <a:ahLst/>
            <a:cxnLst/>
            <a:rect l="l" t="t" r="r" b="b"/>
            <a:pathLst>
              <a:path w="25643" h="57150">
                <a:moveTo>
                  <a:pt x="0" y="0"/>
                </a:moveTo>
                <a:lnTo>
                  <a:pt x="6593" y="57150"/>
                </a:lnTo>
                <a:lnTo>
                  <a:pt x="2564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Freeform 411"/>
          <p:cNvSpPr/>
          <p:nvPr/>
        </p:nvSpPr>
        <p:spPr>
          <a:xfrm>
            <a:off x="8378944" y="12752070"/>
            <a:ext cx="21966" cy="57150"/>
          </a:xfrm>
          <a:custGeom>
            <a:avLst/>
            <a:gdLst/>
            <a:ahLst/>
            <a:cxnLst/>
            <a:rect l="l" t="t" r="r" b="b"/>
            <a:pathLst>
              <a:path w="21967" h="57150">
                <a:moveTo>
                  <a:pt x="0" y="0"/>
                </a:moveTo>
                <a:lnTo>
                  <a:pt x="2917" y="57150"/>
                </a:lnTo>
                <a:lnTo>
                  <a:pt x="2196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Freeform 412"/>
          <p:cNvSpPr/>
          <p:nvPr/>
        </p:nvSpPr>
        <p:spPr>
          <a:xfrm>
            <a:off x="8380986" y="12809220"/>
            <a:ext cx="19924" cy="57150"/>
          </a:xfrm>
          <a:custGeom>
            <a:avLst/>
            <a:gdLst/>
            <a:ahLst/>
            <a:cxnLst/>
            <a:rect l="l" t="t" r="r" b="b"/>
            <a:pathLst>
              <a:path w="19925" h="57150">
                <a:moveTo>
                  <a:pt x="87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92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Freeform 413"/>
          <p:cNvSpPr/>
          <p:nvPr/>
        </p:nvSpPr>
        <p:spPr>
          <a:xfrm>
            <a:off x="8376354" y="12866370"/>
            <a:ext cx="23681" cy="57150"/>
          </a:xfrm>
          <a:custGeom>
            <a:avLst/>
            <a:gdLst/>
            <a:ahLst/>
            <a:cxnLst/>
            <a:rect l="l" t="t" r="r" b="b"/>
            <a:pathLst>
              <a:path w="23682" h="57150">
                <a:moveTo>
                  <a:pt x="46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6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5" name="Picture 414" descr="foundation-logo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14750" y="7239000"/>
            <a:ext cx="2857500" cy="2569057"/>
          </a:xfrm>
          <a:prstGeom prst="rect">
            <a:avLst/>
          </a:prstGeom>
        </p:spPr>
      </p:pic>
      <p:sp>
        <p:nvSpPr>
          <p:cNvPr id="416" name="TextBox 415"/>
          <p:cNvSpPr txBox="1"/>
          <p:nvPr/>
        </p:nvSpPr>
        <p:spPr>
          <a:xfrm>
            <a:off x="762000" y="10668000"/>
            <a:ext cx="8763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4C3634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