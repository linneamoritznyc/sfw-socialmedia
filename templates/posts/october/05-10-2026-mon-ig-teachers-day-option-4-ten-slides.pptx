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Pederson,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Portugal, Gerald Ramirez.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Sanders, Isadora Schmidt.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Tepper.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Aysen Ustunay.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Relationship Id="rId15" Type="http://schemas.openxmlformats.org/officeDocument/2006/relationships/image" Target="../media/image28.jpg"/><Relationship Id="rId16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5508949229487288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23713541913906768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Manages orchards in California, after years in New Mexico. Favourite microbes: the small underdogs.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0017395783487666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2545827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Admin</a:t>
            </a:r>
          </a:p>
        </p:txBody>
      </p:sp>
      <p:pic>
        <p:nvPicPr>
          <p:cNvPr id="72" name="Picture 71" descr="11761839882683955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7927452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70901"/>
            <a:ext cx="3848100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“I make 750 tons of compost a year. Biology works at any scale.”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3924860661797847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67400" y="3653903"/>
            <a:ext cx="3848100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“Bare soil erodes. Living roots and cover hold the aggregates together.”</a:t>
            </a:r>
          </a:p>
        </p:txBody>
      </p:sp>
      <p:pic>
        <p:nvPicPr>
          <p:cNvPr id="73" name="Picture 72" descr="524224540235052237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“Extracts pull organisms off the compost into solution, so you can apply biology across a whole field.”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3154162470773529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67400" y="3653903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“Compost can look finished and still lack the biology you need. Check it under the microscope before you apply it.”</a:t>
            </a:r>
          </a:p>
        </p:txBody>
      </p:sp>
      <p:pic>
        <p:nvPicPr>
          <p:cNvPr id="73" name="Picture 72" descr="17562956653766536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From Florianópolis, Brazil, now living in Spain. Favourite: lichens, though she loves all her microbes equally.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3187907121402164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72" name="Picture 71" descr="9498554350350733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7927452"/>
            <a:ext cx="38481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Director of Education &amp; Mentor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8836496539601345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2545827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546346441569518533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7927452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70901"/>
            <a:ext cx="3848100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Favourite microbe: flagellates. She loves watching them as babies, running around.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8433175348286860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2545827"/>
            <a:ext cx="38481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Lead &amp; Mentor</a:t>
            </a:r>
          </a:p>
        </p:txBody>
      </p:sp>
      <p:pic>
        <p:nvPicPr>
          <p:cNvPr id="72" name="Picture 71" descr="81491864181919453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Around ten years of farming and gardening. A long-time student, now teaching. Favourite microbe: rotifers.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4955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867159532508242772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4955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3624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750" y="43624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73" name="Picture 72" descr="888156592427092715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4955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3624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00950" y="43624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76" name="Picture 75" descr="601545558073617825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577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79" name="Picture 78" descr="53048970340115908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8577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65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82" name="Picture 81" descr="459660804627529232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8577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7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85" name="Picture 84" descr="449700175186075578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8577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88" name="Picture 87" descr="43329689677929425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72199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3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91" name="Picture 90" descr="435687651586386245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72199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765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4" name="Picture 93" descr="196122367080077945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72199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7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97" name="Picture 96" descr="623460901192572333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72199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009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100" name="Picture 99" descr="626511296012514520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5821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43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103" name="Picture 102" descr="162160962190096380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5821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765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106" name="Picture 105" descr="2885865381636175526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5821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7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9" name="Picture 108" descr="846894157804636342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5821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09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