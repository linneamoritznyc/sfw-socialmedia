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Tapper.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jpg"/><Relationship Id="rId12" Type="http://schemas.openxmlformats.org/officeDocument/2006/relationships/image" Target="../media/image24.jpg"/><Relationship Id="rId13" Type="http://schemas.openxmlformats.org/officeDocument/2006/relationships/image" Target="../media/image25.jpg"/><Relationship Id="rId14" Type="http://schemas.openxmlformats.org/officeDocument/2006/relationships/image" Target="../media/image26.jpg"/><Relationship Id="rId15" Type="http://schemas.openxmlformats.org/officeDocument/2006/relationships/image" Target="../media/image27.jpg"/><Relationship Id="rId16" Type="http://schemas.openxmlformats.org/officeDocument/2006/relationships/image" Target="../media/image28.jpg"/><Relationship Id="rId17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0750" y="5715000"/>
            <a:ext cx="5905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everyone who teaches and mentors our students.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82471446261654689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26140083453185084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3380041128459669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88978594036042277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0127056994792166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58840869504212764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8322048446852842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26234177274810845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705539338609972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5151601379924871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5951506656685020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61707225593418421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5721300948987583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231426472208356125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35070651789204923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73" name="Picture 72" descr="645784258579098496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5" name="Picture 74" descr="147554880703994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7" name="Picture 76" descr="858389282686827893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79" name="Picture 78" descr="620886803430120451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1" name="Picture 80" descr="12598101309542487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3" name="Picture 82" descr="794612905317090013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5" name="Picture 84" descr="677586862254209890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87" name="Picture 86" descr="45516458418940988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89" name="Picture 88" descr="284183848537916299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91" name="Picture 90" descr="630661376914932656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3" name="Picture 92" descr="543264386974326471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7324140261131675177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97" name="Picture 96" descr="6998614031647863299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