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bunting, balloons and stars (PowerPoint shapes), big logo.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Ib Borup Pedersen, Brian Daubenspeck.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Elena Kalli, Nick Padwick.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Carla Ribeiro Machado e Portugal, Gerald Ramírez.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Wesley Sander, Isadora Shmidt.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Delvin Solkinson, Tommy Tapper.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Ayşen Üstünay.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Loida Vasquez, Casey Williams.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fourteen in a grid, alphabetical.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bunting, balloons and a big logo. Line to confirm with Linnea.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Relationship Id="rId8" Type="http://schemas.openxmlformats.org/officeDocument/2006/relationships/image" Target="../media/image20.jpg"/><Relationship Id="rId9" Type="http://schemas.openxmlformats.org/officeDocument/2006/relationships/image" Target="../media/image21.jpg"/><Relationship Id="rId10" Type="http://schemas.openxmlformats.org/officeDocument/2006/relationships/image" Target="../media/image22.jpg"/><Relationship Id="rId11" Type="http://schemas.openxmlformats.org/officeDocument/2006/relationships/image" Target="../media/image23.jpg"/><Relationship Id="rId12" Type="http://schemas.openxmlformats.org/officeDocument/2006/relationships/image" Target="../media/image24.jpg"/><Relationship Id="rId13" Type="http://schemas.openxmlformats.org/officeDocument/2006/relationships/image" Target="../media/image25.jpg"/><Relationship Id="rId14" Type="http://schemas.openxmlformats.org/officeDocument/2006/relationships/image" Target="../media/image26.jpg"/><Relationship Id="rId15" Type="http://schemas.openxmlformats.org/officeDocument/2006/relationships/image" Target="../media/image27.jpg"/><Relationship Id="rId16" Type="http://schemas.openxmlformats.org/officeDocument/2006/relationships/image" Target="../media/image28.jpg"/><Relationship Id="rId17" Type="http://schemas.openxmlformats.org/officeDocument/2006/relationships/image" Target="../media/image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Meet our fourteen mentors.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56616397262568810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SFW Consultant &amp; Mentor</a:t>
            </a:r>
          </a:p>
        </p:txBody>
      </p:sp>
      <p:pic>
        <p:nvPicPr>
          <p:cNvPr id="72" name="Picture 71" descr="170784353528421927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410662409027334006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042395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School Administration Officer</a:t>
            </a:r>
          </a:p>
        </p:txBody>
      </p:sp>
      <p:pic>
        <p:nvPicPr>
          <p:cNvPr id="72" name="Picture 71" descr="36794660823282809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9424020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SFW Consultant &amp; Mentor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24524850013130402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2472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Dr. Carla Ribeiro Machado e Portugal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582543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Mentor</a:t>
            </a:r>
          </a:p>
        </p:txBody>
      </p:sp>
      <p:pic>
        <p:nvPicPr>
          <p:cNvPr id="72" name="Picture 71" descr="865471865709501766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Mentor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66544091190240600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2" name="Picture 71" descr="124711387869414633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548867270403318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Permaculture Lead</a:t>
            </a:r>
          </a:p>
        </p:txBody>
      </p:sp>
      <p:pic>
        <p:nvPicPr>
          <p:cNvPr id="72" name="Picture 71" descr="85678692070691221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Instructor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637252892065084304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04239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2" name="Picture 71" descr="738124807523484203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35830902104992445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Advanced Programs Lead</a:t>
            </a:r>
          </a:p>
        </p:txBody>
      </p:sp>
      <p:pic>
        <p:nvPicPr>
          <p:cNvPr id="72" name="Picture 71" descr="781303124059282968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1809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125" y="11315700"/>
            <a:ext cx="1428750" cy="1284528"/>
          </a:xfrm>
          <a:prstGeom prst="rect">
            <a:avLst/>
          </a:prstGeom>
        </p:spPr>
      </p:pic>
      <p:pic>
        <p:nvPicPr>
          <p:cNvPr id="71" name="Picture 70" descr="799298351577599181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600" y="1809750"/>
            <a:ext cx="2286000" cy="2286000"/>
          </a:xfrm>
          <a:prstGeom prst="rect">
            <a:avLst/>
          </a:prstGeom>
        </p:spPr>
      </p:pic>
      <p:sp>
        <p:nvSpPr>
          <p:cNvPr id="72" name="Rectangle 71"/>
          <p:cNvSpPr/>
          <p:nvPr/>
        </p:nvSpPr>
        <p:spPr>
          <a:xfrm>
            <a:off x="5181600" y="3752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9700" y="3752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74" name="Picture 73" descr="503121231759441761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809750"/>
            <a:ext cx="2286000" cy="2286000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7543800" y="3752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581900" y="3752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77" name="Picture 76" descr="583770649565150287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171950"/>
            <a:ext cx="2286000" cy="2286000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457200" y="6115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5300" y="6115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80" name="Picture 79" descr="629901946236513794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9400" y="4171950"/>
            <a:ext cx="2286000" cy="228600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2819400" y="6115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857500" y="6115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83" name="Picture 82" descr="655871958000547331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1600" y="4171950"/>
            <a:ext cx="2286000" cy="2286000"/>
          </a:xfrm>
          <a:prstGeom prst="rect">
            <a:avLst/>
          </a:prstGeom>
        </p:spPr>
      </p:pic>
      <p:sp>
        <p:nvSpPr>
          <p:cNvPr id="84" name="Rectangle 83"/>
          <p:cNvSpPr/>
          <p:nvPr/>
        </p:nvSpPr>
        <p:spPr>
          <a:xfrm>
            <a:off x="5181600" y="6115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219700" y="6115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86" name="Picture 85" descr="752305166312660676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43800" y="4171950"/>
            <a:ext cx="2286000" cy="2286000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7543800" y="6115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581900" y="6115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89" name="Picture 88" descr="121363066874591346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6534150"/>
            <a:ext cx="2286000" cy="2286000"/>
          </a:xfrm>
          <a:prstGeom prst="rect">
            <a:avLst/>
          </a:prstGeom>
        </p:spPr>
      </p:pic>
      <p:sp>
        <p:nvSpPr>
          <p:cNvPr id="90" name="Rectangle 89"/>
          <p:cNvSpPr/>
          <p:nvPr/>
        </p:nvSpPr>
        <p:spPr>
          <a:xfrm>
            <a:off x="457200" y="8477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95300" y="8477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92" name="Picture 91" descr="527341190865145553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19400" y="6534150"/>
            <a:ext cx="2286000" cy="2286000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2819400" y="8477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857500" y="8477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95" name="Picture 94" descr="916671299463849077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81600" y="6534150"/>
            <a:ext cx="2286000" cy="2286000"/>
          </a:xfrm>
          <a:prstGeom prst="rect">
            <a:avLst/>
          </a:prstGeom>
        </p:spPr>
      </p:pic>
      <p:sp>
        <p:nvSpPr>
          <p:cNvPr id="96" name="Rectangle 95"/>
          <p:cNvSpPr/>
          <p:nvPr/>
        </p:nvSpPr>
        <p:spPr>
          <a:xfrm>
            <a:off x="5181600" y="8477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219700" y="8477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pic>
        <p:nvPicPr>
          <p:cNvPr id="98" name="Picture 97" descr="4325354522426781560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6534150"/>
            <a:ext cx="2286000" cy="2286000"/>
          </a:xfrm>
          <a:prstGeom prst="rect">
            <a:avLst/>
          </a:prstGeom>
        </p:spPr>
      </p:pic>
      <p:sp>
        <p:nvSpPr>
          <p:cNvPr id="99" name="Rectangle 98"/>
          <p:cNvSpPr/>
          <p:nvPr/>
        </p:nvSpPr>
        <p:spPr>
          <a:xfrm>
            <a:off x="7543800" y="8477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81900" y="8477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101" name="Picture 100" descr="631129667858815561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8896350"/>
            <a:ext cx="2286000" cy="2286000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457200" y="10839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95300" y="10839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104" name="Picture 103" descr="5332898434888599316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19400" y="8896350"/>
            <a:ext cx="2286000" cy="2286000"/>
          </a:xfrm>
          <a:prstGeom prst="rect">
            <a:avLst/>
          </a:prstGeom>
        </p:spPr>
      </p:pic>
      <p:sp>
        <p:nvSpPr>
          <p:cNvPr id="105" name="Rectangle 104"/>
          <p:cNvSpPr/>
          <p:nvPr/>
        </p:nvSpPr>
        <p:spPr>
          <a:xfrm>
            <a:off x="2819400" y="10839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857500" y="10839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107" name="Picture 106" descr="1732553050818676790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81600" y="8896350"/>
            <a:ext cx="2286000" cy="2286000"/>
          </a:xfrm>
          <a:prstGeom prst="rect">
            <a:avLst/>
          </a:prstGeom>
        </p:spPr>
      </p:pic>
      <p:sp>
        <p:nvSpPr>
          <p:cNvPr id="108" name="Rectangle 107"/>
          <p:cNvSpPr/>
          <p:nvPr/>
        </p:nvSpPr>
        <p:spPr>
          <a:xfrm>
            <a:off x="5181600" y="10839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219700" y="10839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10" name="Picture 109" descr="7687647477321729715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43800" y="8896350"/>
            <a:ext cx="2286000" cy="2286000"/>
          </a:xfrm>
          <a:prstGeom prst="rect">
            <a:avLst/>
          </a:prstGeom>
        </p:spPr>
      </p:pic>
      <p:sp>
        <p:nvSpPr>
          <p:cNvPr id="111" name="Rectangle 110"/>
          <p:cNvSpPr/>
          <p:nvPr/>
        </p:nvSpPr>
        <p:spPr>
          <a:xfrm>
            <a:off x="7543800" y="10839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581900" y="10839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Oval 70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6" name="TextBox 415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