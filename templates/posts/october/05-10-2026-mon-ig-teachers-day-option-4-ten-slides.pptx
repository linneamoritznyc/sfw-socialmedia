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1: bunting, balloons and stars (PowerPoint shapes), big logo.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Ib Borup Pedersen, Brian Daubenspeck.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Elena Kalli, Nick Padwick.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Carla Ribeiro Machado e Portugal, Gerald Ramírez.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Wesley Sander, Isadora Shmidt.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Delvin Solkinson, Tommy Tapper.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Dora Tkalec, Ayşen Üstünay.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Loida Vasquez, Casey Williams. About lines: drafts from the team notes; confirm with each mentor (05-10-2026-mon-ig-teachers-day-mentors.md).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fourteen in a grid, alphabetical.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bunting, balloons and a big logo. Line to confirm with Linnea.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Relationship Id="rId8" Type="http://schemas.openxmlformats.org/officeDocument/2006/relationships/image" Target="../media/image20.jpg"/><Relationship Id="rId9" Type="http://schemas.openxmlformats.org/officeDocument/2006/relationships/image" Target="../media/image21.jpg"/><Relationship Id="rId10" Type="http://schemas.openxmlformats.org/officeDocument/2006/relationships/image" Target="../media/image22.jpg"/><Relationship Id="rId11" Type="http://schemas.openxmlformats.org/officeDocument/2006/relationships/image" Target="../media/image23.jpg"/><Relationship Id="rId12" Type="http://schemas.openxmlformats.org/officeDocument/2006/relationships/image" Target="../media/image24.jpg"/><Relationship Id="rId13" Type="http://schemas.openxmlformats.org/officeDocument/2006/relationships/image" Target="../media/image25.jpg"/><Relationship Id="rId14" Type="http://schemas.openxmlformats.org/officeDocument/2006/relationships/image" Target="../media/image26.jpg"/><Relationship Id="rId15" Type="http://schemas.openxmlformats.org/officeDocument/2006/relationships/image" Target="../media/image27.jpg"/><Relationship Id="rId16" Type="http://schemas.openxmlformats.org/officeDocument/2006/relationships/image" Target="../media/image28.jpg"/><Relationship Id="rId17" Type="http://schemas.openxmlformats.org/officeDocument/2006/relationships/image" Target="../media/image2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000" y="5715000"/>
            <a:ext cx="8763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333130"/>
                </a:solidFill>
                <a:latin typeface="Source Sans 3"/>
              </a:rPr>
              <a:t>Meet our fourteen mentors.</a:t>
            </a:r>
          </a:p>
        </p:txBody>
      </p:sp>
      <p:sp>
        <p:nvSpPr>
          <p:cNvPr id="72" name="Oval 71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Freeform 198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Freeform 242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Freeform 302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Freeform 370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Freeform 414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6" name="Picture 415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7" name="TextBox 416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725688938727169961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SFW Consultant &amp; Mentor</a:t>
            </a:r>
          </a:p>
        </p:txBody>
      </p:sp>
      <p:pic>
        <p:nvPicPr>
          <p:cNvPr id="72" name="Picture 71" descr="805438830975130582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66319884895668082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042395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School Administration Officer</a:t>
            </a:r>
          </a:p>
        </p:txBody>
      </p:sp>
      <p:pic>
        <p:nvPicPr>
          <p:cNvPr id="72" name="Picture 71" descr="73351042406275542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9424020"/>
            <a:ext cx="3848100" cy="9837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Farmer, SFW Consultant &amp; Mentor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60232493979415491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24726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Dr. Carla Ribeiro Machado e Portugal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582543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Mentor</a:t>
            </a:r>
          </a:p>
        </p:txBody>
      </p:sp>
      <p:pic>
        <p:nvPicPr>
          <p:cNvPr id="72" name="Picture 71" descr="362867324967348032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Mentor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99181772016123173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2" name="Picture 71" descr="677949140664796628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131915044608383489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Permaculture Lead</a:t>
            </a:r>
          </a:p>
        </p:txBody>
      </p:sp>
      <p:pic>
        <p:nvPicPr>
          <p:cNvPr id="72" name="Picture 71" descr="635485103755779206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Instructor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30442129423799785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6895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04239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  <p:pic>
        <p:nvPicPr>
          <p:cNvPr id="72" name="Picture 71" descr="555083588569501416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818135193906165182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14500"/>
            <a:ext cx="4953000" cy="4953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5867400" y="3333750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867400" y="4636740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Advanced Programs Lead</a:t>
            </a:r>
          </a:p>
        </p:txBody>
      </p:sp>
      <p:pic>
        <p:nvPicPr>
          <p:cNvPr id="72" name="Picture 71" descr="148652810898908727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7096125"/>
            <a:ext cx="4953000" cy="495300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867400" y="8715375"/>
            <a:ext cx="3848100" cy="128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67400" y="10018365"/>
            <a:ext cx="3848100" cy="5395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333130"/>
                </a:solidFill>
                <a:latin typeface="Source Sans 3"/>
              </a:rPr>
              <a:t>SFW Consultant &amp; Mentor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5708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5689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5657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5612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5554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5485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5403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5309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5204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5088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4961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4823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4676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4519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4354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4180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3998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3810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3614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3414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3208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2997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2783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2566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2347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2126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1905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1683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8490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983672" y="348773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1918854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854036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3789218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724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659581" y="556066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6594763" y="511017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7529945" y="44000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8465127" y="348773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9400309" y="244721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1800225"/>
            <a:ext cx="44005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70" name="Picture 69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049256"/>
            <a:ext cx="1333500" cy="1198893"/>
          </a:xfrm>
          <a:prstGeom prst="rect">
            <a:avLst/>
          </a:prstGeom>
        </p:spPr>
      </p:pic>
      <p:pic>
        <p:nvPicPr>
          <p:cNvPr id="71" name="Picture 70" descr="287927027449021004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0650" y="1762125"/>
            <a:ext cx="2143125" cy="2143125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200650" y="396240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Ib Borup Pedersen</a:t>
            </a:r>
          </a:p>
        </p:txBody>
      </p:sp>
      <p:pic>
        <p:nvPicPr>
          <p:cNvPr id="73" name="Picture 72" descr="377348116074944725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8075" y="1762125"/>
            <a:ext cx="2143125" cy="2143125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7458075" y="396240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Brian Daubenspeck</a:t>
            </a:r>
          </a:p>
        </p:txBody>
      </p:sp>
      <p:pic>
        <p:nvPicPr>
          <p:cNvPr id="75" name="Picture 74" descr="200771167009978051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81500"/>
            <a:ext cx="2143125" cy="2143125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5800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Elena Kalli</a:t>
            </a:r>
          </a:p>
        </p:txBody>
      </p:sp>
      <p:pic>
        <p:nvPicPr>
          <p:cNvPr id="77" name="Picture 76" descr="920230981500646217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3225" y="4381500"/>
            <a:ext cx="2143125" cy="2143125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2943225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Nick Padwick</a:t>
            </a:r>
          </a:p>
        </p:txBody>
      </p:sp>
      <p:pic>
        <p:nvPicPr>
          <p:cNvPr id="79" name="Picture 78" descr="154927214549666486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0650" y="4381500"/>
            <a:ext cx="2143125" cy="2143125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200650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Carla Portugal</a:t>
            </a:r>
          </a:p>
        </p:txBody>
      </p:sp>
      <p:pic>
        <p:nvPicPr>
          <p:cNvPr id="81" name="Picture 80" descr="864072829251361680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8075" y="4381500"/>
            <a:ext cx="2143125" cy="2143125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458075" y="658177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Gerald Ramírez</a:t>
            </a:r>
          </a:p>
        </p:txBody>
      </p:sp>
      <p:pic>
        <p:nvPicPr>
          <p:cNvPr id="83" name="Picture 82" descr="250344751280582083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5800" y="7000875"/>
            <a:ext cx="2143125" cy="2143125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85800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Wesley Sander</a:t>
            </a:r>
          </a:p>
        </p:txBody>
      </p:sp>
      <p:pic>
        <p:nvPicPr>
          <p:cNvPr id="85" name="Picture 84" descr="7554245401073997754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43225" y="7000875"/>
            <a:ext cx="2143125" cy="2143125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2943225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Isadora Shmidt</a:t>
            </a:r>
          </a:p>
        </p:txBody>
      </p:sp>
      <p:pic>
        <p:nvPicPr>
          <p:cNvPr id="87" name="Picture 86" descr="649170068453541619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00650" y="7000875"/>
            <a:ext cx="2143125" cy="2143125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5200650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Delvin Solkinson</a:t>
            </a:r>
          </a:p>
        </p:txBody>
      </p:sp>
      <p:pic>
        <p:nvPicPr>
          <p:cNvPr id="89" name="Picture 88" descr="8169894164716247857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58075" y="7000875"/>
            <a:ext cx="2143125" cy="2143125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7458075" y="9201150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Tommy Tapper</a:t>
            </a:r>
          </a:p>
        </p:txBody>
      </p:sp>
      <p:pic>
        <p:nvPicPr>
          <p:cNvPr id="91" name="Picture 90" descr="8038323441869988319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85800" y="9620250"/>
            <a:ext cx="2143125" cy="2143125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685800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Dora Tkalec</a:t>
            </a:r>
          </a:p>
        </p:txBody>
      </p:sp>
      <p:pic>
        <p:nvPicPr>
          <p:cNvPr id="93" name="Picture 92" descr="5879821787809698791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43225" y="9620250"/>
            <a:ext cx="2143125" cy="2143125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2943225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Ayşen Üstünay</a:t>
            </a:r>
          </a:p>
        </p:txBody>
      </p:sp>
      <p:pic>
        <p:nvPicPr>
          <p:cNvPr id="95" name="Picture 94" descr="208464847525094756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00650" y="9620250"/>
            <a:ext cx="2143125" cy="2143125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5200650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Loida Vasquez</a:t>
            </a:r>
          </a:p>
        </p:txBody>
      </p:sp>
      <p:pic>
        <p:nvPicPr>
          <p:cNvPr id="97" name="Picture 96" descr="3525526933851049210.jp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458075" y="9620250"/>
            <a:ext cx="2143125" cy="2143125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458075" y="11820525"/>
            <a:ext cx="214312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33130"/>
                </a:solidFill>
                <a:latin typeface="Source Sans 3"/>
              </a:rPr>
              <a:t>Casey Williams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-1905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0"/>
                </a:moveTo>
                <a:lnTo>
                  <a:pt x="190500" y="22154"/>
                </a:lnTo>
                <a:lnTo>
                  <a:pt x="190500" y="50729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0"/>
                </a:moveTo>
                <a:lnTo>
                  <a:pt x="190500" y="22153"/>
                </a:lnTo>
                <a:lnTo>
                  <a:pt x="190500" y="5072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905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0"/>
                </a:moveTo>
                <a:lnTo>
                  <a:pt x="190500" y="22078"/>
                </a:lnTo>
                <a:lnTo>
                  <a:pt x="190500" y="5065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810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0"/>
                </a:moveTo>
                <a:lnTo>
                  <a:pt x="190500" y="21928"/>
                </a:lnTo>
                <a:lnTo>
                  <a:pt x="190500" y="5050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715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0"/>
                </a:moveTo>
                <a:lnTo>
                  <a:pt x="190500" y="21705"/>
                </a:lnTo>
                <a:lnTo>
                  <a:pt x="190500" y="5028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7620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0"/>
                </a:moveTo>
                <a:lnTo>
                  <a:pt x="190500" y="21408"/>
                </a:lnTo>
                <a:lnTo>
                  <a:pt x="190500" y="499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525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0"/>
                </a:moveTo>
                <a:lnTo>
                  <a:pt x="190500" y="21037"/>
                </a:lnTo>
                <a:lnTo>
                  <a:pt x="190500" y="4961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1430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0"/>
                </a:moveTo>
                <a:lnTo>
                  <a:pt x="190500" y="20597"/>
                </a:lnTo>
                <a:lnTo>
                  <a:pt x="190500" y="49172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3335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0"/>
                </a:moveTo>
                <a:lnTo>
                  <a:pt x="190500" y="20086"/>
                </a:lnTo>
                <a:lnTo>
                  <a:pt x="190500" y="4866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15240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0"/>
                </a:moveTo>
                <a:lnTo>
                  <a:pt x="190500" y="19508"/>
                </a:lnTo>
                <a:lnTo>
                  <a:pt x="190500" y="48083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7145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0"/>
                </a:moveTo>
                <a:lnTo>
                  <a:pt x="190500" y="18862"/>
                </a:lnTo>
                <a:lnTo>
                  <a:pt x="190500" y="4743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9050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0"/>
                </a:moveTo>
                <a:lnTo>
                  <a:pt x="190500" y="18155"/>
                </a:lnTo>
                <a:lnTo>
                  <a:pt x="190500" y="4673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0955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0"/>
                </a:moveTo>
                <a:lnTo>
                  <a:pt x="190500" y="17385"/>
                </a:lnTo>
                <a:lnTo>
                  <a:pt x="190500" y="4596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22860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0"/>
                </a:moveTo>
                <a:lnTo>
                  <a:pt x="190500" y="16556"/>
                </a:lnTo>
                <a:lnTo>
                  <a:pt x="190500" y="4513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24765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0"/>
                </a:moveTo>
                <a:lnTo>
                  <a:pt x="190500" y="15671"/>
                </a:lnTo>
                <a:lnTo>
                  <a:pt x="190500" y="4424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26670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0"/>
                </a:moveTo>
                <a:lnTo>
                  <a:pt x="190500" y="14733"/>
                </a:lnTo>
                <a:lnTo>
                  <a:pt x="190500" y="43308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28575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0"/>
                </a:moveTo>
                <a:lnTo>
                  <a:pt x="190500" y="13746"/>
                </a:lnTo>
                <a:lnTo>
                  <a:pt x="190500" y="4232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30480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0"/>
                </a:moveTo>
                <a:lnTo>
                  <a:pt x="190500" y="12712"/>
                </a:lnTo>
                <a:lnTo>
                  <a:pt x="190500" y="412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32385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0"/>
                </a:moveTo>
                <a:lnTo>
                  <a:pt x="190500" y="11635"/>
                </a:lnTo>
                <a:lnTo>
                  <a:pt x="190500" y="4021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34290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0"/>
                </a:moveTo>
                <a:lnTo>
                  <a:pt x="190500" y="10519"/>
                </a:lnTo>
                <a:lnTo>
                  <a:pt x="190500" y="39094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36195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0"/>
                </a:moveTo>
                <a:lnTo>
                  <a:pt x="190500" y="9366"/>
                </a:lnTo>
                <a:lnTo>
                  <a:pt x="190500" y="3794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38100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0"/>
                </a:moveTo>
                <a:lnTo>
                  <a:pt x="190500" y="8182"/>
                </a:lnTo>
                <a:lnTo>
                  <a:pt x="190500" y="3675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0005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0"/>
                </a:moveTo>
                <a:lnTo>
                  <a:pt x="190500" y="6972"/>
                </a:lnTo>
                <a:lnTo>
                  <a:pt x="190500" y="3554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910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0"/>
                </a:moveTo>
                <a:lnTo>
                  <a:pt x="190500" y="5736"/>
                </a:lnTo>
                <a:lnTo>
                  <a:pt x="190500" y="34311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3815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0"/>
                </a:moveTo>
                <a:lnTo>
                  <a:pt x="190500" y="4481"/>
                </a:lnTo>
                <a:lnTo>
                  <a:pt x="190500" y="33056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45720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0"/>
                </a:moveTo>
                <a:lnTo>
                  <a:pt x="190500" y="3212"/>
                </a:lnTo>
                <a:lnTo>
                  <a:pt x="190500" y="3178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47625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0"/>
                </a:moveTo>
                <a:lnTo>
                  <a:pt x="190500" y="1932"/>
                </a:lnTo>
                <a:lnTo>
                  <a:pt x="190500" y="30507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49530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0"/>
                </a:moveTo>
                <a:lnTo>
                  <a:pt x="190500" y="645"/>
                </a:lnTo>
                <a:lnTo>
                  <a:pt x="190500" y="29220"/>
                </a:lnTo>
                <a:lnTo>
                  <a:pt x="0" y="28575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5143500" y="761355"/>
            <a:ext cx="190500" cy="29219"/>
          </a:xfrm>
          <a:custGeom>
            <a:avLst/>
            <a:gdLst/>
            <a:ahLst/>
            <a:cxnLst/>
            <a:rect l="l" t="t" r="r" b="b"/>
            <a:pathLst>
              <a:path w="190500" h="29220">
                <a:moveTo>
                  <a:pt x="0" y="64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2922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5334000" y="759423"/>
            <a:ext cx="190500" cy="30506"/>
          </a:xfrm>
          <a:custGeom>
            <a:avLst/>
            <a:gdLst/>
            <a:ahLst/>
            <a:cxnLst/>
            <a:rect l="l" t="t" r="r" b="b"/>
            <a:pathLst>
              <a:path w="190500" h="30507">
                <a:moveTo>
                  <a:pt x="0" y="193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050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5524500" y="756211"/>
            <a:ext cx="190500" cy="31787"/>
          </a:xfrm>
          <a:custGeom>
            <a:avLst/>
            <a:gdLst/>
            <a:ahLst/>
            <a:cxnLst/>
            <a:rect l="l" t="t" r="r" b="b"/>
            <a:pathLst>
              <a:path w="190500" h="31787">
                <a:moveTo>
                  <a:pt x="0" y="32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17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5715000" y="751730"/>
            <a:ext cx="190500" cy="33056"/>
          </a:xfrm>
          <a:custGeom>
            <a:avLst/>
            <a:gdLst/>
            <a:ahLst/>
            <a:cxnLst/>
            <a:rect l="l" t="t" r="r" b="b"/>
            <a:pathLst>
              <a:path w="190500" h="33056">
                <a:moveTo>
                  <a:pt x="0" y="448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305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905500" y="745994"/>
            <a:ext cx="190500" cy="34311"/>
          </a:xfrm>
          <a:custGeom>
            <a:avLst/>
            <a:gdLst/>
            <a:ahLst/>
            <a:cxnLst/>
            <a:rect l="l" t="t" r="r" b="b"/>
            <a:pathLst>
              <a:path w="190500" h="34311">
                <a:moveTo>
                  <a:pt x="0" y="573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431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6096000" y="739022"/>
            <a:ext cx="190500" cy="35546"/>
          </a:xfrm>
          <a:custGeom>
            <a:avLst/>
            <a:gdLst/>
            <a:ahLst/>
            <a:cxnLst/>
            <a:rect l="l" t="t" r="r" b="b"/>
            <a:pathLst>
              <a:path w="190500" h="35547">
                <a:moveTo>
                  <a:pt x="0" y="697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554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Freeform 35"/>
          <p:cNvSpPr/>
          <p:nvPr/>
        </p:nvSpPr>
        <p:spPr>
          <a:xfrm>
            <a:off x="6286500" y="730840"/>
            <a:ext cx="190500" cy="36757"/>
          </a:xfrm>
          <a:custGeom>
            <a:avLst/>
            <a:gdLst/>
            <a:ahLst/>
            <a:cxnLst/>
            <a:rect l="l" t="t" r="r" b="b"/>
            <a:pathLst>
              <a:path w="190500" h="36757">
                <a:moveTo>
                  <a:pt x="0" y="818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675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6477000" y="721474"/>
            <a:ext cx="190500" cy="37941"/>
          </a:xfrm>
          <a:custGeom>
            <a:avLst/>
            <a:gdLst/>
            <a:ahLst/>
            <a:cxnLst/>
            <a:rect l="l" t="t" r="r" b="b"/>
            <a:pathLst>
              <a:path w="190500" h="37941">
                <a:moveTo>
                  <a:pt x="0" y="936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794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6667500" y="710955"/>
            <a:ext cx="190500" cy="39093"/>
          </a:xfrm>
          <a:custGeom>
            <a:avLst/>
            <a:gdLst/>
            <a:ahLst/>
            <a:cxnLst/>
            <a:rect l="l" t="t" r="r" b="b"/>
            <a:pathLst>
              <a:path w="190500" h="39094">
                <a:moveTo>
                  <a:pt x="0" y="10519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39094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6858000" y="699320"/>
            <a:ext cx="190500" cy="40209"/>
          </a:xfrm>
          <a:custGeom>
            <a:avLst/>
            <a:gdLst/>
            <a:ahLst/>
            <a:cxnLst/>
            <a:rect l="l" t="t" r="r" b="b"/>
            <a:pathLst>
              <a:path w="190500" h="40210">
                <a:moveTo>
                  <a:pt x="0" y="1163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021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7048500" y="686608"/>
            <a:ext cx="190500" cy="41286"/>
          </a:xfrm>
          <a:custGeom>
            <a:avLst/>
            <a:gdLst/>
            <a:ahLst/>
            <a:cxnLst/>
            <a:rect l="l" t="t" r="r" b="b"/>
            <a:pathLst>
              <a:path w="190500" h="41287">
                <a:moveTo>
                  <a:pt x="0" y="1271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128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239000" y="672862"/>
            <a:ext cx="190500" cy="42321"/>
          </a:xfrm>
          <a:custGeom>
            <a:avLst/>
            <a:gdLst/>
            <a:ahLst/>
            <a:cxnLst/>
            <a:rect l="l" t="t" r="r" b="b"/>
            <a:pathLst>
              <a:path w="190500" h="42321">
                <a:moveTo>
                  <a:pt x="0" y="1374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232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7429500" y="658129"/>
            <a:ext cx="190500" cy="43308"/>
          </a:xfrm>
          <a:custGeom>
            <a:avLst/>
            <a:gdLst/>
            <a:ahLst/>
            <a:cxnLst/>
            <a:rect l="l" t="t" r="r" b="b"/>
            <a:pathLst>
              <a:path w="190500" h="43308">
                <a:moveTo>
                  <a:pt x="0" y="1473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330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7620000" y="642458"/>
            <a:ext cx="190500" cy="44246"/>
          </a:xfrm>
          <a:custGeom>
            <a:avLst/>
            <a:gdLst/>
            <a:ahLst/>
            <a:cxnLst/>
            <a:rect l="l" t="t" r="r" b="b"/>
            <a:pathLst>
              <a:path w="190500" h="44246">
                <a:moveTo>
                  <a:pt x="0" y="15671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4246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7810500" y="625902"/>
            <a:ext cx="190500" cy="45130"/>
          </a:xfrm>
          <a:custGeom>
            <a:avLst/>
            <a:gdLst/>
            <a:ahLst/>
            <a:cxnLst/>
            <a:rect l="l" t="t" r="r" b="b"/>
            <a:pathLst>
              <a:path w="190500" h="45131">
                <a:moveTo>
                  <a:pt x="0" y="1655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13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8001000" y="608517"/>
            <a:ext cx="190500" cy="45959"/>
          </a:xfrm>
          <a:custGeom>
            <a:avLst/>
            <a:gdLst/>
            <a:ahLst/>
            <a:cxnLst/>
            <a:rect l="l" t="t" r="r" b="b"/>
            <a:pathLst>
              <a:path w="190500" h="45960">
                <a:moveTo>
                  <a:pt x="0" y="1738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596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8191500" y="590362"/>
            <a:ext cx="190500" cy="46729"/>
          </a:xfrm>
          <a:custGeom>
            <a:avLst/>
            <a:gdLst/>
            <a:ahLst/>
            <a:cxnLst/>
            <a:rect l="l" t="t" r="r" b="b"/>
            <a:pathLst>
              <a:path w="190500" h="46730">
                <a:moveTo>
                  <a:pt x="0" y="1815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673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8382000" y="571500"/>
            <a:ext cx="190500" cy="47437"/>
          </a:xfrm>
          <a:custGeom>
            <a:avLst/>
            <a:gdLst/>
            <a:ahLst/>
            <a:cxnLst/>
            <a:rect l="l" t="t" r="r" b="b"/>
            <a:pathLst>
              <a:path w="190500" h="47437">
                <a:moveTo>
                  <a:pt x="0" y="18862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7437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8572500" y="551992"/>
            <a:ext cx="190500" cy="48082"/>
          </a:xfrm>
          <a:custGeom>
            <a:avLst/>
            <a:gdLst/>
            <a:ahLst/>
            <a:cxnLst/>
            <a:rect l="l" t="t" r="r" b="b"/>
            <a:pathLst>
              <a:path w="190500" h="48083">
                <a:moveTo>
                  <a:pt x="0" y="195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0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8763000" y="531906"/>
            <a:ext cx="190500" cy="48661"/>
          </a:xfrm>
          <a:custGeom>
            <a:avLst/>
            <a:gdLst/>
            <a:ahLst/>
            <a:cxnLst/>
            <a:rect l="l" t="t" r="r" b="b"/>
            <a:pathLst>
              <a:path w="190500" h="48661">
                <a:moveTo>
                  <a:pt x="0" y="20086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8661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8953500" y="511309"/>
            <a:ext cx="190500" cy="49171"/>
          </a:xfrm>
          <a:custGeom>
            <a:avLst/>
            <a:gdLst/>
            <a:ahLst/>
            <a:cxnLst/>
            <a:rect l="l" t="t" r="r" b="b"/>
            <a:pathLst>
              <a:path w="190500" h="49172">
                <a:moveTo>
                  <a:pt x="0" y="2059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17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9144000" y="490272"/>
            <a:ext cx="190500" cy="49612"/>
          </a:xfrm>
          <a:custGeom>
            <a:avLst/>
            <a:gdLst/>
            <a:ahLst/>
            <a:cxnLst/>
            <a:rect l="l" t="t" r="r" b="b"/>
            <a:pathLst>
              <a:path w="190500" h="49612">
                <a:moveTo>
                  <a:pt x="0" y="21037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612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334500" y="468864"/>
            <a:ext cx="190500" cy="49982"/>
          </a:xfrm>
          <a:custGeom>
            <a:avLst/>
            <a:gdLst/>
            <a:ahLst/>
            <a:cxnLst/>
            <a:rect l="l" t="t" r="r" b="b"/>
            <a:pathLst>
              <a:path w="190500" h="49983">
                <a:moveTo>
                  <a:pt x="0" y="2140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4998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525000" y="447159"/>
            <a:ext cx="190500" cy="50279"/>
          </a:xfrm>
          <a:custGeom>
            <a:avLst/>
            <a:gdLst/>
            <a:ahLst/>
            <a:cxnLst/>
            <a:rect l="l" t="t" r="r" b="b"/>
            <a:pathLst>
              <a:path w="190500" h="50280">
                <a:moveTo>
                  <a:pt x="0" y="21705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28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9715500" y="425231"/>
            <a:ext cx="190500" cy="50503"/>
          </a:xfrm>
          <a:custGeom>
            <a:avLst/>
            <a:gdLst/>
            <a:ahLst/>
            <a:cxnLst/>
            <a:rect l="l" t="t" r="r" b="b"/>
            <a:pathLst>
              <a:path w="190500" h="50503">
                <a:moveTo>
                  <a:pt x="0" y="2192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50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9906000" y="403153"/>
            <a:ext cx="190500" cy="50653"/>
          </a:xfrm>
          <a:custGeom>
            <a:avLst/>
            <a:gdLst/>
            <a:ahLst/>
            <a:cxnLst/>
            <a:rect l="l" t="t" r="r" b="b"/>
            <a:pathLst>
              <a:path w="190500" h="50653">
                <a:moveTo>
                  <a:pt x="0" y="22078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653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10096500" y="381000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8">
                <a:moveTo>
                  <a:pt x="0" y="22153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8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287000" y="358846"/>
            <a:ext cx="190500" cy="50728"/>
          </a:xfrm>
          <a:custGeom>
            <a:avLst/>
            <a:gdLst/>
            <a:ahLst/>
            <a:cxnLst/>
            <a:rect l="l" t="t" r="r" b="b"/>
            <a:pathLst>
              <a:path w="190500" h="50729">
                <a:moveTo>
                  <a:pt x="0" y="22154"/>
                </a:moveTo>
                <a:lnTo>
                  <a:pt x="190500" y="0"/>
                </a:lnTo>
                <a:lnTo>
                  <a:pt x="190500" y="28575"/>
                </a:lnTo>
                <a:lnTo>
                  <a:pt x="0" y="50729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52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295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438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3581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724400" y="7620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5867400" y="739022"/>
            <a:ext cx="838200" cy="952499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7010400" y="672862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8153400" y="571500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9296400" y="447159"/>
            <a:ext cx="838200" cy="952500"/>
          </a:xfrm>
          <a:custGeom>
            <a:avLst/>
            <a:gdLst/>
            <a:ahLst/>
            <a:cxnLst/>
            <a:rect l="l" t="t" r="r" b="b"/>
            <a:pathLst>
              <a:path w="838200" h="952500">
                <a:moveTo>
                  <a:pt x="0" y="0"/>
                </a:moveTo>
                <a:lnTo>
                  <a:pt x="838200" y="0"/>
                </a:lnTo>
                <a:lnTo>
                  <a:pt x="419100" y="9525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5-Point Star 66"/>
          <p:cNvSpPr/>
          <p:nvPr/>
        </p:nvSpPr>
        <p:spPr>
          <a:xfrm>
            <a:off x="29813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5-Point Star 67"/>
          <p:cNvSpPr/>
          <p:nvPr/>
        </p:nvSpPr>
        <p:spPr>
          <a:xfrm>
            <a:off x="6981825" y="2486025"/>
            <a:ext cx="323850" cy="323850"/>
          </a:xfrm>
          <a:prstGeom prst="star5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000" y="24288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2000" y="3048000"/>
            <a:ext cx="8763000" cy="266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71" name="Oval 70"/>
          <p:cNvSpPr/>
          <p:nvPr/>
        </p:nvSpPr>
        <p:spPr>
          <a:xfrm>
            <a:off x="1952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266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2581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2667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2685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2704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Freeform 76"/>
          <p:cNvSpPr/>
          <p:nvPr/>
        </p:nvSpPr>
        <p:spPr>
          <a:xfrm>
            <a:off x="2720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2735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Freeform 78"/>
          <p:cNvSpPr/>
          <p:nvPr/>
        </p:nvSpPr>
        <p:spPr>
          <a:xfrm>
            <a:off x="2747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Freeform 79"/>
          <p:cNvSpPr/>
          <p:nvPr/>
        </p:nvSpPr>
        <p:spPr>
          <a:xfrm>
            <a:off x="2755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2760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2759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2753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Freeform 83"/>
          <p:cNvSpPr/>
          <p:nvPr/>
        </p:nvSpPr>
        <p:spPr>
          <a:xfrm>
            <a:off x="2744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Freeform 84"/>
          <p:cNvSpPr/>
          <p:nvPr/>
        </p:nvSpPr>
        <p:spPr>
          <a:xfrm>
            <a:off x="2731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Freeform 85"/>
          <p:cNvSpPr/>
          <p:nvPr/>
        </p:nvSpPr>
        <p:spPr>
          <a:xfrm>
            <a:off x="2716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Freeform 86"/>
          <p:cNvSpPr/>
          <p:nvPr/>
        </p:nvSpPr>
        <p:spPr>
          <a:xfrm>
            <a:off x="2698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2680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Freeform 88"/>
          <p:cNvSpPr/>
          <p:nvPr/>
        </p:nvSpPr>
        <p:spPr>
          <a:xfrm>
            <a:off x="2661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2642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2624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2608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reeform 92"/>
          <p:cNvSpPr/>
          <p:nvPr/>
        </p:nvSpPr>
        <p:spPr>
          <a:xfrm>
            <a:off x="2594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2583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Freeform 94"/>
          <p:cNvSpPr/>
          <p:nvPr/>
        </p:nvSpPr>
        <p:spPr>
          <a:xfrm>
            <a:off x="2576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2572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572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572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2575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2582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2593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Freeform 101"/>
          <p:cNvSpPr/>
          <p:nvPr/>
        </p:nvSpPr>
        <p:spPr>
          <a:xfrm>
            <a:off x="2606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2622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2640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Freeform 104"/>
          <p:cNvSpPr/>
          <p:nvPr/>
        </p:nvSpPr>
        <p:spPr>
          <a:xfrm>
            <a:off x="2659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2678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Freeform 106"/>
          <p:cNvSpPr/>
          <p:nvPr/>
        </p:nvSpPr>
        <p:spPr>
          <a:xfrm>
            <a:off x="2696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Freeform 107"/>
          <p:cNvSpPr/>
          <p:nvPr/>
        </p:nvSpPr>
        <p:spPr>
          <a:xfrm>
            <a:off x="2714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2729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2742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Freeform 110"/>
          <p:cNvSpPr/>
          <p:nvPr/>
        </p:nvSpPr>
        <p:spPr>
          <a:xfrm>
            <a:off x="2752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Freeform 111"/>
          <p:cNvSpPr/>
          <p:nvPr/>
        </p:nvSpPr>
        <p:spPr>
          <a:xfrm>
            <a:off x="2759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2761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Freeform 113"/>
          <p:cNvSpPr/>
          <p:nvPr/>
        </p:nvSpPr>
        <p:spPr>
          <a:xfrm>
            <a:off x="2756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Freeform 114"/>
          <p:cNvSpPr/>
          <p:nvPr/>
        </p:nvSpPr>
        <p:spPr>
          <a:xfrm>
            <a:off x="2748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Freeform 115"/>
          <p:cNvSpPr/>
          <p:nvPr/>
        </p:nvSpPr>
        <p:spPr>
          <a:xfrm>
            <a:off x="2736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Freeform 116"/>
          <p:cNvSpPr/>
          <p:nvPr/>
        </p:nvSpPr>
        <p:spPr>
          <a:xfrm>
            <a:off x="2722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Freeform 117"/>
          <p:cNvSpPr/>
          <p:nvPr/>
        </p:nvSpPr>
        <p:spPr>
          <a:xfrm>
            <a:off x="2706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Freeform 118"/>
          <p:cNvSpPr/>
          <p:nvPr/>
        </p:nvSpPr>
        <p:spPr>
          <a:xfrm>
            <a:off x="2688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Freeform 119"/>
          <p:cNvSpPr/>
          <p:nvPr/>
        </p:nvSpPr>
        <p:spPr>
          <a:xfrm>
            <a:off x="2669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Freeform 120"/>
          <p:cNvSpPr/>
          <p:nvPr/>
        </p:nvSpPr>
        <p:spPr>
          <a:xfrm>
            <a:off x="2650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Freeform 121"/>
          <p:cNvSpPr/>
          <p:nvPr/>
        </p:nvSpPr>
        <p:spPr>
          <a:xfrm>
            <a:off x="2632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2615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2600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2588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2579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2573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2571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2571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2573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6667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002029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Freeform 132"/>
          <p:cNvSpPr/>
          <p:nvPr/>
        </p:nvSpPr>
        <p:spPr>
          <a:xfrm>
            <a:off x="13430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4287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4476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Freeform 135"/>
          <p:cNvSpPr/>
          <p:nvPr/>
        </p:nvSpPr>
        <p:spPr>
          <a:xfrm>
            <a:off x="14658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reeform 136"/>
          <p:cNvSpPr/>
          <p:nvPr/>
        </p:nvSpPr>
        <p:spPr>
          <a:xfrm>
            <a:off x="14825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Freeform 137"/>
          <p:cNvSpPr/>
          <p:nvPr/>
        </p:nvSpPr>
        <p:spPr>
          <a:xfrm>
            <a:off x="14970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Freeform 138"/>
          <p:cNvSpPr/>
          <p:nvPr/>
        </p:nvSpPr>
        <p:spPr>
          <a:xfrm>
            <a:off x="15089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Freeform 139"/>
          <p:cNvSpPr/>
          <p:nvPr/>
        </p:nvSpPr>
        <p:spPr>
          <a:xfrm>
            <a:off x="15175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Freeform 140"/>
          <p:cNvSpPr/>
          <p:nvPr/>
        </p:nvSpPr>
        <p:spPr>
          <a:xfrm>
            <a:off x="15226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Freeform 141"/>
          <p:cNvSpPr/>
          <p:nvPr/>
        </p:nvSpPr>
        <p:spPr>
          <a:xfrm>
            <a:off x="15215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Freeform 142"/>
          <p:cNvSpPr/>
          <p:nvPr/>
        </p:nvSpPr>
        <p:spPr>
          <a:xfrm>
            <a:off x="15153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15057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14930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4778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4606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14421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14231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4044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3865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Freeform 151"/>
          <p:cNvSpPr/>
          <p:nvPr/>
        </p:nvSpPr>
        <p:spPr>
          <a:xfrm>
            <a:off x="13704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Freeform 152"/>
          <p:cNvSpPr/>
          <p:nvPr/>
        </p:nvSpPr>
        <p:spPr>
          <a:xfrm>
            <a:off x="13566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Freeform 153"/>
          <p:cNvSpPr/>
          <p:nvPr/>
        </p:nvSpPr>
        <p:spPr>
          <a:xfrm>
            <a:off x="13457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Freeform 154"/>
          <p:cNvSpPr/>
          <p:nvPr/>
        </p:nvSpPr>
        <p:spPr>
          <a:xfrm>
            <a:off x="13381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Freeform 155"/>
          <p:cNvSpPr/>
          <p:nvPr/>
        </p:nvSpPr>
        <p:spPr>
          <a:xfrm>
            <a:off x="13341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Freeform 156"/>
          <p:cNvSpPr/>
          <p:nvPr/>
        </p:nvSpPr>
        <p:spPr>
          <a:xfrm>
            <a:off x="13338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Freeform 157"/>
          <p:cNvSpPr/>
          <p:nvPr/>
        </p:nvSpPr>
        <p:spPr>
          <a:xfrm>
            <a:off x="13338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Freeform 158"/>
          <p:cNvSpPr/>
          <p:nvPr/>
        </p:nvSpPr>
        <p:spPr>
          <a:xfrm>
            <a:off x="13374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Freeform 159"/>
          <p:cNvSpPr/>
          <p:nvPr/>
        </p:nvSpPr>
        <p:spPr>
          <a:xfrm>
            <a:off x="13446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Freeform 160"/>
          <p:cNvSpPr/>
          <p:nvPr/>
        </p:nvSpPr>
        <p:spPr>
          <a:xfrm>
            <a:off x="13551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Freeform 161"/>
          <p:cNvSpPr/>
          <p:nvPr/>
        </p:nvSpPr>
        <p:spPr>
          <a:xfrm>
            <a:off x="13686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Freeform 162"/>
          <p:cNvSpPr/>
          <p:nvPr/>
        </p:nvSpPr>
        <p:spPr>
          <a:xfrm>
            <a:off x="13844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Freeform 163"/>
          <p:cNvSpPr/>
          <p:nvPr/>
        </p:nvSpPr>
        <p:spPr>
          <a:xfrm>
            <a:off x="14021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Freeform 164"/>
          <p:cNvSpPr/>
          <p:nvPr/>
        </p:nvSpPr>
        <p:spPr>
          <a:xfrm>
            <a:off x="14208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Freeform 165"/>
          <p:cNvSpPr/>
          <p:nvPr/>
        </p:nvSpPr>
        <p:spPr>
          <a:xfrm>
            <a:off x="14398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Freeform 166"/>
          <p:cNvSpPr/>
          <p:nvPr/>
        </p:nvSpPr>
        <p:spPr>
          <a:xfrm>
            <a:off x="14584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14758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Freeform 168"/>
          <p:cNvSpPr/>
          <p:nvPr/>
        </p:nvSpPr>
        <p:spPr>
          <a:xfrm>
            <a:off x="14913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Freeform 169"/>
          <p:cNvSpPr/>
          <p:nvPr/>
        </p:nvSpPr>
        <p:spPr>
          <a:xfrm>
            <a:off x="15043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5143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Freeform 171"/>
          <p:cNvSpPr/>
          <p:nvPr/>
        </p:nvSpPr>
        <p:spPr>
          <a:xfrm>
            <a:off x="15209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Freeform 172"/>
          <p:cNvSpPr/>
          <p:nvPr/>
        </p:nvSpPr>
        <p:spPr>
          <a:xfrm>
            <a:off x="15229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Freeform 173"/>
          <p:cNvSpPr/>
          <p:nvPr/>
        </p:nvSpPr>
        <p:spPr>
          <a:xfrm>
            <a:off x="15183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Freeform 174"/>
          <p:cNvSpPr/>
          <p:nvPr/>
        </p:nvSpPr>
        <p:spPr>
          <a:xfrm>
            <a:off x="15101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14987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Freeform 176"/>
          <p:cNvSpPr/>
          <p:nvPr/>
        </p:nvSpPr>
        <p:spPr>
          <a:xfrm>
            <a:off x="14844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Freeform 177"/>
          <p:cNvSpPr/>
          <p:nvPr/>
        </p:nvSpPr>
        <p:spPr>
          <a:xfrm>
            <a:off x="14680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4499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14311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4121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Freeform 181"/>
          <p:cNvSpPr/>
          <p:nvPr/>
        </p:nvSpPr>
        <p:spPr>
          <a:xfrm>
            <a:off x="13938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Freeform 182"/>
          <p:cNvSpPr/>
          <p:nvPr/>
        </p:nvSpPr>
        <p:spPr>
          <a:xfrm>
            <a:off x="13769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Freeform 183"/>
          <p:cNvSpPr/>
          <p:nvPr/>
        </p:nvSpPr>
        <p:spPr>
          <a:xfrm>
            <a:off x="13620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 184"/>
          <p:cNvSpPr/>
          <p:nvPr/>
        </p:nvSpPr>
        <p:spPr>
          <a:xfrm>
            <a:off x="13498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Freeform 185"/>
          <p:cNvSpPr/>
          <p:nvPr/>
        </p:nvSpPr>
        <p:spPr>
          <a:xfrm>
            <a:off x="13408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Freeform 186"/>
          <p:cNvSpPr/>
          <p:nvPr/>
        </p:nvSpPr>
        <p:spPr>
          <a:xfrm>
            <a:off x="13353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3335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Freeform 188"/>
          <p:cNvSpPr/>
          <p:nvPr/>
        </p:nvSpPr>
        <p:spPr>
          <a:xfrm>
            <a:off x="13335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Freeform 189"/>
          <p:cNvSpPr/>
          <p:nvPr/>
        </p:nvSpPr>
        <p:spPr>
          <a:xfrm>
            <a:off x="13354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Freeform 190"/>
          <p:cNvSpPr/>
          <p:nvPr/>
        </p:nvSpPr>
        <p:spPr>
          <a:xfrm>
            <a:off x="13411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Freeform 191"/>
          <p:cNvSpPr/>
          <p:nvPr/>
        </p:nvSpPr>
        <p:spPr>
          <a:xfrm>
            <a:off x="13503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3626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3776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3946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4129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4319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Freeform 197"/>
          <p:cNvSpPr/>
          <p:nvPr/>
        </p:nvSpPr>
        <p:spPr>
          <a:xfrm>
            <a:off x="14508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335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6268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Freeform 200"/>
          <p:cNvSpPr/>
          <p:nvPr/>
        </p:nvSpPr>
        <p:spPr>
          <a:xfrm>
            <a:off x="19145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Freeform 201"/>
          <p:cNvSpPr/>
          <p:nvPr/>
        </p:nvSpPr>
        <p:spPr>
          <a:xfrm>
            <a:off x="20002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Freeform 202"/>
          <p:cNvSpPr/>
          <p:nvPr/>
        </p:nvSpPr>
        <p:spPr>
          <a:xfrm>
            <a:off x="20191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Freeform 203"/>
          <p:cNvSpPr/>
          <p:nvPr/>
        </p:nvSpPr>
        <p:spPr>
          <a:xfrm>
            <a:off x="20373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Freeform 204"/>
          <p:cNvSpPr/>
          <p:nvPr/>
        </p:nvSpPr>
        <p:spPr>
          <a:xfrm>
            <a:off x="20540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Freeform 205"/>
          <p:cNvSpPr/>
          <p:nvPr/>
        </p:nvSpPr>
        <p:spPr>
          <a:xfrm>
            <a:off x="20685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Freeform 206"/>
          <p:cNvSpPr/>
          <p:nvPr/>
        </p:nvSpPr>
        <p:spPr>
          <a:xfrm>
            <a:off x="20804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Freeform 207"/>
          <p:cNvSpPr/>
          <p:nvPr/>
        </p:nvSpPr>
        <p:spPr>
          <a:xfrm>
            <a:off x="20890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Freeform 208"/>
          <p:cNvSpPr/>
          <p:nvPr/>
        </p:nvSpPr>
        <p:spPr>
          <a:xfrm>
            <a:off x="20941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Freeform 209"/>
          <p:cNvSpPr/>
          <p:nvPr/>
        </p:nvSpPr>
        <p:spPr>
          <a:xfrm>
            <a:off x="20930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Freeform 210"/>
          <p:cNvSpPr/>
          <p:nvPr/>
        </p:nvSpPr>
        <p:spPr>
          <a:xfrm>
            <a:off x="20868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Freeform 211"/>
          <p:cNvSpPr/>
          <p:nvPr/>
        </p:nvSpPr>
        <p:spPr>
          <a:xfrm>
            <a:off x="20772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Freeform 212"/>
          <p:cNvSpPr/>
          <p:nvPr/>
        </p:nvSpPr>
        <p:spPr>
          <a:xfrm>
            <a:off x="20645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Freeform 213"/>
          <p:cNvSpPr/>
          <p:nvPr/>
        </p:nvSpPr>
        <p:spPr>
          <a:xfrm>
            <a:off x="20493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Freeform 214"/>
          <p:cNvSpPr/>
          <p:nvPr/>
        </p:nvSpPr>
        <p:spPr>
          <a:xfrm>
            <a:off x="20321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Freeform 215"/>
          <p:cNvSpPr/>
          <p:nvPr/>
        </p:nvSpPr>
        <p:spPr>
          <a:xfrm>
            <a:off x="20136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Freeform 216"/>
          <p:cNvSpPr/>
          <p:nvPr/>
        </p:nvSpPr>
        <p:spPr>
          <a:xfrm>
            <a:off x="19946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Freeform 217"/>
          <p:cNvSpPr/>
          <p:nvPr/>
        </p:nvSpPr>
        <p:spPr>
          <a:xfrm>
            <a:off x="19759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Freeform 218"/>
          <p:cNvSpPr/>
          <p:nvPr/>
        </p:nvSpPr>
        <p:spPr>
          <a:xfrm>
            <a:off x="19580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Freeform 219"/>
          <p:cNvSpPr/>
          <p:nvPr/>
        </p:nvSpPr>
        <p:spPr>
          <a:xfrm>
            <a:off x="19419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Freeform 220"/>
          <p:cNvSpPr/>
          <p:nvPr/>
        </p:nvSpPr>
        <p:spPr>
          <a:xfrm>
            <a:off x="19281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Freeform 221"/>
          <p:cNvSpPr/>
          <p:nvPr/>
        </p:nvSpPr>
        <p:spPr>
          <a:xfrm>
            <a:off x="19172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Freeform 222"/>
          <p:cNvSpPr/>
          <p:nvPr/>
        </p:nvSpPr>
        <p:spPr>
          <a:xfrm>
            <a:off x="19096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Freeform 223"/>
          <p:cNvSpPr/>
          <p:nvPr/>
        </p:nvSpPr>
        <p:spPr>
          <a:xfrm>
            <a:off x="19056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Freeform 224"/>
          <p:cNvSpPr/>
          <p:nvPr/>
        </p:nvSpPr>
        <p:spPr>
          <a:xfrm>
            <a:off x="19053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Freeform 225"/>
          <p:cNvSpPr/>
          <p:nvPr/>
        </p:nvSpPr>
        <p:spPr>
          <a:xfrm>
            <a:off x="19053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Freeform 226"/>
          <p:cNvSpPr/>
          <p:nvPr/>
        </p:nvSpPr>
        <p:spPr>
          <a:xfrm>
            <a:off x="19089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Freeform 227"/>
          <p:cNvSpPr/>
          <p:nvPr/>
        </p:nvSpPr>
        <p:spPr>
          <a:xfrm>
            <a:off x="19161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Freeform 228"/>
          <p:cNvSpPr/>
          <p:nvPr/>
        </p:nvSpPr>
        <p:spPr>
          <a:xfrm>
            <a:off x="19266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Freeform 229"/>
          <p:cNvSpPr/>
          <p:nvPr/>
        </p:nvSpPr>
        <p:spPr>
          <a:xfrm>
            <a:off x="19401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Freeform 230"/>
          <p:cNvSpPr/>
          <p:nvPr/>
        </p:nvSpPr>
        <p:spPr>
          <a:xfrm>
            <a:off x="19559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Freeform 231"/>
          <p:cNvSpPr/>
          <p:nvPr/>
        </p:nvSpPr>
        <p:spPr>
          <a:xfrm>
            <a:off x="19736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Freeform 232"/>
          <p:cNvSpPr/>
          <p:nvPr/>
        </p:nvSpPr>
        <p:spPr>
          <a:xfrm>
            <a:off x="19923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Freeform 233"/>
          <p:cNvSpPr/>
          <p:nvPr/>
        </p:nvSpPr>
        <p:spPr>
          <a:xfrm>
            <a:off x="20113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Freeform 234"/>
          <p:cNvSpPr/>
          <p:nvPr/>
        </p:nvSpPr>
        <p:spPr>
          <a:xfrm>
            <a:off x="20299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Freeform 235"/>
          <p:cNvSpPr/>
          <p:nvPr/>
        </p:nvSpPr>
        <p:spPr>
          <a:xfrm>
            <a:off x="20473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Freeform 236"/>
          <p:cNvSpPr/>
          <p:nvPr/>
        </p:nvSpPr>
        <p:spPr>
          <a:xfrm>
            <a:off x="20628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Freeform 237"/>
          <p:cNvSpPr/>
          <p:nvPr/>
        </p:nvSpPr>
        <p:spPr>
          <a:xfrm>
            <a:off x="20758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Freeform 238"/>
          <p:cNvSpPr/>
          <p:nvPr/>
        </p:nvSpPr>
        <p:spPr>
          <a:xfrm>
            <a:off x="20858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Freeform 239"/>
          <p:cNvSpPr/>
          <p:nvPr/>
        </p:nvSpPr>
        <p:spPr>
          <a:xfrm>
            <a:off x="20924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Freeform 240"/>
          <p:cNvSpPr/>
          <p:nvPr/>
        </p:nvSpPr>
        <p:spPr>
          <a:xfrm>
            <a:off x="20944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Freeform 241"/>
          <p:cNvSpPr/>
          <p:nvPr/>
        </p:nvSpPr>
        <p:spPr>
          <a:xfrm>
            <a:off x="20898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6905625" y="7810500"/>
            <a:ext cx="1428750" cy="1743075"/>
          </a:xfrm>
          <a:prstGeom prst="ellipse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7219950" y="8089392"/>
            <a:ext cx="171450" cy="348615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Freeform 244"/>
          <p:cNvSpPr/>
          <p:nvPr/>
        </p:nvSpPr>
        <p:spPr>
          <a:xfrm>
            <a:off x="7534275" y="9515475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Freeform 245"/>
          <p:cNvSpPr/>
          <p:nvPr/>
        </p:nvSpPr>
        <p:spPr>
          <a:xfrm>
            <a:off x="7620000" y="9648825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Freeform 246"/>
          <p:cNvSpPr/>
          <p:nvPr/>
        </p:nvSpPr>
        <p:spPr>
          <a:xfrm>
            <a:off x="7638923" y="9705975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Freeform 247"/>
          <p:cNvSpPr/>
          <p:nvPr/>
        </p:nvSpPr>
        <p:spPr>
          <a:xfrm>
            <a:off x="7657092" y="9763125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Freeform 248"/>
          <p:cNvSpPr/>
          <p:nvPr/>
        </p:nvSpPr>
        <p:spPr>
          <a:xfrm>
            <a:off x="7673782" y="9820275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Freeform 249"/>
          <p:cNvSpPr/>
          <p:nvPr/>
        </p:nvSpPr>
        <p:spPr>
          <a:xfrm>
            <a:off x="7688328" y="9877425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Freeform 250"/>
          <p:cNvSpPr/>
          <p:nvPr/>
        </p:nvSpPr>
        <p:spPr>
          <a:xfrm>
            <a:off x="7700150" y="9934575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Freeform 251"/>
          <p:cNvSpPr/>
          <p:nvPr/>
        </p:nvSpPr>
        <p:spPr>
          <a:xfrm>
            <a:off x="7708776" y="9991725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Freeform 252"/>
          <p:cNvSpPr/>
          <p:nvPr/>
        </p:nvSpPr>
        <p:spPr>
          <a:xfrm>
            <a:off x="7713864" y="10048875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Freeform 253"/>
          <p:cNvSpPr/>
          <p:nvPr/>
        </p:nvSpPr>
        <p:spPr>
          <a:xfrm>
            <a:off x="7712758" y="10106025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Freeform 254"/>
          <p:cNvSpPr/>
          <p:nvPr/>
        </p:nvSpPr>
        <p:spPr>
          <a:xfrm>
            <a:off x="7706610" y="10163175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Freeform 255"/>
          <p:cNvSpPr/>
          <p:nvPr/>
        </p:nvSpPr>
        <p:spPr>
          <a:xfrm>
            <a:off x="7697009" y="10220325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Freeform 256"/>
          <p:cNvSpPr/>
          <p:nvPr/>
        </p:nvSpPr>
        <p:spPr>
          <a:xfrm>
            <a:off x="7684337" y="10277475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Freeform 257"/>
          <p:cNvSpPr/>
          <p:nvPr/>
        </p:nvSpPr>
        <p:spPr>
          <a:xfrm>
            <a:off x="7669101" y="10334625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Freeform 258"/>
          <p:cNvSpPr/>
          <p:nvPr/>
        </p:nvSpPr>
        <p:spPr>
          <a:xfrm>
            <a:off x="7651907" y="10391775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Freeform 259"/>
          <p:cNvSpPr/>
          <p:nvPr/>
        </p:nvSpPr>
        <p:spPr>
          <a:xfrm>
            <a:off x="7633441" y="10448925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Freeform 260"/>
          <p:cNvSpPr/>
          <p:nvPr/>
        </p:nvSpPr>
        <p:spPr>
          <a:xfrm>
            <a:off x="7614439" y="10506075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Freeform 261"/>
          <p:cNvSpPr/>
          <p:nvPr/>
        </p:nvSpPr>
        <p:spPr>
          <a:xfrm>
            <a:off x="7595659" y="10563225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Freeform 262"/>
          <p:cNvSpPr/>
          <p:nvPr/>
        </p:nvSpPr>
        <p:spPr>
          <a:xfrm>
            <a:off x="7577849" y="10620375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Freeform 263"/>
          <p:cNvSpPr/>
          <p:nvPr/>
        </p:nvSpPr>
        <p:spPr>
          <a:xfrm>
            <a:off x="7561720" y="10677525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Freeform 264"/>
          <p:cNvSpPr/>
          <p:nvPr/>
        </p:nvSpPr>
        <p:spPr>
          <a:xfrm>
            <a:off x="7547914" y="10734675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Freeform 265"/>
          <p:cNvSpPr/>
          <p:nvPr/>
        </p:nvSpPr>
        <p:spPr>
          <a:xfrm>
            <a:off x="7536982" y="10791825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Freeform 266"/>
          <p:cNvSpPr/>
          <p:nvPr/>
        </p:nvSpPr>
        <p:spPr>
          <a:xfrm>
            <a:off x="7529359" y="10848975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Freeform 267"/>
          <p:cNvSpPr/>
          <p:nvPr/>
        </p:nvSpPr>
        <p:spPr>
          <a:xfrm>
            <a:off x="7525350" y="10906125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Freeform 268"/>
          <p:cNvSpPr/>
          <p:nvPr/>
        </p:nvSpPr>
        <p:spPr>
          <a:xfrm>
            <a:off x="7525115" y="10963275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Freeform 269"/>
          <p:cNvSpPr/>
          <p:nvPr/>
        </p:nvSpPr>
        <p:spPr>
          <a:xfrm>
            <a:off x="7525115" y="11020425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Freeform 270"/>
          <p:cNvSpPr/>
          <p:nvPr/>
        </p:nvSpPr>
        <p:spPr>
          <a:xfrm>
            <a:off x="7528662" y="11077575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Freeform 271"/>
          <p:cNvSpPr/>
          <p:nvPr/>
        </p:nvSpPr>
        <p:spPr>
          <a:xfrm>
            <a:off x="7535850" y="11134725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Freeform 272"/>
          <p:cNvSpPr/>
          <p:nvPr/>
        </p:nvSpPr>
        <p:spPr>
          <a:xfrm>
            <a:off x="7546394" y="11191875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Freeform 273"/>
          <p:cNvSpPr/>
          <p:nvPr/>
        </p:nvSpPr>
        <p:spPr>
          <a:xfrm>
            <a:off x="7559871" y="11249025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Freeform 274"/>
          <p:cNvSpPr/>
          <p:nvPr/>
        </p:nvSpPr>
        <p:spPr>
          <a:xfrm>
            <a:off x="7575746" y="11306175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Freeform 275"/>
          <p:cNvSpPr/>
          <p:nvPr/>
        </p:nvSpPr>
        <p:spPr>
          <a:xfrm>
            <a:off x="7593385" y="11363325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Freeform 276"/>
          <p:cNvSpPr/>
          <p:nvPr/>
        </p:nvSpPr>
        <p:spPr>
          <a:xfrm>
            <a:off x="7612085" y="11420475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Freeform 277"/>
          <p:cNvSpPr/>
          <p:nvPr/>
        </p:nvSpPr>
        <p:spPr>
          <a:xfrm>
            <a:off x="7631101" y="11477625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Freeform 278"/>
          <p:cNvSpPr/>
          <p:nvPr/>
        </p:nvSpPr>
        <p:spPr>
          <a:xfrm>
            <a:off x="7649674" y="11534775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Freeform 279"/>
          <p:cNvSpPr/>
          <p:nvPr/>
        </p:nvSpPr>
        <p:spPr>
          <a:xfrm>
            <a:off x="7667064" y="11591925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Freeform 280"/>
          <p:cNvSpPr/>
          <p:nvPr/>
        </p:nvSpPr>
        <p:spPr>
          <a:xfrm>
            <a:off x="7682577" y="11649075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Freeform 281"/>
          <p:cNvSpPr/>
          <p:nvPr/>
        </p:nvSpPr>
        <p:spPr>
          <a:xfrm>
            <a:off x="7695596" y="11706225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Freeform 282"/>
          <p:cNvSpPr/>
          <p:nvPr/>
        </p:nvSpPr>
        <p:spPr>
          <a:xfrm>
            <a:off x="7705601" y="11763375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Freeform 283"/>
          <p:cNvSpPr/>
          <p:nvPr/>
        </p:nvSpPr>
        <p:spPr>
          <a:xfrm>
            <a:off x="7712194" y="11820525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Freeform 284"/>
          <p:cNvSpPr/>
          <p:nvPr/>
        </p:nvSpPr>
        <p:spPr>
          <a:xfrm>
            <a:off x="7714236" y="11877675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Freeform 285"/>
          <p:cNvSpPr/>
          <p:nvPr/>
        </p:nvSpPr>
        <p:spPr>
          <a:xfrm>
            <a:off x="7709604" y="11934825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Freeform 286"/>
          <p:cNvSpPr/>
          <p:nvPr/>
        </p:nvSpPr>
        <p:spPr>
          <a:xfrm>
            <a:off x="7701400" y="11991975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Freeform 287"/>
          <p:cNvSpPr/>
          <p:nvPr/>
        </p:nvSpPr>
        <p:spPr>
          <a:xfrm>
            <a:off x="7689951" y="12049125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Freeform 288"/>
          <p:cNvSpPr/>
          <p:nvPr/>
        </p:nvSpPr>
        <p:spPr>
          <a:xfrm>
            <a:off x="7675713" y="12106275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Freeform 289"/>
          <p:cNvSpPr/>
          <p:nvPr/>
        </p:nvSpPr>
        <p:spPr>
          <a:xfrm>
            <a:off x="7659254" y="12163425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Freeform 290"/>
          <p:cNvSpPr/>
          <p:nvPr/>
        </p:nvSpPr>
        <p:spPr>
          <a:xfrm>
            <a:off x="7641230" y="12220575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Freeform 291"/>
          <p:cNvSpPr/>
          <p:nvPr/>
        </p:nvSpPr>
        <p:spPr>
          <a:xfrm>
            <a:off x="7622359" y="12277725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Freeform 292"/>
          <p:cNvSpPr/>
          <p:nvPr/>
        </p:nvSpPr>
        <p:spPr>
          <a:xfrm>
            <a:off x="7603395" y="12334875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Freeform 293"/>
          <p:cNvSpPr/>
          <p:nvPr/>
        </p:nvSpPr>
        <p:spPr>
          <a:xfrm>
            <a:off x="7585092" y="12392025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Freeform 294"/>
          <p:cNvSpPr/>
          <p:nvPr/>
        </p:nvSpPr>
        <p:spPr>
          <a:xfrm>
            <a:off x="7568181" y="12449175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Freeform 295"/>
          <p:cNvSpPr/>
          <p:nvPr/>
        </p:nvSpPr>
        <p:spPr>
          <a:xfrm>
            <a:off x="7553336" y="12506325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Freeform 296"/>
          <p:cNvSpPr/>
          <p:nvPr/>
        </p:nvSpPr>
        <p:spPr>
          <a:xfrm>
            <a:off x="7541149" y="12563475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Freeform 297"/>
          <p:cNvSpPr/>
          <p:nvPr/>
        </p:nvSpPr>
        <p:spPr>
          <a:xfrm>
            <a:off x="7532105" y="12620625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Freeform 298"/>
          <p:cNvSpPr/>
          <p:nvPr/>
        </p:nvSpPr>
        <p:spPr>
          <a:xfrm>
            <a:off x="7526565" y="12677775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Freeform 299"/>
          <p:cNvSpPr/>
          <p:nvPr/>
        </p:nvSpPr>
        <p:spPr>
          <a:xfrm>
            <a:off x="7524750" y="12734925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Freeform 300"/>
          <p:cNvSpPr/>
          <p:nvPr/>
        </p:nvSpPr>
        <p:spPr>
          <a:xfrm>
            <a:off x="7524750" y="12792075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Freeform 301"/>
          <p:cNvSpPr/>
          <p:nvPr/>
        </p:nvSpPr>
        <p:spPr>
          <a:xfrm>
            <a:off x="7526733" y="12849225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8096250" y="7239000"/>
            <a:ext cx="1524000" cy="1859280"/>
          </a:xfrm>
          <a:prstGeom prst="ellipse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8431530" y="7536484"/>
            <a:ext cx="182880" cy="371856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Freeform 304"/>
          <p:cNvSpPr/>
          <p:nvPr/>
        </p:nvSpPr>
        <p:spPr>
          <a:xfrm>
            <a:off x="8772525" y="906018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Freeform 305"/>
          <p:cNvSpPr/>
          <p:nvPr/>
        </p:nvSpPr>
        <p:spPr>
          <a:xfrm>
            <a:off x="8858250" y="919353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Freeform 306"/>
          <p:cNvSpPr/>
          <p:nvPr/>
        </p:nvSpPr>
        <p:spPr>
          <a:xfrm>
            <a:off x="8877173" y="925068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Freeform 307"/>
          <p:cNvSpPr/>
          <p:nvPr/>
        </p:nvSpPr>
        <p:spPr>
          <a:xfrm>
            <a:off x="8895342" y="930783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Freeform 308"/>
          <p:cNvSpPr/>
          <p:nvPr/>
        </p:nvSpPr>
        <p:spPr>
          <a:xfrm>
            <a:off x="8912032" y="936498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Freeform 309"/>
          <p:cNvSpPr/>
          <p:nvPr/>
        </p:nvSpPr>
        <p:spPr>
          <a:xfrm>
            <a:off x="8926578" y="942213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Freeform 310"/>
          <p:cNvSpPr/>
          <p:nvPr/>
        </p:nvSpPr>
        <p:spPr>
          <a:xfrm>
            <a:off x="8938400" y="947928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Freeform 311"/>
          <p:cNvSpPr/>
          <p:nvPr/>
        </p:nvSpPr>
        <p:spPr>
          <a:xfrm>
            <a:off x="8947026" y="953643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Freeform 312"/>
          <p:cNvSpPr/>
          <p:nvPr/>
        </p:nvSpPr>
        <p:spPr>
          <a:xfrm>
            <a:off x="8952114" y="959358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Freeform 313"/>
          <p:cNvSpPr/>
          <p:nvPr/>
        </p:nvSpPr>
        <p:spPr>
          <a:xfrm>
            <a:off x="8951008" y="965073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Freeform 314"/>
          <p:cNvSpPr/>
          <p:nvPr/>
        </p:nvSpPr>
        <p:spPr>
          <a:xfrm>
            <a:off x="8944860" y="970788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Freeform 315"/>
          <p:cNvSpPr/>
          <p:nvPr/>
        </p:nvSpPr>
        <p:spPr>
          <a:xfrm>
            <a:off x="8935259" y="976503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Freeform 316"/>
          <p:cNvSpPr/>
          <p:nvPr/>
        </p:nvSpPr>
        <p:spPr>
          <a:xfrm>
            <a:off x="8922587" y="982218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Freeform 317"/>
          <p:cNvSpPr/>
          <p:nvPr/>
        </p:nvSpPr>
        <p:spPr>
          <a:xfrm>
            <a:off x="8907351" y="987933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Freeform 318"/>
          <p:cNvSpPr/>
          <p:nvPr/>
        </p:nvSpPr>
        <p:spPr>
          <a:xfrm>
            <a:off x="8890157" y="993648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Freeform 319"/>
          <p:cNvSpPr/>
          <p:nvPr/>
        </p:nvSpPr>
        <p:spPr>
          <a:xfrm>
            <a:off x="8871691" y="999363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Freeform 320"/>
          <p:cNvSpPr/>
          <p:nvPr/>
        </p:nvSpPr>
        <p:spPr>
          <a:xfrm>
            <a:off x="8852689" y="1005078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Freeform 321"/>
          <p:cNvSpPr/>
          <p:nvPr/>
        </p:nvSpPr>
        <p:spPr>
          <a:xfrm>
            <a:off x="8833909" y="1010793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Freeform 322"/>
          <p:cNvSpPr/>
          <p:nvPr/>
        </p:nvSpPr>
        <p:spPr>
          <a:xfrm>
            <a:off x="8816099" y="1016508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Freeform 323"/>
          <p:cNvSpPr/>
          <p:nvPr/>
        </p:nvSpPr>
        <p:spPr>
          <a:xfrm>
            <a:off x="8799970" y="1022223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Freeform 324"/>
          <p:cNvSpPr/>
          <p:nvPr/>
        </p:nvSpPr>
        <p:spPr>
          <a:xfrm>
            <a:off x="8786164" y="1027938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Freeform 325"/>
          <p:cNvSpPr/>
          <p:nvPr/>
        </p:nvSpPr>
        <p:spPr>
          <a:xfrm>
            <a:off x="8775232" y="1033653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Freeform 326"/>
          <p:cNvSpPr/>
          <p:nvPr/>
        </p:nvSpPr>
        <p:spPr>
          <a:xfrm>
            <a:off x="8767609" y="1039368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Freeform 327"/>
          <p:cNvSpPr/>
          <p:nvPr/>
        </p:nvSpPr>
        <p:spPr>
          <a:xfrm>
            <a:off x="8763600" y="1045083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Freeform 328"/>
          <p:cNvSpPr/>
          <p:nvPr/>
        </p:nvSpPr>
        <p:spPr>
          <a:xfrm>
            <a:off x="8763365" y="1050798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Freeform 329"/>
          <p:cNvSpPr/>
          <p:nvPr/>
        </p:nvSpPr>
        <p:spPr>
          <a:xfrm>
            <a:off x="8763365" y="1056513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Freeform 330"/>
          <p:cNvSpPr/>
          <p:nvPr/>
        </p:nvSpPr>
        <p:spPr>
          <a:xfrm>
            <a:off x="8766912" y="1062228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Freeform 331"/>
          <p:cNvSpPr/>
          <p:nvPr/>
        </p:nvSpPr>
        <p:spPr>
          <a:xfrm>
            <a:off x="8774100" y="1067943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Freeform 332"/>
          <p:cNvSpPr/>
          <p:nvPr/>
        </p:nvSpPr>
        <p:spPr>
          <a:xfrm>
            <a:off x="8784644" y="1073658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Freeform 333"/>
          <p:cNvSpPr/>
          <p:nvPr/>
        </p:nvSpPr>
        <p:spPr>
          <a:xfrm>
            <a:off x="8798121" y="1079373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Freeform 334"/>
          <p:cNvSpPr/>
          <p:nvPr/>
        </p:nvSpPr>
        <p:spPr>
          <a:xfrm>
            <a:off x="8813996" y="1085088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Freeform 335"/>
          <p:cNvSpPr/>
          <p:nvPr/>
        </p:nvSpPr>
        <p:spPr>
          <a:xfrm>
            <a:off x="8831635" y="1090803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Freeform 336"/>
          <p:cNvSpPr/>
          <p:nvPr/>
        </p:nvSpPr>
        <p:spPr>
          <a:xfrm>
            <a:off x="8850335" y="1096518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Freeform 337"/>
          <p:cNvSpPr/>
          <p:nvPr/>
        </p:nvSpPr>
        <p:spPr>
          <a:xfrm>
            <a:off x="8869351" y="1102233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Freeform 338"/>
          <p:cNvSpPr/>
          <p:nvPr/>
        </p:nvSpPr>
        <p:spPr>
          <a:xfrm>
            <a:off x="8887924" y="1107948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Freeform 339"/>
          <p:cNvSpPr/>
          <p:nvPr/>
        </p:nvSpPr>
        <p:spPr>
          <a:xfrm>
            <a:off x="8905314" y="1113663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Freeform 340"/>
          <p:cNvSpPr/>
          <p:nvPr/>
        </p:nvSpPr>
        <p:spPr>
          <a:xfrm>
            <a:off x="8920827" y="1119378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Freeform 341"/>
          <p:cNvSpPr/>
          <p:nvPr/>
        </p:nvSpPr>
        <p:spPr>
          <a:xfrm>
            <a:off x="8933846" y="1125093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Freeform 342"/>
          <p:cNvSpPr/>
          <p:nvPr/>
        </p:nvSpPr>
        <p:spPr>
          <a:xfrm>
            <a:off x="8943851" y="1130808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Freeform 343"/>
          <p:cNvSpPr/>
          <p:nvPr/>
        </p:nvSpPr>
        <p:spPr>
          <a:xfrm>
            <a:off x="8950444" y="1136523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Freeform 344"/>
          <p:cNvSpPr/>
          <p:nvPr/>
        </p:nvSpPr>
        <p:spPr>
          <a:xfrm>
            <a:off x="8952486" y="1142238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Freeform 345"/>
          <p:cNvSpPr/>
          <p:nvPr/>
        </p:nvSpPr>
        <p:spPr>
          <a:xfrm>
            <a:off x="8947854" y="1147953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Freeform 346"/>
          <p:cNvSpPr/>
          <p:nvPr/>
        </p:nvSpPr>
        <p:spPr>
          <a:xfrm>
            <a:off x="8939650" y="11536680"/>
            <a:ext cx="27254" cy="57150"/>
          </a:xfrm>
          <a:custGeom>
            <a:avLst/>
            <a:gdLst/>
            <a:ahLst/>
            <a:cxnLst/>
            <a:rect l="l" t="t" r="r" b="b"/>
            <a:pathLst>
              <a:path w="27254" h="57150">
                <a:moveTo>
                  <a:pt x="820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725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Freeform 347"/>
          <p:cNvSpPr/>
          <p:nvPr/>
        </p:nvSpPr>
        <p:spPr>
          <a:xfrm>
            <a:off x="8928201" y="11593830"/>
            <a:ext cx="30499" cy="57150"/>
          </a:xfrm>
          <a:custGeom>
            <a:avLst/>
            <a:gdLst/>
            <a:ahLst/>
            <a:cxnLst/>
            <a:rect l="l" t="t" r="r" b="b"/>
            <a:pathLst>
              <a:path w="30499" h="57150">
                <a:moveTo>
                  <a:pt x="1144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049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Freeform 348"/>
          <p:cNvSpPr/>
          <p:nvPr/>
        </p:nvSpPr>
        <p:spPr>
          <a:xfrm>
            <a:off x="8913963" y="11650980"/>
            <a:ext cx="33287" cy="57150"/>
          </a:xfrm>
          <a:custGeom>
            <a:avLst/>
            <a:gdLst/>
            <a:ahLst/>
            <a:cxnLst/>
            <a:rect l="l" t="t" r="r" b="b"/>
            <a:pathLst>
              <a:path w="33288" h="57150">
                <a:moveTo>
                  <a:pt x="1423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28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Freeform 349"/>
          <p:cNvSpPr/>
          <p:nvPr/>
        </p:nvSpPr>
        <p:spPr>
          <a:xfrm>
            <a:off x="8897504" y="11708130"/>
            <a:ext cx="35509" cy="57150"/>
          </a:xfrm>
          <a:custGeom>
            <a:avLst/>
            <a:gdLst/>
            <a:ahLst/>
            <a:cxnLst/>
            <a:rect l="l" t="t" r="r" b="b"/>
            <a:pathLst>
              <a:path w="35509" h="57150">
                <a:moveTo>
                  <a:pt x="1645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50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Freeform 350"/>
          <p:cNvSpPr/>
          <p:nvPr/>
        </p:nvSpPr>
        <p:spPr>
          <a:xfrm>
            <a:off x="8879480" y="11765280"/>
            <a:ext cx="37074" cy="57150"/>
          </a:xfrm>
          <a:custGeom>
            <a:avLst/>
            <a:gdLst/>
            <a:ahLst/>
            <a:cxnLst/>
            <a:rect l="l" t="t" r="r" b="b"/>
            <a:pathLst>
              <a:path w="37074" h="57150">
                <a:moveTo>
                  <a:pt x="1802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07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Freeform 351"/>
          <p:cNvSpPr/>
          <p:nvPr/>
        </p:nvSpPr>
        <p:spPr>
          <a:xfrm>
            <a:off x="8860609" y="11822430"/>
            <a:ext cx="37920" cy="57150"/>
          </a:xfrm>
          <a:custGeom>
            <a:avLst/>
            <a:gdLst/>
            <a:ahLst/>
            <a:cxnLst/>
            <a:rect l="l" t="t" r="r" b="b"/>
            <a:pathLst>
              <a:path w="37921" h="57150">
                <a:moveTo>
                  <a:pt x="1887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92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Freeform 352"/>
          <p:cNvSpPr/>
          <p:nvPr/>
        </p:nvSpPr>
        <p:spPr>
          <a:xfrm>
            <a:off x="8841645" y="11879580"/>
            <a:ext cx="38014" cy="57150"/>
          </a:xfrm>
          <a:custGeom>
            <a:avLst/>
            <a:gdLst/>
            <a:ahLst/>
            <a:cxnLst/>
            <a:rect l="l" t="t" r="r" b="b"/>
            <a:pathLst>
              <a:path w="38014" h="57150">
                <a:moveTo>
                  <a:pt x="1896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1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Freeform 353"/>
          <p:cNvSpPr/>
          <p:nvPr/>
        </p:nvSpPr>
        <p:spPr>
          <a:xfrm>
            <a:off x="8823342" y="11936730"/>
            <a:ext cx="37352" cy="57150"/>
          </a:xfrm>
          <a:custGeom>
            <a:avLst/>
            <a:gdLst/>
            <a:ahLst/>
            <a:cxnLst/>
            <a:rect l="l" t="t" r="r" b="b"/>
            <a:pathLst>
              <a:path w="37353" h="57150">
                <a:moveTo>
                  <a:pt x="1830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35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Freeform 354"/>
          <p:cNvSpPr/>
          <p:nvPr/>
        </p:nvSpPr>
        <p:spPr>
          <a:xfrm>
            <a:off x="8806431" y="11993880"/>
            <a:ext cx="35960" cy="57150"/>
          </a:xfrm>
          <a:custGeom>
            <a:avLst/>
            <a:gdLst/>
            <a:ahLst/>
            <a:cxnLst/>
            <a:rect l="l" t="t" r="r" b="b"/>
            <a:pathLst>
              <a:path w="35961" h="57150">
                <a:moveTo>
                  <a:pt x="1691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96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Freeform 355"/>
          <p:cNvSpPr/>
          <p:nvPr/>
        </p:nvSpPr>
        <p:spPr>
          <a:xfrm>
            <a:off x="8791586" y="12051030"/>
            <a:ext cx="33895" cy="57150"/>
          </a:xfrm>
          <a:custGeom>
            <a:avLst/>
            <a:gdLst/>
            <a:ahLst/>
            <a:cxnLst/>
            <a:rect l="l" t="t" r="r" b="b"/>
            <a:pathLst>
              <a:path w="33895" h="57150">
                <a:moveTo>
                  <a:pt x="1484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389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Freeform 356"/>
          <p:cNvSpPr/>
          <p:nvPr/>
        </p:nvSpPr>
        <p:spPr>
          <a:xfrm>
            <a:off x="8779399" y="12108180"/>
            <a:ext cx="31237" cy="57150"/>
          </a:xfrm>
          <a:custGeom>
            <a:avLst/>
            <a:gdLst/>
            <a:ahLst/>
            <a:cxnLst/>
            <a:rect l="l" t="t" r="r" b="b"/>
            <a:pathLst>
              <a:path w="31237" h="57150">
                <a:moveTo>
                  <a:pt x="12187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237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Freeform 357"/>
          <p:cNvSpPr/>
          <p:nvPr/>
        </p:nvSpPr>
        <p:spPr>
          <a:xfrm>
            <a:off x="8770355" y="12165330"/>
            <a:ext cx="28093" cy="57150"/>
          </a:xfrm>
          <a:custGeom>
            <a:avLst/>
            <a:gdLst/>
            <a:ahLst/>
            <a:cxnLst/>
            <a:rect l="l" t="t" r="r" b="b"/>
            <a:pathLst>
              <a:path w="28094" h="57150">
                <a:moveTo>
                  <a:pt x="904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09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Freeform 358"/>
          <p:cNvSpPr/>
          <p:nvPr/>
        </p:nvSpPr>
        <p:spPr>
          <a:xfrm>
            <a:off x="8764815" y="12222480"/>
            <a:ext cx="24589" cy="57150"/>
          </a:xfrm>
          <a:custGeom>
            <a:avLst/>
            <a:gdLst/>
            <a:ahLst/>
            <a:cxnLst/>
            <a:rect l="l" t="t" r="r" b="b"/>
            <a:pathLst>
              <a:path w="24590" h="57150">
                <a:moveTo>
                  <a:pt x="554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459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Freeform 359"/>
          <p:cNvSpPr/>
          <p:nvPr/>
        </p:nvSpPr>
        <p:spPr>
          <a:xfrm>
            <a:off x="8763000" y="12279630"/>
            <a:ext cx="20864" cy="57150"/>
          </a:xfrm>
          <a:custGeom>
            <a:avLst/>
            <a:gdLst/>
            <a:ahLst/>
            <a:cxnLst/>
            <a:rect l="l" t="t" r="r" b="b"/>
            <a:pathLst>
              <a:path w="20865" h="57150">
                <a:moveTo>
                  <a:pt x="181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086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Freeform 360"/>
          <p:cNvSpPr/>
          <p:nvPr/>
        </p:nvSpPr>
        <p:spPr>
          <a:xfrm>
            <a:off x="8763000" y="12336780"/>
            <a:ext cx="21032" cy="57150"/>
          </a:xfrm>
          <a:custGeom>
            <a:avLst/>
            <a:gdLst/>
            <a:ahLst/>
            <a:cxnLst/>
            <a:rect l="l" t="t" r="r" b="b"/>
            <a:pathLst>
              <a:path w="21033" h="57150">
                <a:moveTo>
                  <a:pt x="0" y="0"/>
                </a:moveTo>
                <a:lnTo>
                  <a:pt x="1983" y="57150"/>
                </a:lnTo>
                <a:lnTo>
                  <a:pt x="2103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Freeform 361"/>
          <p:cNvSpPr/>
          <p:nvPr/>
        </p:nvSpPr>
        <p:spPr>
          <a:xfrm>
            <a:off x="8764983" y="12393930"/>
            <a:ext cx="24750" cy="57150"/>
          </a:xfrm>
          <a:custGeom>
            <a:avLst/>
            <a:gdLst/>
            <a:ahLst/>
            <a:cxnLst/>
            <a:rect l="l" t="t" r="r" b="b"/>
            <a:pathLst>
              <a:path w="24750" h="57150">
                <a:moveTo>
                  <a:pt x="0" y="0"/>
                </a:moveTo>
                <a:lnTo>
                  <a:pt x="5700" y="57150"/>
                </a:lnTo>
                <a:lnTo>
                  <a:pt x="24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Freeform 362"/>
          <p:cNvSpPr/>
          <p:nvPr/>
        </p:nvSpPr>
        <p:spPr>
          <a:xfrm>
            <a:off x="8770683" y="12451080"/>
            <a:ext cx="28241" cy="57150"/>
          </a:xfrm>
          <a:custGeom>
            <a:avLst/>
            <a:gdLst/>
            <a:ahLst/>
            <a:cxnLst/>
            <a:rect l="l" t="t" r="r" b="b"/>
            <a:pathLst>
              <a:path w="28242" h="57150">
                <a:moveTo>
                  <a:pt x="0" y="0"/>
                </a:moveTo>
                <a:lnTo>
                  <a:pt x="9192" y="57150"/>
                </a:lnTo>
                <a:lnTo>
                  <a:pt x="2824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Freeform 363"/>
          <p:cNvSpPr/>
          <p:nvPr/>
        </p:nvSpPr>
        <p:spPr>
          <a:xfrm>
            <a:off x="8779875" y="12508230"/>
            <a:ext cx="31366" cy="57150"/>
          </a:xfrm>
          <a:custGeom>
            <a:avLst/>
            <a:gdLst/>
            <a:ahLst/>
            <a:cxnLst/>
            <a:rect l="l" t="t" r="r" b="b"/>
            <a:pathLst>
              <a:path w="31366" h="57150">
                <a:moveTo>
                  <a:pt x="0" y="0"/>
                </a:moveTo>
                <a:lnTo>
                  <a:pt x="12316" y="57150"/>
                </a:lnTo>
                <a:lnTo>
                  <a:pt x="313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Freeform 364"/>
          <p:cNvSpPr/>
          <p:nvPr/>
        </p:nvSpPr>
        <p:spPr>
          <a:xfrm>
            <a:off x="8792191" y="12565380"/>
            <a:ext cx="33999" cy="57150"/>
          </a:xfrm>
          <a:custGeom>
            <a:avLst/>
            <a:gdLst/>
            <a:ahLst/>
            <a:cxnLst/>
            <a:rect l="l" t="t" r="r" b="b"/>
            <a:pathLst>
              <a:path w="34000" h="57150">
                <a:moveTo>
                  <a:pt x="0" y="0"/>
                </a:moveTo>
                <a:lnTo>
                  <a:pt x="14950" y="57150"/>
                </a:lnTo>
                <a:lnTo>
                  <a:pt x="3400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Freeform 365"/>
          <p:cNvSpPr/>
          <p:nvPr/>
        </p:nvSpPr>
        <p:spPr>
          <a:xfrm>
            <a:off x="8807141" y="12622530"/>
            <a:ext cx="36037" cy="57150"/>
          </a:xfrm>
          <a:custGeom>
            <a:avLst/>
            <a:gdLst/>
            <a:ahLst/>
            <a:cxnLst/>
            <a:rect l="l" t="t" r="r" b="b"/>
            <a:pathLst>
              <a:path w="36037" h="57150">
                <a:moveTo>
                  <a:pt x="0" y="0"/>
                </a:moveTo>
                <a:lnTo>
                  <a:pt x="16987" y="57150"/>
                </a:lnTo>
                <a:lnTo>
                  <a:pt x="3603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Freeform 366"/>
          <p:cNvSpPr/>
          <p:nvPr/>
        </p:nvSpPr>
        <p:spPr>
          <a:xfrm>
            <a:off x="8824128" y="12679680"/>
            <a:ext cx="37397" cy="57150"/>
          </a:xfrm>
          <a:custGeom>
            <a:avLst/>
            <a:gdLst/>
            <a:ahLst/>
            <a:cxnLst/>
            <a:rect l="l" t="t" r="r" b="b"/>
            <a:pathLst>
              <a:path w="37398" h="57150">
                <a:moveTo>
                  <a:pt x="0" y="0"/>
                </a:moveTo>
                <a:lnTo>
                  <a:pt x="18348" y="57150"/>
                </a:lnTo>
                <a:lnTo>
                  <a:pt x="3739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Freeform 367"/>
          <p:cNvSpPr/>
          <p:nvPr/>
        </p:nvSpPr>
        <p:spPr>
          <a:xfrm>
            <a:off x="8842476" y="12736830"/>
            <a:ext cx="38026" cy="57150"/>
          </a:xfrm>
          <a:custGeom>
            <a:avLst/>
            <a:gdLst/>
            <a:ahLst/>
            <a:cxnLst/>
            <a:rect l="l" t="t" r="r" b="b"/>
            <a:pathLst>
              <a:path w="38026" h="57150">
                <a:moveTo>
                  <a:pt x="0" y="0"/>
                </a:moveTo>
                <a:lnTo>
                  <a:pt x="18976" y="57150"/>
                </a:lnTo>
                <a:lnTo>
                  <a:pt x="3802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Freeform 368"/>
          <p:cNvSpPr/>
          <p:nvPr/>
        </p:nvSpPr>
        <p:spPr>
          <a:xfrm>
            <a:off x="8861452" y="12793980"/>
            <a:ext cx="37898" cy="57150"/>
          </a:xfrm>
          <a:custGeom>
            <a:avLst/>
            <a:gdLst/>
            <a:ahLst/>
            <a:cxnLst/>
            <a:rect l="l" t="t" r="r" b="b"/>
            <a:pathLst>
              <a:path w="37899" h="57150">
                <a:moveTo>
                  <a:pt x="0" y="0"/>
                </a:moveTo>
                <a:lnTo>
                  <a:pt x="18849" y="57150"/>
                </a:lnTo>
                <a:lnTo>
                  <a:pt x="3789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Freeform 369"/>
          <p:cNvSpPr/>
          <p:nvPr/>
        </p:nvSpPr>
        <p:spPr>
          <a:xfrm>
            <a:off x="8880301" y="12851130"/>
            <a:ext cx="37019" cy="57150"/>
          </a:xfrm>
          <a:custGeom>
            <a:avLst/>
            <a:gdLst/>
            <a:ahLst/>
            <a:cxnLst/>
            <a:rect l="l" t="t" r="r" b="b"/>
            <a:pathLst>
              <a:path w="37019" h="57150">
                <a:moveTo>
                  <a:pt x="0" y="0"/>
                </a:moveTo>
                <a:lnTo>
                  <a:pt x="17969" y="57150"/>
                </a:lnTo>
                <a:lnTo>
                  <a:pt x="370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7620000" y="8858250"/>
            <a:ext cx="1333500" cy="1626869"/>
          </a:xfrm>
          <a:prstGeom prst="ellipse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7913370" y="9118549"/>
            <a:ext cx="160020" cy="325373"/>
          </a:xfrm>
          <a:prstGeom prst="ellipse">
            <a:avLst/>
          </a:prstGeom>
          <a:solidFill>
            <a:srgbClr val="F3F1EA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Freeform 372"/>
          <p:cNvSpPr/>
          <p:nvPr/>
        </p:nvSpPr>
        <p:spPr>
          <a:xfrm>
            <a:off x="8201025" y="10447020"/>
            <a:ext cx="171450" cy="133350"/>
          </a:xfrm>
          <a:custGeom>
            <a:avLst/>
            <a:gdLst/>
            <a:ahLst/>
            <a:cxnLst/>
            <a:rect l="l" t="t" r="r" b="b"/>
            <a:pathLst>
              <a:path w="171450" h="133350">
                <a:moveTo>
                  <a:pt x="0" y="133350"/>
                </a:moveTo>
                <a:lnTo>
                  <a:pt x="171450" y="133350"/>
                </a:lnTo>
                <a:lnTo>
                  <a:pt x="85725" y="0"/>
                </a:lnTo>
                <a:close/>
              </a:path>
            </a:pathLst>
          </a:cu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Freeform 373"/>
          <p:cNvSpPr/>
          <p:nvPr/>
        </p:nvSpPr>
        <p:spPr>
          <a:xfrm>
            <a:off x="8286750" y="10580370"/>
            <a:ext cx="37973" cy="57150"/>
          </a:xfrm>
          <a:custGeom>
            <a:avLst/>
            <a:gdLst/>
            <a:ahLst/>
            <a:cxnLst/>
            <a:rect l="l" t="t" r="r" b="b"/>
            <a:pathLst>
              <a:path w="37973" h="57150">
                <a:moveTo>
                  <a:pt x="0" y="0"/>
                </a:moveTo>
                <a:lnTo>
                  <a:pt x="18923" y="57150"/>
                </a:lnTo>
                <a:lnTo>
                  <a:pt x="3797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Freeform 374"/>
          <p:cNvSpPr/>
          <p:nvPr/>
        </p:nvSpPr>
        <p:spPr>
          <a:xfrm>
            <a:off x="8305673" y="10637520"/>
            <a:ext cx="37218" cy="57150"/>
          </a:xfrm>
          <a:custGeom>
            <a:avLst/>
            <a:gdLst/>
            <a:ahLst/>
            <a:cxnLst/>
            <a:rect l="l" t="t" r="r" b="b"/>
            <a:pathLst>
              <a:path w="37219" h="57150">
                <a:moveTo>
                  <a:pt x="0" y="0"/>
                </a:moveTo>
                <a:lnTo>
                  <a:pt x="18169" y="57150"/>
                </a:lnTo>
                <a:lnTo>
                  <a:pt x="3721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Freeform 375"/>
          <p:cNvSpPr/>
          <p:nvPr/>
        </p:nvSpPr>
        <p:spPr>
          <a:xfrm>
            <a:off x="8323842" y="10694670"/>
            <a:ext cx="35740" cy="57150"/>
          </a:xfrm>
          <a:custGeom>
            <a:avLst/>
            <a:gdLst/>
            <a:ahLst/>
            <a:cxnLst/>
            <a:rect l="l" t="t" r="r" b="b"/>
            <a:pathLst>
              <a:path w="35740" h="57150">
                <a:moveTo>
                  <a:pt x="0" y="0"/>
                </a:moveTo>
                <a:lnTo>
                  <a:pt x="16690" y="57150"/>
                </a:lnTo>
                <a:lnTo>
                  <a:pt x="357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Freeform 376"/>
          <p:cNvSpPr/>
          <p:nvPr/>
        </p:nvSpPr>
        <p:spPr>
          <a:xfrm>
            <a:off x="8340532" y="10751820"/>
            <a:ext cx="33595" cy="57150"/>
          </a:xfrm>
          <a:custGeom>
            <a:avLst/>
            <a:gdLst/>
            <a:ahLst/>
            <a:cxnLst/>
            <a:rect l="l" t="t" r="r" b="b"/>
            <a:pathLst>
              <a:path w="33596" h="57150">
                <a:moveTo>
                  <a:pt x="0" y="0"/>
                </a:moveTo>
                <a:lnTo>
                  <a:pt x="14546" y="57150"/>
                </a:lnTo>
                <a:lnTo>
                  <a:pt x="3359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Freeform 377"/>
          <p:cNvSpPr/>
          <p:nvPr/>
        </p:nvSpPr>
        <p:spPr>
          <a:xfrm>
            <a:off x="8355078" y="10808970"/>
            <a:ext cx="30871" cy="57150"/>
          </a:xfrm>
          <a:custGeom>
            <a:avLst/>
            <a:gdLst/>
            <a:ahLst/>
            <a:cxnLst/>
            <a:rect l="l" t="t" r="r" b="b"/>
            <a:pathLst>
              <a:path w="30872" h="57150">
                <a:moveTo>
                  <a:pt x="0" y="0"/>
                </a:moveTo>
                <a:lnTo>
                  <a:pt x="11822" y="57150"/>
                </a:lnTo>
                <a:lnTo>
                  <a:pt x="30872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Freeform 378"/>
          <p:cNvSpPr/>
          <p:nvPr/>
        </p:nvSpPr>
        <p:spPr>
          <a:xfrm>
            <a:off x="8366900" y="10866120"/>
            <a:ext cx="27676" cy="57150"/>
          </a:xfrm>
          <a:custGeom>
            <a:avLst/>
            <a:gdLst/>
            <a:ahLst/>
            <a:cxnLst/>
            <a:rect l="l" t="t" r="r" b="b"/>
            <a:pathLst>
              <a:path w="27676" h="57150">
                <a:moveTo>
                  <a:pt x="0" y="0"/>
                </a:moveTo>
                <a:lnTo>
                  <a:pt x="8626" y="57150"/>
                </a:lnTo>
                <a:lnTo>
                  <a:pt x="2767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Freeform 379"/>
          <p:cNvSpPr/>
          <p:nvPr/>
        </p:nvSpPr>
        <p:spPr>
          <a:xfrm>
            <a:off x="8375526" y="10923270"/>
            <a:ext cx="24137" cy="57150"/>
          </a:xfrm>
          <a:custGeom>
            <a:avLst/>
            <a:gdLst/>
            <a:ahLst/>
            <a:cxnLst/>
            <a:rect l="l" t="t" r="r" b="b"/>
            <a:pathLst>
              <a:path w="24138" h="57150">
                <a:moveTo>
                  <a:pt x="0" y="0"/>
                </a:moveTo>
                <a:lnTo>
                  <a:pt x="5088" y="57150"/>
                </a:lnTo>
                <a:lnTo>
                  <a:pt x="241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Freeform 380"/>
          <p:cNvSpPr/>
          <p:nvPr/>
        </p:nvSpPr>
        <p:spPr>
          <a:xfrm>
            <a:off x="8380614" y="10980420"/>
            <a:ext cx="20395" cy="57150"/>
          </a:xfrm>
          <a:custGeom>
            <a:avLst/>
            <a:gdLst/>
            <a:ahLst/>
            <a:cxnLst/>
            <a:rect l="l" t="t" r="r" b="b"/>
            <a:pathLst>
              <a:path w="20395" h="57150">
                <a:moveTo>
                  <a:pt x="0" y="0"/>
                </a:moveTo>
                <a:lnTo>
                  <a:pt x="1345" y="57150"/>
                </a:lnTo>
                <a:lnTo>
                  <a:pt x="2039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Freeform 381"/>
          <p:cNvSpPr/>
          <p:nvPr/>
        </p:nvSpPr>
        <p:spPr>
          <a:xfrm>
            <a:off x="8379508" y="11037570"/>
            <a:ext cx="21500" cy="57150"/>
          </a:xfrm>
          <a:custGeom>
            <a:avLst/>
            <a:gdLst/>
            <a:ahLst/>
            <a:cxnLst/>
            <a:rect l="l" t="t" r="r" b="b"/>
            <a:pathLst>
              <a:path w="21501" h="57150">
                <a:moveTo>
                  <a:pt x="245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150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Freeform 382"/>
          <p:cNvSpPr/>
          <p:nvPr/>
        </p:nvSpPr>
        <p:spPr>
          <a:xfrm>
            <a:off x="8373360" y="11094720"/>
            <a:ext cx="25198" cy="57150"/>
          </a:xfrm>
          <a:custGeom>
            <a:avLst/>
            <a:gdLst/>
            <a:ahLst/>
            <a:cxnLst/>
            <a:rect l="l" t="t" r="r" b="b"/>
            <a:pathLst>
              <a:path w="25198" h="57150">
                <a:moveTo>
                  <a:pt x="6148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5198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Freeform 383"/>
          <p:cNvSpPr/>
          <p:nvPr/>
        </p:nvSpPr>
        <p:spPr>
          <a:xfrm>
            <a:off x="8363759" y="11151870"/>
            <a:ext cx="28651" cy="57150"/>
          </a:xfrm>
          <a:custGeom>
            <a:avLst/>
            <a:gdLst/>
            <a:ahLst/>
            <a:cxnLst/>
            <a:rect l="l" t="t" r="r" b="b"/>
            <a:pathLst>
              <a:path w="28651" h="57150">
                <a:moveTo>
                  <a:pt x="9601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8651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Freeform 384"/>
          <p:cNvSpPr/>
          <p:nvPr/>
        </p:nvSpPr>
        <p:spPr>
          <a:xfrm>
            <a:off x="8351087" y="11209020"/>
            <a:ext cx="31721" cy="57150"/>
          </a:xfrm>
          <a:custGeom>
            <a:avLst/>
            <a:gdLst/>
            <a:ahLst/>
            <a:cxnLst/>
            <a:rect l="l" t="t" r="r" b="b"/>
            <a:pathLst>
              <a:path w="31722" h="57150">
                <a:moveTo>
                  <a:pt x="1267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172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Freeform 385"/>
          <p:cNvSpPr/>
          <p:nvPr/>
        </p:nvSpPr>
        <p:spPr>
          <a:xfrm>
            <a:off x="8335851" y="11266170"/>
            <a:ext cx="34286" cy="57150"/>
          </a:xfrm>
          <a:custGeom>
            <a:avLst/>
            <a:gdLst/>
            <a:ahLst/>
            <a:cxnLst/>
            <a:rect l="l" t="t" r="r" b="b"/>
            <a:pathLst>
              <a:path w="34286" h="57150">
                <a:moveTo>
                  <a:pt x="1523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428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Freeform 386"/>
          <p:cNvSpPr/>
          <p:nvPr/>
        </p:nvSpPr>
        <p:spPr>
          <a:xfrm>
            <a:off x="8318657" y="11323320"/>
            <a:ext cx="36243" cy="57150"/>
          </a:xfrm>
          <a:custGeom>
            <a:avLst/>
            <a:gdLst/>
            <a:ahLst/>
            <a:cxnLst/>
            <a:rect l="l" t="t" r="r" b="b"/>
            <a:pathLst>
              <a:path w="36244" h="57150">
                <a:moveTo>
                  <a:pt x="17194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244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Freeform 387"/>
          <p:cNvSpPr/>
          <p:nvPr/>
        </p:nvSpPr>
        <p:spPr>
          <a:xfrm>
            <a:off x="8300191" y="11380470"/>
            <a:ext cx="37515" cy="57150"/>
          </a:xfrm>
          <a:custGeom>
            <a:avLst/>
            <a:gdLst/>
            <a:ahLst/>
            <a:cxnLst/>
            <a:rect l="l" t="t" r="r" b="b"/>
            <a:pathLst>
              <a:path w="37516" h="57150">
                <a:moveTo>
                  <a:pt x="1846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51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Freeform 388"/>
          <p:cNvSpPr/>
          <p:nvPr/>
        </p:nvSpPr>
        <p:spPr>
          <a:xfrm>
            <a:off x="8281189" y="11437620"/>
            <a:ext cx="38051" cy="57150"/>
          </a:xfrm>
          <a:custGeom>
            <a:avLst/>
            <a:gdLst/>
            <a:ahLst/>
            <a:cxnLst/>
            <a:rect l="l" t="t" r="r" b="b"/>
            <a:pathLst>
              <a:path w="38052" h="57150">
                <a:moveTo>
                  <a:pt x="1900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805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Freeform 389"/>
          <p:cNvSpPr/>
          <p:nvPr/>
        </p:nvSpPr>
        <p:spPr>
          <a:xfrm>
            <a:off x="8262409" y="11494770"/>
            <a:ext cx="37830" cy="57150"/>
          </a:xfrm>
          <a:custGeom>
            <a:avLst/>
            <a:gdLst/>
            <a:ahLst/>
            <a:cxnLst/>
            <a:rect l="l" t="t" r="r" b="b"/>
            <a:pathLst>
              <a:path w="37830" h="57150">
                <a:moveTo>
                  <a:pt x="1878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783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Freeform 390"/>
          <p:cNvSpPr/>
          <p:nvPr/>
        </p:nvSpPr>
        <p:spPr>
          <a:xfrm>
            <a:off x="8244599" y="11551920"/>
            <a:ext cx="36859" cy="57150"/>
          </a:xfrm>
          <a:custGeom>
            <a:avLst/>
            <a:gdLst/>
            <a:ahLst/>
            <a:cxnLst/>
            <a:rect l="l" t="t" r="r" b="b"/>
            <a:pathLst>
              <a:path w="36860" h="57150">
                <a:moveTo>
                  <a:pt x="17810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686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Freeform 391"/>
          <p:cNvSpPr/>
          <p:nvPr/>
        </p:nvSpPr>
        <p:spPr>
          <a:xfrm>
            <a:off x="8228470" y="11609070"/>
            <a:ext cx="35179" cy="57150"/>
          </a:xfrm>
          <a:custGeom>
            <a:avLst/>
            <a:gdLst/>
            <a:ahLst/>
            <a:cxnLst/>
            <a:rect l="l" t="t" r="r" b="b"/>
            <a:pathLst>
              <a:path w="35179" h="57150">
                <a:moveTo>
                  <a:pt x="1612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517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Freeform 392"/>
          <p:cNvSpPr/>
          <p:nvPr/>
        </p:nvSpPr>
        <p:spPr>
          <a:xfrm>
            <a:off x="8214664" y="11666220"/>
            <a:ext cx="32855" cy="57150"/>
          </a:xfrm>
          <a:custGeom>
            <a:avLst/>
            <a:gdLst/>
            <a:ahLst/>
            <a:cxnLst/>
            <a:rect l="l" t="t" r="r" b="b"/>
            <a:pathLst>
              <a:path w="32856" h="57150">
                <a:moveTo>
                  <a:pt x="13806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32856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Freeform 393"/>
          <p:cNvSpPr/>
          <p:nvPr/>
        </p:nvSpPr>
        <p:spPr>
          <a:xfrm>
            <a:off x="8203732" y="11723370"/>
            <a:ext cx="29982" cy="57150"/>
          </a:xfrm>
          <a:custGeom>
            <a:avLst/>
            <a:gdLst/>
            <a:ahLst/>
            <a:cxnLst/>
            <a:rect l="l" t="t" r="r" b="b"/>
            <a:pathLst>
              <a:path w="29982" h="57150">
                <a:moveTo>
                  <a:pt x="109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99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Freeform 394"/>
          <p:cNvSpPr/>
          <p:nvPr/>
        </p:nvSpPr>
        <p:spPr>
          <a:xfrm>
            <a:off x="8196109" y="11780520"/>
            <a:ext cx="26672" cy="57150"/>
          </a:xfrm>
          <a:custGeom>
            <a:avLst/>
            <a:gdLst/>
            <a:ahLst/>
            <a:cxnLst/>
            <a:rect l="l" t="t" r="r" b="b"/>
            <a:pathLst>
              <a:path w="26673" h="57150">
                <a:moveTo>
                  <a:pt x="7623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6673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Freeform 395"/>
          <p:cNvSpPr/>
          <p:nvPr/>
        </p:nvSpPr>
        <p:spPr>
          <a:xfrm>
            <a:off x="8192100" y="11837670"/>
            <a:ext cx="23058" cy="57150"/>
          </a:xfrm>
          <a:custGeom>
            <a:avLst/>
            <a:gdLst/>
            <a:ahLst/>
            <a:cxnLst/>
            <a:rect l="l" t="t" r="r" b="b"/>
            <a:pathLst>
              <a:path w="23059" h="57150">
                <a:moveTo>
                  <a:pt x="4009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059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Freeform 396"/>
          <p:cNvSpPr/>
          <p:nvPr/>
        </p:nvSpPr>
        <p:spPr>
          <a:xfrm>
            <a:off x="8191865" y="11894820"/>
            <a:ext cx="19285" cy="57150"/>
          </a:xfrm>
          <a:custGeom>
            <a:avLst/>
            <a:gdLst/>
            <a:ahLst/>
            <a:cxnLst/>
            <a:rect l="l" t="t" r="r" b="b"/>
            <a:pathLst>
              <a:path w="19285" h="57150">
                <a:moveTo>
                  <a:pt x="23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28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Freeform 397"/>
          <p:cNvSpPr/>
          <p:nvPr/>
        </p:nvSpPr>
        <p:spPr>
          <a:xfrm>
            <a:off x="8191865" y="11951970"/>
            <a:ext cx="22597" cy="57150"/>
          </a:xfrm>
          <a:custGeom>
            <a:avLst/>
            <a:gdLst/>
            <a:ahLst/>
            <a:cxnLst/>
            <a:rect l="l" t="t" r="r" b="b"/>
            <a:pathLst>
              <a:path w="22597" h="57150">
                <a:moveTo>
                  <a:pt x="0" y="0"/>
                </a:moveTo>
                <a:lnTo>
                  <a:pt x="3547" y="57150"/>
                </a:lnTo>
                <a:lnTo>
                  <a:pt x="2259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Freeform 398"/>
          <p:cNvSpPr/>
          <p:nvPr/>
        </p:nvSpPr>
        <p:spPr>
          <a:xfrm>
            <a:off x="8195412" y="12009120"/>
            <a:ext cx="26238" cy="57150"/>
          </a:xfrm>
          <a:custGeom>
            <a:avLst/>
            <a:gdLst/>
            <a:ahLst/>
            <a:cxnLst/>
            <a:rect l="l" t="t" r="r" b="b"/>
            <a:pathLst>
              <a:path w="26238" h="57150">
                <a:moveTo>
                  <a:pt x="0" y="0"/>
                </a:moveTo>
                <a:lnTo>
                  <a:pt x="7188" y="57150"/>
                </a:lnTo>
                <a:lnTo>
                  <a:pt x="26238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Freeform 399"/>
          <p:cNvSpPr/>
          <p:nvPr/>
        </p:nvSpPr>
        <p:spPr>
          <a:xfrm>
            <a:off x="8202600" y="12066270"/>
            <a:ext cx="29593" cy="57150"/>
          </a:xfrm>
          <a:custGeom>
            <a:avLst/>
            <a:gdLst/>
            <a:ahLst/>
            <a:cxnLst/>
            <a:rect l="l" t="t" r="r" b="b"/>
            <a:pathLst>
              <a:path w="29594" h="57150">
                <a:moveTo>
                  <a:pt x="0" y="0"/>
                </a:moveTo>
                <a:lnTo>
                  <a:pt x="10544" y="57150"/>
                </a:lnTo>
                <a:lnTo>
                  <a:pt x="29594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Freeform 400"/>
          <p:cNvSpPr/>
          <p:nvPr/>
        </p:nvSpPr>
        <p:spPr>
          <a:xfrm>
            <a:off x="8213144" y="12123420"/>
            <a:ext cx="32527" cy="57150"/>
          </a:xfrm>
          <a:custGeom>
            <a:avLst/>
            <a:gdLst/>
            <a:ahLst/>
            <a:cxnLst/>
            <a:rect l="l" t="t" r="r" b="b"/>
            <a:pathLst>
              <a:path w="32527" h="57150">
                <a:moveTo>
                  <a:pt x="0" y="0"/>
                </a:moveTo>
                <a:lnTo>
                  <a:pt x="13477" y="57150"/>
                </a:lnTo>
                <a:lnTo>
                  <a:pt x="3252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Freeform 401"/>
          <p:cNvSpPr/>
          <p:nvPr/>
        </p:nvSpPr>
        <p:spPr>
          <a:xfrm>
            <a:off x="8226621" y="12180570"/>
            <a:ext cx="34924" cy="57150"/>
          </a:xfrm>
          <a:custGeom>
            <a:avLst/>
            <a:gdLst/>
            <a:ahLst/>
            <a:cxnLst/>
            <a:rect l="l" t="t" r="r" b="b"/>
            <a:pathLst>
              <a:path w="34925" h="57150">
                <a:moveTo>
                  <a:pt x="0" y="0"/>
                </a:moveTo>
                <a:lnTo>
                  <a:pt x="15875" y="57150"/>
                </a:lnTo>
                <a:lnTo>
                  <a:pt x="3492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Freeform 402"/>
          <p:cNvSpPr/>
          <p:nvPr/>
        </p:nvSpPr>
        <p:spPr>
          <a:xfrm>
            <a:off x="8242496" y="12237720"/>
            <a:ext cx="36689" cy="57150"/>
          </a:xfrm>
          <a:custGeom>
            <a:avLst/>
            <a:gdLst/>
            <a:ahLst/>
            <a:cxnLst/>
            <a:rect l="l" t="t" r="r" b="b"/>
            <a:pathLst>
              <a:path w="36689" h="57150">
                <a:moveTo>
                  <a:pt x="0" y="0"/>
                </a:moveTo>
                <a:lnTo>
                  <a:pt x="17639" y="57150"/>
                </a:lnTo>
                <a:lnTo>
                  <a:pt x="3668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Freeform 403"/>
          <p:cNvSpPr/>
          <p:nvPr/>
        </p:nvSpPr>
        <p:spPr>
          <a:xfrm>
            <a:off x="8260135" y="12294870"/>
            <a:ext cx="37750" cy="57150"/>
          </a:xfrm>
          <a:custGeom>
            <a:avLst/>
            <a:gdLst/>
            <a:ahLst/>
            <a:cxnLst/>
            <a:rect l="l" t="t" r="r" b="b"/>
            <a:pathLst>
              <a:path w="37750" h="57150">
                <a:moveTo>
                  <a:pt x="0" y="0"/>
                </a:moveTo>
                <a:lnTo>
                  <a:pt x="18700" y="57150"/>
                </a:lnTo>
                <a:lnTo>
                  <a:pt x="3775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Freeform 404"/>
          <p:cNvSpPr/>
          <p:nvPr/>
        </p:nvSpPr>
        <p:spPr>
          <a:xfrm>
            <a:off x="8278835" y="12352020"/>
            <a:ext cx="38065" cy="57150"/>
          </a:xfrm>
          <a:custGeom>
            <a:avLst/>
            <a:gdLst/>
            <a:ahLst/>
            <a:cxnLst/>
            <a:rect l="l" t="t" r="r" b="b"/>
            <a:pathLst>
              <a:path w="38066" h="57150">
                <a:moveTo>
                  <a:pt x="0" y="0"/>
                </a:moveTo>
                <a:lnTo>
                  <a:pt x="19016" y="57150"/>
                </a:lnTo>
                <a:lnTo>
                  <a:pt x="38066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Freeform 405"/>
          <p:cNvSpPr/>
          <p:nvPr/>
        </p:nvSpPr>
        <p:spPr>
          <a:xfrm>
            <a:off x="8297851" y="12409170"/>
            <a:ext cx="37623" cy="57150"/>
          </a:xfrm>
          <a:custGeom>
            <a:avLst/>
            <a:gdLst/>
            <a:ahLst/>
            <a:cxnLst/>
            <a:rect l="l" t="t" r="r" b="b"/>
            <a:pathLst>
              <a:path w="37623" h="57150">
                <a:moveTo>
                  <a:pt x="0" y="0"/>
                </a:moveTo>
                <a:lnTo>
                  <a:pt x="18573" y="57150"/>
                </a:lnTo>
                <a:lnTo>
                  <a:pt x="3762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Freeform 406"/>
          <p:cNvSpPr/>
          <p:nvPr/>
        </p:nvSpPr>
        <p:spPr>
          <a:xfrm>
            <a:off x="8316424" y="12466320"/>
            <a:ext cx="36439" cy="57150"/>
          </a:xfrm>
          <a:custGeom>
            <a:avLst/>
            <a:gdLst/>
            <a:ahLst/>
            <a:cxnLst/>
            <a:rect l="l" t="t" r="r" b="b"/>
            <a:pathLst>
              <a:path w="36440" h="57150">
                <a:moveTo>
                  <a:pt x="0" y="0"/>
                </a:moveTo>
                <a:lnTo>
                  <a:pt x="17390" y="57150"/>
                </a:lnTo>
                <a:lnTo>
                  <a:pt x="36440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Freeform 407"/>
          <p:cNvSpPr/>
          <p:nvPr/>
        </p:nvSpPr>
        <p:spPr>
          <a:xfrm>
            <a:off x="8333814" y="12523470"/>
            <a:ext cx="34563" cy="57150"/>
          </a:xfrm>
          <a:custGeom>
            <a:avLst/>
            <a:gdLst/>
            <a:ahLst/>
            <a:cxnLst/>
            <a:rect l="l" t="t" r="r" b="b"/>
            <a:pathLst>
              <a:path w="34563" h="57150">
                <a:moveTo>
                  <a:pt x="0" y="0"/>
                </a:moveTo>
                <a:lnTo>
                  <a:pt x="15513" y="57150"/>
                </a:lnTo>
                <a:lnTo>
                  <a:pt x="3456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Freeform 408"/>
          <p:cNvSpPr/>
          <p:nvPr/>
        </p:nvSpPr>
        <p:spPr>
          <a:xfrm>
            <a:off x="8349327" y="12580620"/>
            <a:ext cx="32068" cy="57150"/>
          </a:xfrm>
          <a:custGeom>
            <a:avLst/>
            <a:gdLst/>
            <a:ahLst/>
            <a:cxnLst/>
            <a:rect l="l" t="t" r="r" b="b"/>
            <a:pathLst>
              <a:path w="32069" h="57150">
                <a:moveTo>
                  <a:pt x="0" y="0"/>
                </a:moveTo>
                <a:lnTo>
                  <a:pt x="13019" y="57150"/>
                </a:lnTo>
                <a:lnTo>
                  <a:pt x="32069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Freeform 409"/>
          <p:cNvSpPr/>
          <p:nvPr/>
        </p:nvSpPr>
        <p:spPr>
          <a:xfrm>
            <a:off x="8362346" y="12637770"/>
            <a:ext cx="29055" cy="57150"/>
          </a:xfrm>
          <a:custGeom>
            <a:avLst/>
            <a:gdLst/>
            <a:ahLst/>
            <a:cxnLst/>
            <a:rect l="l" t="t" r="r" b="b"/>
            <a:pathLst>
              <a:path w="29055" h="57150">
                <a:moveTo>
                  <a:pt x="0" y="0"/>
                </a:moveTo>
                <a:lnTo>
                  <a:pt x="10005" y="57150"/>
                </a:lnTo>
                <a:lnTo>
                  <a:pt x="29055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Freeform 410"/>
          <p:cNvSpPr/>
          <p:nvPr/>
        </p:nvSpPr>
        <p:spPr>
          <a:xfrm>
            <a:off x="8372351" y="12694920"/>
            <a:ext cx="25642" cy="57150"/>
          </a:xfrm>
          <a:custGeom>
            <a:avLst/>
            <a:gdLst/>
            <a:ahLst/>
            <a:cxnLst/>
            <a:rect l="l" t="t" r="r" b="b"/>
            <a:pathLst>
              <a:path w="25643" h="57150">
                <a:moveTo>
                  <a:pt x="0" y="0"/>
                </a:moveTo>
                <a:lnTo>
                  <a:pt x="6593" y="57150"/>
                </a:lnTo>
                <a:lnTo>
                  <a:pt x="25643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Freeform 411"/>
          <p:cNvSpPr/>
          <p:nvPr/>
        </p:nvSpPr>
        <p:spPr>
          <a:xfrm>
            <a:off x="8378944" y="12752070"/>
            <a:ext cx="21966" cy="57150"/>
          </a:xfrm>
          <a:custGeom>
            <a:avLst/>
            <a:gdLst/>
            <a:ahLst/>
            <a:cxnLst/>
            <a:rect l="l" t="t" r="r" b="b"/>
            <a:pathLst>
              <a:path w="21967" h="57150">
                <a:moveTo>
                  <a:pt x="0" y="0"/>
                </a:moveTo>
                <a:lnTo>
                  <a:pt x="2917" y="57150"/>
                </a:lnTo>
                <a:lnTo>
                  <a:pt x="21967" y="57150"/>
                </a:lnTo>
                <a:lnTo>
                  <a:pt x="19050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Freeform 412"/>
          <p:cNvSpPr/>
          <p:nvPr/>
        </p:nvSpPr>
        <p:spPr>
          <a:xfrm>
            <a:off x="8380986" y="12809220"/>
            <a:ext cx="19924" cy="57150"/>
          </a:xfrm>
          <a:custGeom>
            <a:avLst/>
            <a:gdLst/>
            <a:ahLst/>
            <a:cxnLst/>
            <a:rect l="l" t="t" r="r" b="b"/>
            <a:pathLst>
              <a:path w="19925" h="57150">
                <a:moveTo>
                  <a:pt x="875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19925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Freeform 413"/>
          <p:cNvSpPr/>
          <p:nvPr/>
        </p:nvSpPr>
        <p:spPr>
          <a:xfrm>
            <a:off x="8376354" y="12866370"/>
            <a:ext cx="23681" cy="57150"/>
          </a:xfrm>
          <a:custGeom>
            <a:avLst/>
            <a:gdLst/>
            <a:ahLst/>
            <a:cxnLst/>
            <a:rect l="l" t="t" r="r" b="b"/>
            <a:pathLst>
              <a:path w="23682" h="57150">
                <a:moveTo>
                  <a:pt x="4632" y="0"/>
                </a:moveTo>
                <a:lnTo>
                  <a:pt x="0" y="57150"/>
                </a:lnTo>
                <a:lnTo>
                  <a:pt x="19050" y="57150"/>
                </a:lnTo>
                <a:lnTo>
                  <a:pt x="23682" y="0"/>
                </a:lnTo>
                <a:close/>
              </a:path>
            </a:pathLst>
          </a:custGeom>
          <a:solidFill>
            <a:srgbClr val="4C36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5" name="Picture 41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7239000"/>
            <a:ext cx="2857500" cy="2569057"/>
          </a:xfrm>
          <a:prstGeom prst="rect">
            <a:avLst/>
          </a:prstGeom>
        </p:spPr>
      </p:pic>
      <p:sp>
        <p:nvSpPr>
          <p:cNvPr id="416" name="TextBox 415"/>
          <p:cNvSpPr txBox="1"/>
          <p:nvPr/>
        </p:nvSpPr>
        <p:spPr>
          <a:xfrm>
            <a:off x="762000" y="10668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C3634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