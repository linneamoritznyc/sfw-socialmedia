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1: bunting, balloons and stars (PowerPoint shapes), big logo.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Ib Borup Pedersen, Brian Daubenspeck.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Elena Kalli, Nick Padwick.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Carla Ribeiro Machado e Portugal, Gerald Ramírez.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Wesley Sander, Isadora Shmidt.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Delvin Solkinson, Tommy Tapper.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Dora Tkalec, Ayşen Üstünay.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Loida Vasquez, Casey Williams.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fourteen in a grid, alphabetical.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Closing: bunting, balloons and a big logo. Line to confirm with Linnea.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16.jpg"/><Relationship Id="rId5" Type="http://schemas.openxmlformats.org/officeDocument/2006/relationships/image" Target="../media/image17.jpg"/><Relationship Id="rId6" Type="http://schemas.openxmlformats.org/officeDocument/2006/relationships/image" Target="../media/image18.jpg"/><Relationship Id="rId7" Type="http://schemas.openxmlformats.org/officeDocument/2006/relationships/image" Target="../media/image19.jpg"/><Relationship Id="rId8" Type="http://schemas.openxmlformats.org/officeDocument/2006/relationships/image" Target="../media/image20.jpg"/><Relationship Id="rId9" Type="http://schemas.openxmlformats.org/officeDocument/2006/relationships/image" Target="../media/image21.jpg"/><Relationship Id="rId10" Type="http://schemas.openxmlformats.org/officeDocument/2006/relationships/image" Target="../media/image22.jpg"/><Relationship Id="rId11" Type="http://schemas.openxmlformats.org/officeDocument/2006/relationships/image" Target="../media/image23.jpg"/><Relationship Id="rId12" Type="http://schemas.openxmlformats.org/officeDocument/2006/relationships/image" Target="../media/image24.jpg"/><Relationship Id="rId13" Type="http://schemas.openxmlformats.org/officeDocument/2006/relationships/image" Target="../media/image25.jpg"/><Relationship Id="rId14" Type="http://schemas.openxmlformats.org/officeDocument/2006/relationships/image" Target="../media/image26.jpg"/><Relationship Id="rId15" Type="http://schemas.openxmlformats.org/officeDocument/2006/relationships/image" Target="../media/image27.jpg"/><Relationship Id="rId16" Type="http://schemas.openxmlformats.org/officeDocument/2006/relationships/image" Target="../media/image28.jpg"/><Relationship Id="rId17" Type="http://schemas.openxmlformats.org/officeDocument/2006/relationships/image" Target="../media/image2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5-Point Star 66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90750" y="5715000"/>
            <a:ext cx="59055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Thank you to everyone who teaches and mentors our students.</a:t>
            </a:r>
          </a:p>
        </p:txBody>
      </p:sp>
      <p:sp>
        <p:nvSpPr>
          <p:cNvPr id="72" name="Oval 71"/>
          <p:cNvSpPr/>
          <p:nvPr/>
        </p:nvSpPr>
        <p:spPr>
          <a:xfrm>
            <a:off x="1952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266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581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667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685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704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20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35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47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55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60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59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53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44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31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716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698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80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61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42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24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608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594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83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76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2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2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75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82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593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606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22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40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59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78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696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14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29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42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52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59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61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56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2748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736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2722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706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2688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2669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2650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2632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615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2600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2588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2579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2573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2571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2571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2573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667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02029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3430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4287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4476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4658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4825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4970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5089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5175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5226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5215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5153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5057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4930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4778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606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421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231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4044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3865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3704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3566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3457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3381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3341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3338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3338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3374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3446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3551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3686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3844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4021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4208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4398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4584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14758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14913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5043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15143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15209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15229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15183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15101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14987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14844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4680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4499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4311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4121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3938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3769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3620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3498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3408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3353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3335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3335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3354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3411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3503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3626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3776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3946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4129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14319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14508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335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6268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19145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0002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0191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0373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0540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0685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0804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0890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0941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0930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0868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0772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0645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0493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0321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20136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19946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19759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9580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9419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9281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9172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9096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9056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9053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9053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9089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9161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9266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9401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9559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9736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19923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0113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0299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0473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0628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0758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0858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0924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0944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20898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6905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7219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7534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7620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7638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7657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7673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7688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7700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7708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7713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7712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7706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7697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7684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7669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7651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7633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7614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7595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7577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7561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7547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7536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7529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7525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7525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7525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7528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7535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7546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7559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7575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7593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7612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7631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7649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7667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7682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7695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7705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7712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7714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7709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7701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7689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7675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7659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7641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7622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7603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7585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7568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7553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7541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7532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7526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7524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7524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7526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80962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8431530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7725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8582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8771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88953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89120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89265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89384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89470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89521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89510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89448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89352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9225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89073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88901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88716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88526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88339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88160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87999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87861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87752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87676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87636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87633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87633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87669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87741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87846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87981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88139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88316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88503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88693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88879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89053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89208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89338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89438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89504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89524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89478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89396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89282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89139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88975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88794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88606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88416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88233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88064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87915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87793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87703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87648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87630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87630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87649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87706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87798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87921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88071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88241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88424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88614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88803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6200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79133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82010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82867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83056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83238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83405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83550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83669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83755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83806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83795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83733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83637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83510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83358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83186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83001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82811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82624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82445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82284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82146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82037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81961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81921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81918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81918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81954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82026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82131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82266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82424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82601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82788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82978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83164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83338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83493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83623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83723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83789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83809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83763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6" name="Picture 415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417" name="TextBox 416"/>
          <p:cNvSpPr txBox="1"/>
          <p:nvPr/>
        </p:nvSpPr>
        <p:spPr>
          <a:xfrm>
            <a:off x="762000" y="10668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Swipe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87244271783763765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636740"/>
            <a:ext cx="3848100" cy="983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Farmer, SFW Consultant &amp; Mentor</a:t>
            </a:r>
          </a:p>
        </p:txBody>
      </p:sp>
      <p:pic>
        <p:nvPicPr>
          <p:cNvPr id="72" name="Picture 71" descr="551333880957303027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  <p:pic>
        <p:nvPicPr>
          <p:cNvPr id="75" name="Picture 74" descr="foundation-logo-co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7250" y="11193221"/>
            <a:ext cx="1428750" cy="12845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344919409443024316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6895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042395"/>
            <a:ext cx="3848100" cy="983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School Administration Officer</a:t>
            </a:r>
          </a:p>
        </p:txBody>
      </p:sp>
      <p:pic>
        <p:nvPicPr>
          <p:cNvPr id="72" name="Picture 71" descr="767270396602049450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6895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9424020"/>
            <a:ext cx="3848100" cy="983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Farmer, SFW Consultant &amp; Mentor</a:t>
            </a:r>
          </a:p>
        </p:txBody>
      </p:sp>
      <p:pic>
        <p:nvPicPr>
          <p:cNvPr id="75" name="Picture 74" descr="foundation-logo-co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7250" y="11193221"/>
            <a:ext cx="1428750" cy="12845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176872241835286671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24726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Dr. Carla Ribeiro Machado e Portugal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5825430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Mentor</a:t>
            </a:r>
          </a:p>
        </p:txBody>
      </p:sp>
      <p:pic>
        <p:nvPicPr>
          <p:cNvPr id="72" name="Picture 71" descr="383192128686918667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Gerald Ramírez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Mentor</a:t>
            </a:r>
          </a:p>
        </p:txBody>
      </p:sp>
      <p:pic>
        <p:nvPicPr>
          <p:cNvPr id="75" name="Picture 74" descr="foundation-logo-co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7250" y="11193221"/>
            <a:ext cx="1428750" cy="12845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859022094130405373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Wesley Sander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636740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  <p:pic>
        <p:nvPicPr>
          <p:cNvPr id="72" name="Picture 71" descr="206614658810587146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Isadora Shmidt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  <p:pic>
        <p:nvPicPr>
          <p:cNvPr id="75" name="Picture 74" descr="foundation-logo-co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7250" y="11193221"/>
            <a:ext cx="1428750" cy="12845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452186597818692064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636740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Permaculture Lead</a:t>
            </a:r>
          </a:p>
        </p:txBody>
      </p:sp>
      <p:pic>
        <p:nvPicPr>
          <p:cNvPr id="72" name="Picture 71" descr="775201881461793515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Tommy Tapper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Instructor</a:t>
            </a:r>
          </a:p>
        </p:txBody>
      </p:sp>
      <p:pic>
        <p:nvPicPr>
          <p:cNvPr id="75" name="Picture 74" descr="foundation-logo-co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7250" y="11193221"/>
            <a:ext cx="1428750" cy="12845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820901457514708426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6895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04239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  <p:pic>
        <p:nvPicPr>
          <p:cNvPr id="72" name="Picture 71" descr="302313713954421775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  <p:pic>
        <p:nvPicPr>
          <p:cNvPr id="75" name="Picture 74" descr="foundation-logo-co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7250" y="11193221"/>
            <a:ext cx="1428750" cy="12845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770856792200613218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636740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Advanced Programs Lead</a:t>
            </a:r>
          </a:p>
        </p:txBody>
      </p:sp>
      <p:pic>
        <p:nvPicPr>
          <p:cNvPr id="72" name="Picture 71" descr="86738749577210890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  <p:pic>
        <p:nvPicPr>
          <p:cNvPr id="75" name="Picture 74" descr="foundation-logo-co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7250" y="11193221"/>
            <a:ext cx="1428750" cy="12845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5800" y="1800225"/>
            <a:ext cx="44005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70" name="Picture 69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49256"/>
            <a:ext cx="1333500" cy="1198893"/>
          </a:xfrm>
          <a:prstGeom prst="rect">
            <a:avLst/>
          </a:prstGeom>
        </p:spPr>
      </p:pic>
      <p:pic>
        <p:nvPicPr>
          <p:cNvPr id="71" name="Picture 70" descr="697339925478013192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0650" y="1762125"/>
            <a:ext cx="2143125" cy="2143125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5200650" y="396240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Delvin Solkinson</a:t>
            </a:r>
          </a:p>
        </p:txBody>
      </p:sp>
      <p:pic>
        <p:nvPicPr>
          <p:cNvPr id="73" name="Picture 72" descr="166950456910055373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8075" y="1762125"/>
            <a:ext cx="2143125" cy="2143125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7458075" y="396240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Brian Daubenspeck</a:t>
            </a:r>
          </a:p>
        </p:txBody>
      </p:sp>
      <p:pic>
        <p:nvPicPr>
          <p:cNvPr id="75" name="Picture 74" descr="462686232891098072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381500"/>
            <a:ext cx="2143125" cy="2143125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85800" y="658177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Elena Kalli</a:t>
            </a:r>
          </a:p>
        </p:txBody>
      </p:sp>
      <p:pic>
        <p:nvPicPr>
          <p:cNvPr id="77" name="Picture 76" descr="832304084144067117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3225" y="4381500"/>
            <a:ext cx="2143125" cy="2143125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2943225" y="658177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Nick Padwick</a:t>
            </a:r>
          </a:p>
        </p:txBody>
      </p:sp>
      <p:pic>
        <p:nvPicPr>
          <p:cNvPr id="79" name="Picture 78" descr="309303305746512631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00650" y="4381500"/>
            <a:ext cx="2143125" cy="2143125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5200650" y="658177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Carla Portugal</a:t>
            </a:r>
          </a:p>
        </p:txBody>
      </p:sp>
      <p:pic>
        <p:nvPicPr>
          <p:cNvPr id="81" name="Picture 80" descr="3083234504655546865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8075" y="4381500"/>
            <a:ext cx="2143125" cy="2143125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7458075" y="658177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Gerald Ramírez</a:t>
            </a:r>
          </a:p>
        </p:txBody>
      </p:sp>
      <p:pic>
        <p:nvPicPr>
          <p:cNvPr id="83" name="Picture 82" descr="712251603751979199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5800" y="7000875"/>
            <a:ext cx="2143125" cy="2143125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85800" y="920115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Wesley Sander</a:t>
            </a:r>
          </a:p>
        </p:txBody>
      </p:sp>
      <p:pic>
        <p:nvPicPr>
          <p:cNvPr id="85" name="Picture 84" descr="3680716753337292473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43225" y="7000875"/>
            <a:ext cx="2143125" cy="2143125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2943225" y="920115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Isadora Shmidt</a:t>
            </a:r>
          </a:p>
        </p:txBody>
      </p:sp>
      <p:pic>
        <p:nvPicPr>
          <p:cNvPr id="87" name="Picture 86" descr="4383672720776413689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00650" y="7000875"/>
            <a:ext cx="2143125" cy="2143125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5200650" y="920115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Ib Borup Pedersen</a:t>
            </a:r>
          </a:p>
        </p:txBody>
      </p:sp>
      <p:pic>
        <p:nvPicPr>
          <p:cNvPr id="89" name="Picture 88" descr="7171163083851370123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58075" y="7000875"/>
            <a:ext cx="2143125" cy="2143125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7458075" y="920115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Tommy Tapper</a:t>
            </a:r>
          </a:p>
        </p:txBody>
      </p:sp>
      <p:pic>
        <p:nvPicPr>
          <p:cNvPr id="91" name="Picture 90" descr="7662859752254627068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5800" y="9620250"/>
            <a:ext cx="2143125" cy="2143125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685800" y="1182052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Dora Tkalec</a:t>
            </a:r>
          </a:p>
        </p:txBody>
      </p:sp>
      <p:pic>
        <p:nvPicPr>
          <p:cNvPr id="93" name="Picture 92" descr="4749460003171307851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943225" y="9620250"/>
            <a:ext cx="2143125" cy="2143125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2943225" y="1182052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Ayşen Üstünay</a:t>
            </a:r>
          </a:p>
        </p:txBody>
      </p:sp>
      <p:pic>
        <p:nvPicPr>
          <p:cNvPr id="95" name="Picture 94" descr="7640445693078730640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200650" y="9620250"/>
            <a:ext cx="2143125" cy="2143125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5200650" y="1182052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Loida Vasquez</a:t>
            </a:r>
          </a:p>
        </p:txBody>
      </p:sp>
      <p:pic>
        <p:nvPicPr>
          <p:cNvPr id="97" name="Picture 96" descr="6413227410921258421.jp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458075" y="9620250"/>
            <a:ext cx="2143125" cy="2143125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7458075" y="1182052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Casey Williams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5-Point Star 66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1" name="Oval 70"/>
          <p:cNvSpPr/>
          <p:nvPr/>
        </p:nvSpPr>
        <p:spPr>
          <a:xfrm>
            <a:off x="1952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266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2581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667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685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704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720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35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47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55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60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59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53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44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31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16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698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680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61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42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24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08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594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583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76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72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2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5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82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93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606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622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40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59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78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96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714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29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42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52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59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61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56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48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2736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722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2706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688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2669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2650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2632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2615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600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2588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2579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2573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2571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2571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2573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6667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002029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Freeform 132"/>
          <p:cNvSpPr/>
          <p:nvPr/>
        </p:nvSpPr>
        <p:spPr>
          <a:xfrm>
            <a:off x="13430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4287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4476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4658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4825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4970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5089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5175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5226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5215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5153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5057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4930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4778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4606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421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231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044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3865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3704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3566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3457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3381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3341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3338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3338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3374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3446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3551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3686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3844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4021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4208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4398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4584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4758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14913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15043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5143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15209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15229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15183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15101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14987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14844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14680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4499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4311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4121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3938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3769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3620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3498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3408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3353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3335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3335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3354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3411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3503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3626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3776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3946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4129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4319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14508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335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6268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reeform 200"/>
          <p:cNvSpPr/>
          <p:nvPr/>
        </p:nvSpPr>
        <p:spPr>
          <a:xfrm>
            <a:off x="19145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20002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0191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0373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0540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0685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0804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0890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0941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0930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0868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0772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0645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0493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0321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0136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19946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19759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19580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9419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9281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9172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9096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9056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9053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9053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9089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9161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9266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9401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9559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9736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9923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20113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0299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0473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0628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0758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0858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0924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0944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0898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6905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7219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Freeform 244"/>
          <p:cNvSpPr/>
          <p:nvPr/>
        </p:nvSpPr>
        <p:spPr>
          <a:xfrm>
            <a:off x="7534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7620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7638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7657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7673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7688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7700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7708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7713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7712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7706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7697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7684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7669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7651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7633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7614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7595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7577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7561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7547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7536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7529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7525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7525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7525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7528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7535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7546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7559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7575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7593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7612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7631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7649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7667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7682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7695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7705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7712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7714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7709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7701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7689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7675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7659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7641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7622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7603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7585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7568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7553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7541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7532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7526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7524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7524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7526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80962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8431530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Freeform 304"/>
          <p:cNvSpPr/>
          <p:nvPr/>
        </p:nvSpPr>
        <p:spPr>
          <a:xfrm>
            <a:off x="87725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8582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8771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8953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89120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89265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89384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89470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89521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89510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89448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89352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89225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9073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88901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88716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88526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88339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88160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87999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87861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87752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87676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87636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87633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87633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87669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87741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87846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87981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88139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88316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88503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88693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88879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89053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89208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89338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89438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89504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89524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89478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89396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89282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89139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88975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88794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88606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88416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88233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88064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87915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87793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87703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87648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87630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87630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87649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87706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87798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87921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88071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88241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88424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88614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88803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76200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9133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Freeform 372"/>
          <p:cNvSpPr/>
          <p:nvPr/>
        </p:nvSpPr>
        <p:spPr>
          <a:xfrm>
            <a:off x="82010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82867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83056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83238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83405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83550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83669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83755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83806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83795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83733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83637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83510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83358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83186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83001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82811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82624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82445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82284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82146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82037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81961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81921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81918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81918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81954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82026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82131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82266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82424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82601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82788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82978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83164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83338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83493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83623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83723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83789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83809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83763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5" name="Picture 414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416" name="TextBox 415"/>
          <p:cNvSpPr txBox="1"/>
          <p:nvPr/>
        </p:nvSpPr>
        <p:spPr>
          <a:xfrm>
            <a:off x="762000" y="10668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