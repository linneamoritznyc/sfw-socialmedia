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bunting, balloons and stars (PowerPoint shapes), big logo.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Ib Borup Pedersen, Brian Daubenspeck.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Elena Kalli, Nick Padwick.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Carla Ribeiro Machado e Portugal, Gerald Ramírez.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Wesley Sanders, Isadora Schmidt.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Delvin Solkinson, Tommy Tepper.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Ayşen Üstünay.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Loida Vasquez, Casey Williams.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fourteen in a grid, alphabetical.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bunting, balloons and a big logo. Line to confirm with Linnea.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jpg"/><Relationship Id="rId9" Type="http://schemas.openxmlformats.org/officeDocument/2006/relationships/image" Target="../media/image22.jpg"/><Relationship Id="rId10" Type="http://schemas.openxmlformats.org/officeDocument/2006/relationships/image" Target="../media/image23.jpg"/><Relationship Id="rId11" Type="http://schemas.openxmlformats.org/officeDocument/2006/relationships/image" Target="../media/image24.jpg"/><Relationship Id="rId12" Type="http://schemas.openxmlformats.org/officeDocument/2006/relationships/image" Target="../media/image25.jpg"/><Relationship Id="rId13" Type="http://schemas.openxmlformats.org/officeDocument/2006/relationships/image" Target="../media/image26.jpg"/><Relationship Id="rId14" Type="http://schemas.openxmlformats.org/officeDocument/2006/relationships/image" Target="../media/image27.jpg"/><Relationship Id="rId15" Type="http://schemas.openxmlformats.org/officeDocument/2006/relationships/image" Target="../media/image28.jpg"/><Relationship Id="rId16" Type="http://schemas.openxmlformats.org/officeDocument/2006/relationships/image" Target="../media/image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Meet our fourteen mentors.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373952054254080777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SFW Consultant &amp; Mentor</a:t>
            </a:r>
          </a:p>
        </p:txBody>
      </p:sp>
      <p:pic>
        <p:nvPicPr>
          <p:cNvPr id="72" name="Picture 71" descr="71084326124682499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662376430677027196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042395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School Administration Officer</a:t>
            </a:r>
          </a:p>
        </p:txBody>
      </p:sp>
      <p:pic>
        <p:nvPicPr>
          <p:cNvPr id="72" name="Picture 71" descr="756409700270667061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9424020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SFW Consultant &amp; Mentor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4258460225967406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2472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Dr. Carla Ribeiro Machado e Portugal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582543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Mentor</a:t>
            </a:r>
          </a:p>
        </p:txBody>
      </p:sp>
      <p:pic>
        <p:nvPicPr>
          <p:cNvPr id="72" name="Picture 71" descr="641336282013044840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Mentor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25859246839987779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2" name="Picture 71" descr="884627009193893986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49273847439012939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Permaculture Lead</a:t>
            </a:r>
          </a:p>
        </p:txBody>
      </p:sp>
      <p:pic>
        <p:nvPicPr>
          <p:cNvPr id="72" name="Picture 71" descr="170656992915125388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Instructor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016730617343697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04239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2" name="Picture 71" descr="91120877795849511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73930070270127458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Advanced Programs Lead</a:t>
            </a:r>
          </a:p>
        </p:txBody>
      </p:sp>
      <p:pic>
        <p:nvPicPr>
          <p:cNvPr id="72" name="Picture 71" descr="693225948215459839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24955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330312540454194907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495550"/>
            <a:ext cx="2286000" cy="22860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5181600" y="43624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38750" y="43624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73" name="Picture 72" descr="249581399199355348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495550"/>
            <a:ext cx="2286000" cy="2286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7543800" y="43624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00950" y="43624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76" name="Picture 75" descr="268470712488156269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857750"/>
            <a:ext cx="2286000" cy="2286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457200" y="6724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4350" y="6724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79" name="Picture 78" descr="248435358163758565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857750"/>
            <a:ext cx="2286000" cy="2286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819400" y="6724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76550" y="6724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82" name="Picture 81" descr="695983000712546277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857750"/>
            <a:ext cx="2286000" cy="2286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5181600" y="6724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38750" y="6724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85" name="Picture 84" descr="806221538312901518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857750"/>
            <a:ext cx="2286000" cy="2286000"/>
          </a:xfrm>
          <a:prstGeom prst="rect">
            <a:avLst/>
          </a:prstGeom>
        </p:spPr>
      </p:pic>
      <p:sp>
        <p:nvSpPr>
          <p:cNvPr id="86" name="Rectangle 85"/>
          <p:cNvSpPr/>
          <p:nvPr/>
        </p:nvSpPr>
        <p:spPr>
          <a:xfrm>
            <a:off x="7543800" y="6724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600950" y="6724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88" name="Picture 87" descr="253208805220043837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7219950"/>
            <a:ext cx="2286000" cy="2286000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457200" y="9086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4350" y="9086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91" name="Picture 90" descr="99237528408368273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7219950"/>
            <a:ext cx="2286000" cy="2286000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2819400" y="9086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76550" y="9086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4" name="Picture 93" descr="519411507608913333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7219950"/>
            <a:ext cx="2286000" cy="2286000"/>
          </a:xfrm>
          <a:prstGeom prst="rect">
            <a:avLst/>
          </a:prstGeom>
        </p:spPr>
      </p:pic>
      <p:sp>
        <p:nvSpPr>
          <p:cNvPr id="95" name="Rectangle 94"/>
          <p:cNvSpPr/>
          <p:nvPr/>
        </p:nvSpPr>
        <p:spPr>
          <a:xfrm>
            <a:off x="5181600" y="9086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38750" y="9086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pic>
        <p:nvPicPr>
          <p:cNvPr id="97" name="Picture 96" descr="342312787493220863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7219950"/>
            <a:ext cx="2286000" cy="228600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7543800" y="9086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600950" y="9086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100" name="Picture 99" descr="433769439707873527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582150"/>
            <a:ext cx="2286000" cy="2286000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457200" y="11449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14350" y="11449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103" name="Picture 102" descr="463635777315181335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582150"/>
            <a:ext cx="2286000" cy="228600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2819400" y="11449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76550" y="11449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106" name="Picture 105" descr="3297107423503027276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582150"/>
            <a:ext cx="2286000" cy="2286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5181600" y="11449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38750" y="11449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9" name="Picture 108" descr="767750313264436498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582150"/>
            <a:ext cx="2286000" cy="2286000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7543800" y="11449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600950" y="11449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Oval 70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6" name="TextBox 415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