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762000"/>
            <a:ext cx="1996397" cy="571500"/>
          </a:xfrm>
          <a:prstGeom prst="roundRect">
            <a:avLst>
              <a:gd name="adj" fmla="val 50000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99639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spc="20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8763000" cy="4565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1E3F1D"/>
                </a:solidFill>
                <a:latin typeface="Montserrat"/>
              </a:rPr>
              <a:t>Bury a pair of cotton underwear. Dig it up in 60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8096250"/>
            <a:ext cx="8763000" cy="4000500"/>
          </a:xfrm>
          <a:prstGeom prst="roundRect">
            <a:avLst>
              <a:gd name="adj" fmla="val 5714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096250"/>
            <a:ext cx="8458200" cy="40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clean white cotton brief next to a shovel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714500"/>
            <a:ext cx="85725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31662F"/>
                </a:solidFill>
                <a:latin typeface="Montserrat"/>
              </a:rPr>
              <a:t>HOW</a:t>
            </a:r>
          </a:p>
        </p:txBody>
      </p:sp>
      <p:sp>
        <p:nvSpPr>
          <p:cNvPr id="3" name="Oval 2"/>
          <p:cNvSpPr/>
          <p:nvPr/>
        </p:nvSpPr>
        <p:spPr>
          <a:xfrm>
            <a:off x="762000" y="2857500"/>
            <a:ext cx="762000" cy="7620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85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6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100% cotton, white</a:t>
            </a:r>
          </a:p>
        </p:txBody>
      </p:sp>
      <p:sp>
        <p:nvSpPr>
          <p:cNvPr id="6" name="Oval 5"/>
          <p:cNvSpPr/>
          <p:nvPr/>
        </p:nvSpPr>
        <p:spPr>
          <a:xfrm>
            <a:off x="762000" y="4762500"/>
            <a:ext cx="762000" cy="7620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4667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Buried 15 cm deep</a:t>
            </a:r>
          </a:p>
        </p:txBody>
      </p:sp>
      <p:sp>
        <p:nvSpPr>
          <p:cNvPr id="9" name="Oval 8"/>
          <p:cNvSpPr/>
          <p:nvPr/>
        </p:nvSpPr>
        <p:spPr>
          <a:xfrm>
            <a:off x="762000" y="6667500"/>
            <a:ext cx="762000" cy="7620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66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657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Mark the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tattered brief after two months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Almost gone?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Your soil is full of life 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brief still whole after 60 days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F3F1EA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Still whole?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Your soil needs food for its microbes. Start with compost.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