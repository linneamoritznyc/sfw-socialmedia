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762000"/>
            <a:ext cx="1996397" cy="571500"/>
          </a:xfrm>
          <a:prstGeom prst="roundRect">
            <a:avLst>
              <a:gd name="adj" fmla="val 50000"/>
            </a:avLst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99639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 spc="200">
                <a:solidFill>
                  <a:srgbClr val="F4F1EA"/>
                </a:solidFill>
                <a:latin typeface="Montserrat"/>
              </a:rPr>
              <a:t>SAVE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95500"/>
            <a:ext cx="8763000" cy="45655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22371F"/>
                </a:solidFill>
                <a:latin typeface="Montserrat"/>
              </a:rPr>
              <a:t>Bury a pair of cotton underwear. Dig it up in 60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8096250"/>
            <a:ext cx="8763000" cy="4000500"/>
          </a:xfrm>
          <a:prstGeom prst="roundRect">
            <a:avLst>
              <a:gd name="adj" fmla="val 5714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096250"/>
            <a:ext cx="8458200" cy="400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clean white cotton brief next to a shovel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0"/>
            <a:ext cx="8572500" cy="362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156826"/>
                </a:solidFill>
                <a:latin typeface="Montserrat"/>
              </a:rPr>
              <a:t>HOW</a:t>
            </a:r>
          </a:p>
        </p:txBody>
      </p:sp>
      <p:sp>
        <p:nvSpPr>
          <p:cNvPr id="3" name="Oval 2"/>
          <p:cNvSpPr/>
          <p:nvPr/>
        </p:nvSpPr>
        <p:spPr>
          <a:xfrm>
            <a:off x="762000" y="2857500"/>
            <a:ext cx="762000" cy="7620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8575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4F1EA"/>
                </a:solidFill>
                <a:latin typeface="Montserra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2762250"/>
            <a:ext cx="7429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100% cotton, white</a:t>
            </a:r>
          </a:p>
        </p:txBody>
      </p:sp>
      <p:sp>
        <p:nvSpPr>
          <p:cNvPr id="6" name="Oval 5"/>
          <p:cNvSpPr/>
          <p:nvPr/>
        </p:nvSpPr>
        <p:spPr>
          <a:xfrm>
            <a:off x="762000" y="4762500"/>
            <a:ext cx="762000" cy="7620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7625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4F1EA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4667250"/>
            <a:ext cx="7429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Buried 15 cm deep</a:t>
            </a:r>
          </a:p>
        </p:txBody>
      </p:sp>
      <p:sp>
        <p:nvSpPr>
          <p:cNvPr id="9" name="Oval 8"/>
          <p:cNvSpPr/>
          <p:nvPr/>
        </p:nvSpPr>
        <p:spPr>
          <a:xfrm>
            <a:off x="762000" y="6667500"/>
            <a:ext cx="762000" cy="7620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6675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4F1EA"/>
                </a:solidFill>
                <a:latin typeface="Montserra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572250"/>
            <a:ext cx="7429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Mark the 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tattered brief after two months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43800" y="1581150"/>
            <a:ext cx="781050" cy="628650"/>
          </a:xfrm>
          <a:custGeom>
            <a:avLst/>
            <a:gdLst/>
            <a:ahLst/>
            <a:cxnLst/>
            <a:rect l="l" t="t" r="r" b="b"/>
            <a:pathLst>
              <a:path w="781050" h="628650">
                <a:moveTo>
                  <a:pt x="0" y="342900"/>
                </a:moveTo>
                <a:lnTo>
                  <a:pt x="133350" y="209550"/>
                </a:lnTo>
                <a:lnTo>
                  <a:pt x="285750" y="361950"/>
                </a:lnTo>
                <a:lnTo>
                  <a:pt x="647700" y="0"/>
                </a:lnTo>
                <a:lnTo>
                  <a:pt x="781050" y="133350"/>
                </a:lnTo>
                <a:lnTo>
                  <a:pt x="285750" y="62865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8524875"/>
            <a:ext cx="8763000" cy="839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Almost gone?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516725"/>
            <a:ext cx="8763000" cy="2580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Your soil is full of life eating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brief still whole after 60 days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0" y="1238250"/>
            <a:ext cx="13335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F4F1EA"/>
                </a:solidFill>
                <a:latin typeface="Montserrat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524875"/>
            <a:ext cx="8763000" cy="839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Still whole?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516725"/>
            <a:ext cx="8763000" cy="2580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Your soil needs food for its microbes. Start with compost.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