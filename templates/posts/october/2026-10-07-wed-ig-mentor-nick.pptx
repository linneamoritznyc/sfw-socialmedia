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4C. Photo: Nick speaking (brief asked for Nick with compost windrows: swap if you have 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88868973837039269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62000" y="762000"/>
            <a:ext cx="3612813" cy="666750"/>
          </a:xfrm>
          <a:prstGeom prst="roundRect">
            <a:avLst>
              <a:gd name="adj" fmla="val 50000"/>
            </a:avLst>
          </a:prstGeom>
          <a:solidFill>
            <a:srgbClr val="22371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3612813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 spc="200">
                <a:solidFill>
                  <a:srgbClr val="DBE6A7"/>
                </a:solidFill>
                <a:latin typeface="Montserrat"/>
              </a:rPr>
              <a:t>MEET OUR MENTORS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429750"/>
            <a:ext cx="10287000" cy="3429000"/>
          </a:xfrm>
          <a:prstGeom prst="rect">
            <a:avLst/>
          </a:prstGeom>
          <a:solidFill>
            <a:srgbClr val="22371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9810750"/>
            <a:ext cx="7620000" cy="9054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800" b="1" i="0">
                <a:solidFill>
                  <a:srgbClr val="F4F1EA"/>
                </a:solidFill>
                <a:latin typeface="Montserrat"/>
              </a:rPr>
              <a:t>Nick Padwick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811489"/>
            <a:ext cx="7620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DBE6A7"/>
                </a:solidFill>
                <a:latin typeface="Source Sans 3"/>
              </a:rPr>
              <a:t>Norfolk, England</a:t>
            </a:r>
          </a:p>
        </p:txBody>
      </p:sp>
      <p:pic>
        <p:nvPicPr>
          <p:cNvPr id="8" name="Picture 7" descr="foundation-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1501" y="11239500"/>
            <a:ext cx="953498" cy="857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4F1EA">
                    <a:alpha val="60000"/>
                  </a:srgbClr>
                </a:solidFill>
                <a:latin typeface="Source Sans 3"/>
              </a:rPr>
              <a:t>1/2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0"/>
            <a:ext cx="9525000" cy="266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0" b="1" i="0">
                <a:solidFill>
                  <a:srgbClr val="156826"/>
                </a:solidFill>
                <a:latin typeface="Montserrat"/>
              </a:rPr>
              <a:t>750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6667500"/>
            <a:ext cx="8382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5600" b="1" i="0">
                <a:solidFill>
                  <a:srgbClr val="22371F"/>
                </a:solidFill>
                <a:latin typeface="Montserrat"/>
              </a:rPr>
              <a:t>tons of compost a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8517850"/>
            <a:ext cx="7620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0" i="0">
                <a:solidFill>
                  <a:srgbClr val="333130"/>
                </a:solidFill>
                <a:latin typeface="Source Sans 3"/>
              </a:rPr>
              <a:t>40 years of farming in the UK, Italy, Spain and Argentina.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1715750"/>
            <a:ext cx="876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6A665C"/>
                </a:solidFill>
                <a:latin typeface="Source Sans 3"/>
              </a:rPr>
              <a:t>Source: [COPY: Allison]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2/2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