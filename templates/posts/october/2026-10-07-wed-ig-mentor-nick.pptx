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Photo: Nick speaking (brief asked for Nick with compost windrows: swap if you have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616979071512361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Nick Padwick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Norfolk, England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750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tons of compost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40 years of farming in the UK, Italy, Spain and Argentina.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