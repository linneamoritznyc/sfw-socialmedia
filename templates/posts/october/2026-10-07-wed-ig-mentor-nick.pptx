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Nick with compost windrows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4F1EA"/>
                </a:solidFill>
                <a:latin typeface="Montserrat"/>
              </a:rPr>
              <a:t>Nick Padwick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Norfolk, England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750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tons of compost a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>40 years of farming in the UK, Italy, Spain and Argentina.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