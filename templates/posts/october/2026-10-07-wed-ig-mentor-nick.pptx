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Photo: Nick speaking (brief asked for Nick with compost windrows: swap if you have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0669191618013145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Norfolk, England</a:t>
            </a:r>
          </a:p>
        </p:txBody>
      </p:sp>
      <p:sp>
        <p:nvSpPr>
          <p:cNvPr id="8" name="Oval 7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750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tons of compost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40 years of farming in the UK, Italy, Spain and Argentina.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