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59963789921399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1A1A1A"/>
                </a:solidFill>
                <a:latin typeface="EB Garamond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pic>
        <p:nvPicPr>
          <p:cNvPr id="3" name="Picture 2" descr="898734070073525439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62" y="1333500"/>
            <a:ext cx="1866900" cy="1866900"/>
          </a:xfrm>
          <a:prstGeom prst="ellipse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8162" y="327660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5" name="Picture 4" descr="16146392977321162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2287" y="1333500"/>
            <a:ext cx="1866900" cy="186690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33687" y="327660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" name="Picture 6" descr="762140533502390852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7812" y="1333500"/>
            <a:ext cx="1866900" cy="1866900"/>
          </a:xfrm>
          <a:prstGeom prst="ellipse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9212" y="327660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9" name="Picture 8" descr="16295637657892884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3337" y="1333500"/>
            <a:ext cx="1866900" cy="1866900"/>
          </a:xfrm>
          <a:prstGeom prst="ellipse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4737" y="327660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1" name="Picture 10" descr="911156212204241283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762" y="4095750"/>
            <a:ext cx="1866900" cy="1866900"/>
          </a:xfrm>
          <a:prstGeom prst="ellipse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162" y="603885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3" name="Picture 12" descr="33927488224070996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2287" y="4095750"/>
            <a:ext cx="1866900" cy="1866900"/>
          </a:xfrm>
          <a:prstGeom prst="ellipse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33687" y="603885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15" name="Picture 14" descr="477267727252531289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7812" y="4095750"/>
            <a:ext cx="1866900" cy="1866900"/>
          </a:xfrm>
          <a:prstGeom prst="ellipse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29212" y="603885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17" name="Picture 16" descr="33831193504791555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53337" y="4095750"/>
            <a:ext cx="1866900" cy="1866900"/>
          </a:xfrm>
          <a:prstGeom prst="ellipse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24737" y="603885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19" name="Picture 18" descr="7668550679310998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6762" y="6858000"/>
            <a:ext cx="1866900" cy="1866900"/>
          </a:xfrm>
          <a:prstGeom prst="ellipse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8162" y="880110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21" name="Picture 20" descr="59597630003372722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62287" y="6858000"/>
            <a:ext cx="1866900" cy="1866900"/>
          </a:xfrm>
          <a:prstGeom prst="ellipse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833687" y="880110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23" name="Picture 22" descr="851874668847868847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57812" y="6858000"/>
            <a:ext cx="1866900" cy="1866900"/>
          </a:xfrm>
          <a:prstGeom prst="ellipse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129212" y="880110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25" name="Picture 24" descr="691875204817468419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53337" y="6858000"/>
            <a:ext cx="1866900" cy="1866900"/>
          </a:xfrm>
          <a:prstGeom prst="ellipse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424737" y="880110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27" name="Picture 26" descr="705351440010717423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062287" y="9620250"/>
            <a:ext cx="1866900" cy="1866900"/>
          </a:xfrm>
          <a:prstGeom prst="ellipse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833687" y="1156335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29" name="Picture 28" descr="544269052336361739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57812" y="9620250"/>
            <a:ext cx="1866900" cy="1866900"/>
          </a:xfrm>
          <a:prstGeom prst="ellipse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29212" y="11563350"/>
            <a:ext cx="2324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