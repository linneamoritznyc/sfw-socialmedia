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1: mentors' workshop group photo (assets/mentors-teachers-day/group-mentors-workshop.jpg).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Relationship Id="rId12" Type="http://schemas.openxmlformats.org/officeDocument/2006/relationships/image" Target="../media/image12.jpg"/><Relationship Id="rId13" Type="http://schemas.openxmlformats.org/officeDocument/2006/relationships/image" Target="../media/image13.jpg"/><Relationship Id="rId14" Type="http://schemas.openxmlformats.org/officeDocument/2006/relationships/image" Target="../media/image14.jpg"/><Relationship Id="rId15" Type="http://schemas.openxmlformats.org/officeDocument/2006/relationships/image" Target="../media/image15.jpg"/><Relationship Id="rId16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85130664417848179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42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39125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287000"/>
            <a:ext cx="73342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A1A1A"/>
                </a:solidFill>
                <a:latin typeface="Source Sans 3"/>
              </a:rPr>
              <a:t>Thank you to the mentors who teach our students to see soil.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1133564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OUR MENTORS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4" name="Picture 3" descr="440895109529477118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" name="Picture 6" descr="205348067317851554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" name="Picture 9" descr="852605270732293724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3" name="Picture 12" descr="446364048402302055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6" name="Picture 15" descr="226229298727140723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9" name="Picture 18" descr="901357518615780486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2" name="Picture 21" descr="552972569989557359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5" name="Picture 24" descr="2407624395823463407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28" name="Picture 27" descr="116498583436079969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1" name="Picture 30" descr="203173926179349327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34" name="Picture 33" descr="410283473196461426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7" name="Picture 36" descr="887704452346866032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40" name="Picture 39" descr="8585654983711146034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51816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387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3" name="Picture 42" descr="817418268340114123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75438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009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000" y="121920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