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69905789862863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77676552830412330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" name="Picture 6" descr="28559096175087515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37790641706361430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61946919862892247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6" name="Picture 15" descr="19137196215233673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16657653946249693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351804268001516146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5" name="Picture 24" descr="39709602606786230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830294943596440559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54492059963647373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135616516290935253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30416869087868356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880007093333144738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882755308084976196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