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1, slide 1: mentors' workshop group photo (assets/mentors-teachers-day/group-mentors-workshop.jpg).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1, slide 2: all fourteen mentors.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14.jpg"/><Relationship Id="rId15" Type="http://schemas.openxmlformats.org/officeDocument/2006/relationships/image" Target="../media/image15.jpg"/><Relationship Id="rId16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2118079354105903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42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8105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239125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287000"/>
            <a:ext cx="73342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333130"/>
                </a:solidFill>
                <a:latin typeface="Source Sans 3"/>
              </a:rPr>
              <a:t>Thank you to the mentors who teach our students to see soil.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11335647"/>
            <a:ext cx="952500" cy="856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400">
                <a:solidFill>
                  <a:srgbClr val="31662F"/>
                </a:solidFill>
                <a:latin typeface="Montserrat"/>
              </a:rPr>
              <a:t>OUR MENTORS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" y="219075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4" name="Picture 3" descr="56033171141999499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190750"/>
            <a:ext cx="228600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81600" y="41338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9700" y="41338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Tommy Tapper</a:t>
            </a:r>
          </a:p>
        </p:txBody>
      </p:sp>
      <p:pic>
        <p:nvPicPr>
          <p:cNvPr id="7" name="Picture 6" descr="78301997709947967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190750"/>
            <a:ext cx="2286000" cy="228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43800" y="41338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1900" y="41338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pic>
        <p:nvPicPr>
          <p:cNvPr id="10" name="Picture 9" descr="45716674864352948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52950"/>
            <a:ext cx="2286000" cy="2286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64960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300" y="64960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Carla Portugal</a:t>
            </a:r>
          </a:p>
        </p:txBody>
      </p:sp>
      <p:pic>
        <p:nvPicPr>
          <p:cNvPr id="13" name="Picture 12" descr="908837441881893113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4552950"/>
            <a:ext cx="2286000" cy="2286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19400" y="64960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64960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Wesley Sander</a:t>
            </a:r>
          </a:p>
        </p:txBody>
      </p:sp>
      <p:pic>
        <p:nvPicPr>
          <p:cNvPr id="16" name="Picture 15" descr="65942701074138766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1600" y="4552950"/>
            <a:ext cx="2286000" cy="2286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181600" y="64960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700" y="64960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pic>
        <p:nvPicPr>
          <p:cNvPr id="19" name="Picture 18" descr="871340956934405109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4552950"/>
            <a:ext cx="2286000" cy="2286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543800" y="64960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1900" y="64960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pic>
        <p:nvPicPr>
          <p:cNvPr id="22" name="Picture 21" descr="5529748783698119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915150"/>
            <a:ext cx="2286000" cy="2286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88582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300" y="88582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Isadora Shmidt</a:t>
            </a:r>
          </a:p>
        </p:txBody>
      </p:sp>
      <p:pic>
        <p:nvPicPr>
          <p:cNvPr id="25" name="Picture 24" descr="772555861280733211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9400" y="6915150"/>
            <a:ext cx="2286000" cy="2286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819400" y="88582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88582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Ayşen Üstünay</a:t>
            </a:r>
          </a:p>
        </p:txBody>
      </p:sp>
      <p:pic>
        <p:nvPicPr>
          <p:cNvPr id="28" name="Picture 27" descr="89139538205675591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1600" y="6915150"/>
            <a:ext cx="2286000" cy="2286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181600" y="88582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9700" y="88582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pic>
        <p:nvPicPr>
          <p:cNvPr id="31" name="Picture 30" descr="4291221487964845528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0" y="6915150"/>
            <a:ext cx="2286000" cy="2286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543800" y="88582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1900" y="88582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Gerald Ramírez</a:t>
            </a:r>
          </a:p>
        </p:txBody>
      </p:sp>
      <p:pic>
        <p:nvPicPr>
          <p:cNvPr id="34" name="Picture 33" descr="6542959424271258557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9277350"/>
            <a:ext cx="2286000" cy="22860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57200" y="112204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300" y="112204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pic>
        <p:nvPicPr>
          <p:cNvPr id="37" name="Picture 36" descr="478591160245142848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19400" y="9277350"/>
            <a:ext cx="2286000" cy="22860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2819400" y="112204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57500" y="112204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Ib Borup Pedersen</a:t>
            </a:r>
          </a:p>
        </p:txBody>
      </p:sp>
      <p:pic>
        <p:nvPicPr>
          <p:cNvPr id="40" name="Picture 39" descr="274924723964848804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81600" y="9277350"/>
            <a:ext cx="2286000" cy="22860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181600" y="112204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9700" y="112204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pic>
        <p:nvPicPr>
          <p:cNvPr id="43" name="Picture 42" descr="711653503409822226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9277350"/>
            <a:ext cx="2286000" cy="228600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7543800" y="112204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1900" y="112204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121920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