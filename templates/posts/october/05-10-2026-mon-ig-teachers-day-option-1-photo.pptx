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1, slide 1: mentors' workshop group photo (assets/mentors-teachers-day/group-mentors-workshop.jpg).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1, slide 2: all fourteen mentors.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jpg"/><Relationship Id="rId7" Type="http://schemas.openxmlformats.org/officeDocument/2006/relationships/image" Target="../media/image7.jpg"/><Relationship Id="rId8" Type="http://schemas.openxmlformats.org/officeDocument/2006/relationships/image" Target="../media/image8.jpg"/><Relationship Id="rId9" Type="http://schemas.openxmlformats.org/officeDocument/2006/relationships/image" Target="../media/image9.jpg"/><Relationship Id="rId10" Type="http://schemas.openxmlformats.org/officeDocument/2006/relationships/image" Target="../media/image10.jpg"/><Relationship Id="rId11" Type="http://schemas.openxmlformats.org/officeDocument/2006/relationships/image" Target="../media/image11.jpg"/><Relationship Id="rId12" Type="http://schemas.openxmlformats.org/officeDocument/2006/relationships/image" Target="../media/image12.jpg"/><Relationship Id="rId13" Type="http://schemas.openxmlformats.org/officeDocument/2006/relationships/image" Target="../media/image13.jpg"/><Relationship Id="rId14" Type="http://schemas.openxmlformats.org/officeDocument/2006/relationships/image" Target="../media/image14.jpg"/><Relationship Id="rId15" Type="http://schemas.openxmlformats.org/officeDocument/2006/relationships/image" Target="../media/image15.jpg"/><Relationship Id="rId16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641052584433012378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7429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78105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239125"/>
            <a:ext cx="8763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287000"/>
            <a:ext cx="733425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1A1A1A"/>
                </a:solidFill>
                <a:latin typeface="Source Sans 3"/>
              </a:rPr>
              <a:t>Thank you to the mentors who teach our students to see soil.</a:t>
            </a:r>
          </a:p>
        </p:txBody>
      </p:sp>
      <p:pic>
        <p:nvPicPr>
          <p:cNvPr id="6" name="Picture 5" descr="foundation-logo-co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11335647"/>
            <a:ext cx="952500" cy="856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1430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400">
                <a:solidFill>
                  <a:srgbClr val="31662F"/>
                </a:solidFill>
                <a:latin typeface="Montserrat"/>
              </a:rPr>
              <a:t>OUR MENTORS</a:t>
            </a:r>
          </a:p>
        </p:txBody>
      </p:sp>
      <p:pic>
        <p:nvPicPr>
          <p:cNvPr id="3" name="Picture 2" descr="227099091821747239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190750"/>
            <a:ext cx="2286000" cy="2286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72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43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Tommy Tepper</a:t>
            </a:r>
          </a:p>
        </p:txBody>
      </p:sp>
      <p:pic>
        <p:nvPicPr>
          <p:cNvPr id="6" name="Picture 5" descr="739206900505795221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9400" y="2190750"/>
            <a:ext cx="2286000" cy="2286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8194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765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pic>
        <p:nvPicPr>
          <p:cNvPr id="9" name="Picture 8" descr="212026418586925512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1600" y="2190750"/>
            <a:ext cx="2286000" cy="2286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1816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87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Carla Portugal</a:t>
            </a:r>
          </a:p>
        </p:txBody>
      </p:sp>
      <p:pic>
        <p:nvPicPr>
          <p:cNvPr id="12" name="Picture 11" descr="921818578986929986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43800" y="2190750"/>
            <a:ext cx="2286000" cy="228600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5438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009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Wesley Sanders</a:t>
            </a:r>
          </a:p>
        </p:txBody>
      </p:sp>
      <p:pic>
        <p:nvPicPr>
          <p:cNvPr id="15" name="Picture 14" descr="76402823043496101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38300" y="4552950"/>
            <a:ext cx="2286000" cy="22860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16383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954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pic>
        <p:nvPicPr>
          <p:cNvPr id="18" name="Picture 17" descr="3872467728124968485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00500" y="4552950"/>
            <a:ext cx="2286000" cy="22860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40005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576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pic>
        <p:nvPicPr>
          <p:cNvPr id="21" name="Picture 20" descr="7768563020045296748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62700" y="4552950"/>
            <a:ext cx="2286000" cy="228600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63627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8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Isadora Schmidt</a:t>
            </a:r>
          </a:p>
        </p:txBody>
      </p:sp>
      <p:pic>
        <p:nvPicPr>
          <p:cNvPr id="24" name="Picture 23" descr="188478169412812041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6915150"/>
            <a:ext cx="2286000" cy="228600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4572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43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Aysen Ustunay</a:t>
            </a:r>
          </a:p>
        </p:txBody>
      </p:sp>
      <p:pic>
        <p:nvPicPr>
          <p:cNvPr id="27" name="Picture 26" descr="7285083055156648169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19400" y="6915150"/>
            <a:ext cx="2286000" cy="2286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28194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765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pic>
        <p:nvPicPr>
          <p:cNvPr id="30" name="Picture 29" descr="3298387358523767450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181600" y="6915150"/>
            <a:ext cx="2286000" cy="2286000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51816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387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Gerald Ramirez</a:t>
            </a:r>
          </a:p>
        </p:txBody>
      </p:sp>
      <p:pic>
        <p:nvPicPr>
          <p:cNvPr id="33" name="Picture 32" descr="2984603724377360682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543800" y="6915150"/>
            <a:ext cx="2286000" cy="2286000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75438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009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pic>
        <p:nvPicPr>
          <p:cNvPr id="36" name="Picture 35" descr="3815489264604009436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638300" y="9277350"/>
            <a:ext cx="2286000" cy="2286000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16383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954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Ib Borup Pederson</a:t>
            </a:r>
          </a:p>
        </p:txBody>
      </p:sp>
      <p:pic>
        <p:nvPicPr>
          <p:cNvPr id="39" name="Picture 38" descr="6333570285111628965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000500" y="9277350"/>
            <a:ext cx="2286000" cy="2286000"/>
          </a:xfrm>
          <a:prstGeom prst="rect">
            <a:avLst/>
          </a:prstGeom>
        </p:spPr>
      </p:pic>
      <p:sp>
        <p:nvSpPr>
          <p:cNvPr id="40" name="Rectangle 39"/>
          <p:cNvSpPr/>
          <p:nvPr/>
        </p:nvSpPr>
        <p:spPr>
          <a:xfrm>
            <a:off x="40005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576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pic>
        <p:nvPicPr>
          <p:cNvPr id="42" name="Picture 41" descr="4832778074727187405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362700" y="9277350"/>
            <a:ext cx="2286000" cy="2286000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63627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198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2000" y="12192000"/>
            <a:ext cx="3810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