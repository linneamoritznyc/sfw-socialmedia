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Relationship Id="rId1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20113273302334526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A1A1A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pic>
        <p:nvPicPr>
          <p:cNvPr id="3" name="Picture 2" descr="243452782023244441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6" name="Picture 5" descr="100071484500450969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9" name="Picture 8" descr="455558304752639039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2" name="Picture 11" descr="34047981770168758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5" name="Picture 14" descr="2211596369159362971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8" name="Picture 17" descr="4958046341648927289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1" name="Picture 20" descr="868842095863346134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4" name="Picture 23" descr="454660018092404318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7" name="Picture 26" descr="141951753416644110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0" name="Picture 29" descr="37660376694108369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3" name="Picture 32" descr="224747064439274467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6" name="Picture 35" descr="915894775501490744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39" name="Picture 38" descr="175810135765887123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40" name="Rectangle 39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2" name="Picture 41" descr="845435666622058545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81600" y="9277350"/>
            <a:ext cx="2286000" cy="2286000"/>
          </a:xfrm>
          <a:prstGeom prst="rect">
            <a:avLst/>
          </a:pr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53050" y="9277350"/>
            <a:ext cx="19431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F3F1EA"/>
                </a:solidFill>
                <a:latin typeface="Montserrat"/>
              </a:rPr>
              <a:t>Thank you, mentors!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543800" y="9277350"/>
            <a:ext cx="2286000" cy="22860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foundation-logo-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20050" y="9820903"/>
            <a:ext cx="1333500" cy="1198893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