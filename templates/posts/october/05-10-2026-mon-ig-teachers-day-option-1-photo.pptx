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504746405080046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623460901192572333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" name="Picture 6" descr="28858653816361755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459660804627529232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433296896779294255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6" name="Picture 15" descr="846894157804636342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888156592427092715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43568765158638624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5" name="Picture 24" descr="162160962190096380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8" name="Picture 27" descr="626511296012514520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449700175186075578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4" name="Picture 33" descr="6015455580736178253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8671595325082427723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40" name="Picture 39" descr="53048970340115908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51816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387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1961223670800779458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75438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009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