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1: mentors' workshop group photo (assets/mentors-teachers-day/group-mentors-workshop.jpg).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Relationship Id="rId10" Type="http://schemas.openxmlformats.org/officeDocument/2006/relationships/image" Target="../media/image10.jpg"/><Relationship Id="rId11" Type="http://schemas.openxmlformats.org/officeDocument/2006/relationships/image" Target="../media/image11.jpg"/><Relationship Id="rId12" Type="http://schemas.openxmlformats.org/officeDocument/2006/relationships/image" Target="../media/image12.jpg"/><Relationship Id="rId13" Type="http://schemas.openxmlformats.org/officeDocument/2006/relationships/image" Target="../media/image13.jpg"/><Relationship Id="rId14" Type="http://schemas.openxmlformats.org/officeDocument/2006/relationships/image" Target="../media/image14.jpg"/><Relationship Id="rId15" Type="http://schemas.openxmlformats.org/officeDocument/2006/relationships/image" Target="../media/image15.jpg"/><Relationship Id="rId16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698927853961757727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42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8105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239125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287000"/>
            <a:ext cx="73342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A1A1A"/>
                </a:solidFill>
                <a:latin typeface="Source Sans 3"/>
              </a:rPr>
              <a:t>Thank you to the mentors who teach our students to see soil.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1133564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OUR MENTORS</a:t>
            </a:r>
          </a:p>
        </p:txBody>
      </p:sp>
      <p:pic>
        <p:nvPicPr>
          <p:cNvPr id="3" name="Picture 2" descr="903628422828791425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90750"/>
            <a:ext cx="2286000" cy="2286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43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6" name="Picture 5" descr="726449072432090815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2190750"/>
            <a:ext cx="2286000" cy="228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8194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65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9" name="Picture 8" descr="910684174532323085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2" name="Picture 11" descr="644575923020472519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5" name="Picture 14" descr="880381958164104489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8300" y="4552950"/>
            <a:ext cx="2286000" cy="2286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16383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954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8" name="Picture 17" descr="853637380479883322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4552950"/>
            <a:ext cx="2286000" cy="2286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0005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576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1" name="Picture 20" descr="8164580861635186193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2700" y="4552950"/>
            <a:ext cx="2286000" cy="22860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3627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8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24" name="Picture 23" descr="289497148334418938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27" name="Picture 26" descr="454656652608966177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0" name="Picture 29" descr="3512431765128565377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33" name="Picture 32" descr="920837902697533974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6" name="Picture 35" descr="8672761161464777380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38300" y="9277350"/>
            <a:ext cx="2286000" cy="2286000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6383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954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39" name="Picture 38" descr="3359842666902028946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00500" y="9277350"/>
            <a:ext cx="2286000" cy="2286000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40005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576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2" name="Picture 41" descr="8025998113937040021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62700" y="9277350"/>
            <a:ext cx="2286000" cy="2286000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63627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198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2000" y="1219200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