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3963081273177967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89946357712787373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7" name="Picture 6" descr="306486414839355780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78156507675616447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35893192683397027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6" name="Picture 15" descr="381517506627896969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46144454952981742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848743648579855911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5" name="Picture 24" descr="245654526010724044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8" name="Picture 27" descr="916403169492420078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24535283794125446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4" name="Picture 33" descr="752201087332438666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592541125487072414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0" name="Picture 39" descr="667941228147237907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310482629724547754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