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Relationship Id="rId17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0965158284904174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pic>
        <p:nvPicPr>
          <p:cNvPr id="3" name="Picture 2" descr="8945247316190234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6" name="Picture 5" descr="74272397332337237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9" name="Picture 8" descr="60233603880998706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2" name="Picture 11" descr="80803593578291654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5" name="Picture 14" descr="197435642688119783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8" name="Picture 17" descr="30278169814632076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1" name="Picture 20" descr="642287759220186381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4" name="Picture 23" descr="519635425592874252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7" name="Picture 26" descr="183904904576741340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0" name="Picture 29" descr="363573585216903629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3" name="Picture 32" descr="574775552984405474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6" name="Picture 35" descr="839919035106450500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39" name="Picture 38" descr="584256364799939099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2" name="Picture 41" descr="150383973314640645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