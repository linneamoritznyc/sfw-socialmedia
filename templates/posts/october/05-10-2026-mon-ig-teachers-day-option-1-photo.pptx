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328534741619553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72978115914398904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" name="Picture 6" descr="87284379868545378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849950315580400153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86645057311630786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6" name="Picture 15" descr="769514521411597721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131180606258427839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52150106336905813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5" name="Picture 24" descr="74666749397378466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8" name="Picture 27" descr="476329696827548564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513556056509335764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4" name="Picture 33" descr="122832601682398309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2663829795774334274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0" name="Picture 39" descr="849669597659608452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80527587471830030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