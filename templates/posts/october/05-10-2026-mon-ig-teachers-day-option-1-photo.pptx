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1: mentors' workshop group photo (assets/mentors-teachers-day/group-mentors-workshop.jpg).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1, slide 2: all fourteen mentors. Mentor photos: Linnea's Drive folder (5 Oct 2026) and assets/mentors-teachers-day/; written consent per the folder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4.jpg"/><Relationship Id="rId5" Type="http://schemas.openxmlformats.org/officeDocument/2006/relationships/image" Target="../media/image5.jpg"/><Relationship Id="rId6" Type="http://schemas.openxmlformats.org/officeDocument/2006/relationships/image" Target="../media/image6.jpg"/><Relationship Id="rId7" Type="http://schemas.openxmlformats.org/officeDocument/2006/relationships/image" Target="../media/image7.jpg"/><Relationship Id="rId8" Type="http://schemas.openxmlformats.org/officeDocument/2006/relationships/image" Target="../media/image8.jpg"/><Relationship Id="rId9" Type="http://schemas.openxmlformats.org/officeDocument/2006/relationships/image" Target="../media/image9.jpg"/><Relationship Id="rId10" Type="http://schemas.openxmlformats.org/officeDocument/2006/relationships/image" Target="../media/image10.jpg"/><Relationship Id="rId11" Type="http://schemas.openxmlformats.org/officeDocument/2006/relationships/image" Target="../media/image11.jpg"/><Relationship Id="rId12" Type="http://schemas.openxmlformats.org/officeDocument/2006/relationships/image" Target="../media/image12.jpg"/><Relationship Id="rId13" Type="http://schemas.openxmlformats.org/officeDocument/2006/relationships/image" Target="../media/image13.jpg"/><Relationship Id="rId14" Type="http://schemas.openxmlformats.org/officeDocument/2006/relationships/image" Target="../media/image14.jpg"/><Relationship Id="rId15" Type="http://schemas.openxmlformats.org/officeDocument/2006/relationships/image" Target="../media/image15.jpg"/><Relationship Id="rId16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431204035963069780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7429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78105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OCTOBER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8239125"/>
            <a:ext cx="87630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10287000"/>
            <a:ext cx="7334250" cy="952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333130"/>
                </a:solidFill>
                <a:latin typeface="Source Sans 3"/>
              </a:rPr>
              <a:t>Thank you to the mentors who teach our students to see soil.</a:t>
            </a:r>
          </a:p>
        </p:txBody>
      </p:sp>
      <p:pic>
        <p:nvPicPr>
          <p:cNvPr id="6" name="Picture 5" descr="foundation-logo-colo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2500" y="11335647"/>
            <a:ext cx="952500" cy="856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1143000"/>
            <a:ext cx="8763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400">
                <a:solidFill>
                  <a:srgbClr val="31662F"/>
                </a:solidFill>
                <a:latin typeface="Montserrat"/>
              </a:rPr>
              <a:t>OUR MENTORS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95300" y="219075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 i="0">
                <a:solidFill>
                  <a:srgbClr val="31662F"/>
                </a:solidFill>
                <a:latin typeface="Montserrat"/>
              </a:rPr>
              <a:t>Happy World Teachers' Day</a:t>
            </a:r>
          </a:p>
        </p:txBody>
      </p:sp>
      <p:pic>
        <p:nvPicPr>
          <p:cNvPr id="4" name="Picture 3" descr="432535452242678156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1600" y="2190750"/>
            <a:ext cx="2286000" cy="22860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1816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2197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Tommy Tapper</a:t>
            </a:r>
          </a:p>
        </p:txBody>
      </p:sp>
      <p:pic>
        <p:nvPicPr>
          <p:cNvPr id="7" name="Picture 6" descr="173255305081867679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3800" y="2190750"/>
            <a:ext cx="2286000" cy="2286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41338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1900" y="41338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Loida Vasquez</a:t>
            </a:r>
          </a:p>
        </p:txBody>
      </p:sp>
      <p:pic>
        <p:nvPicPr>
          <p:cNvPr id="10" name="Picture 9" descr="655871958000547331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4552950"/>
            <a:ext cx="2286000" cy="22860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572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3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Carla Portugal</a:t>
            </a:r>
          </a:p>
        </p:txBody>
      </p:sp>
      <p:pic>
        <p:nvPicPr>
          <p:cNvPr id="13" name="Picture 12" descr="121363066874591346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9400" y="4552950"/>
            <a:ext cx="2286000" cy="2286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28194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Wesley Sander</a:t>
            </a:r>
          </a:p>
        </p:txBody>
      </p:sp>
      <p:pic>
        <p:nvPicPr>
          <p:cNvPr id="16" name="Picture 15" descr="7687647477321729715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81600" y="4552950"/>
            <a:ext cx="2286000" cy="228600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51816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97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Casey Williams</a:t>
            </a:r>
          </a:p>
        </p:txBody>
      </p:sp>
      <p:pic>
        <p:nvPicPr>
          <p:cNvPr id="19" name="Picture 18" descr="503121231759441761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43800" y="4552950"/>
            <a:ext cx="2286000" cy="22860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7543800" y="64960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1900" y="64960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Brian Daubenspeck</a:t>
            </a:r>
          </a:p>
        </p:txBody>
      </p:sp>
      <p:pic>
        <p:nvPicPr>
          <p:cNvPr id="22" name="Picture 21" descr="5273411908651455532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7200" y="6915150"/>
            <a:ext cx="2286000" cy="2286000"/>
          </a:xfrm>
          <a:prstGeom prst="rect">
            <a:avLst/>
          </a:prstGeom>
        </p:spPr>
      </p:pic>
      <p:sp>
        <p:nvSpPr>
          <p:cNvPr id="23" name="Rectangle 22"/>
          <p:cNvSpPr/>
          <p:nvPr/>
        </p:nvSpPr>
        <p:spPr>
          <a:xfrm>
            <a:off x="4572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53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Isadora Shmidt</a:t>
            </a:r>
          </a:p>
        </p:txBody>
      </p:sp>
      <p:pic>
        <p:nvPicPr>
          <p:cNvPr id="25" name="Picture 24" descr="5332898434888599316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819400" y="6915150"/>
            <a:ext cx="2286000" cy="2286000"/>
          </a:xfrm>
          <a:prstGeom prst="rect">
            <a:avLst/>
          </a:prstGeom>
        </p:spPr>
      </p:pic>
      <p:sp>
        <p:nvSpPr>
          <p:cNvPr id="26" name="Rectangle 25"/>
          <p:cNvSpPr/>
          <p:nvPr/>
        </p:nvSpPr>
        <p:spPr>
          <a:xfrm>
            <a:off x="28194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Ayşen Üstünay</a:t>
            </a:r>
          </a:p>
        </p:txBody>
      </p:sp>
      <p:pic>
        <p:nvPicPr>
          <p:cNvPr id="28" name="Picture 27" descr="6311296678588155617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181600" y="6915150"/>
            <a:ext cx="2286000" cy="2286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1816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97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Dora Tkalec</a:t>
            </a:r>
          </a:p>
        </p:txBody>
      </p:sp>
      <p:pic>
        <p:nvPicPr>
          <p:cNvPr id="31" name="Picture 30" descr="752305166312660676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43800" y="6915150"/>
            <a:ext cx="2286000" cy="2286000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7543800" y="88582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1900" y="88582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Gerald Ramírez</a:t>
            </a:r>
          </a:p>
        </p:txBody>
      </p:sp>
      <p:pic>
        <p:nvPicPr>
          <p:cNvPr id="34" name="Picture 33" descr="583770649565150287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57200" y="9277350"/>
            <a:ext cx="2286000" cy="2286000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4572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3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Elena Kalli</a:t>
            </a:r>
          </a:p>
        </p:txBody>
      </p:sp>
      <p:pic>
        <p:nvPicPr>
          <p:cNvPr id="37" name="Picture 36" descr="799298351577599181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819400" y="9277350"/>
            <a:ext cx="2286000" cy="22860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28194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575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Ib Borup Pedersen</a:t>
            </a:r>
          </a:p>
        </p:txBody>
      </p:sp>
      <p:pic>
        <p:nvPicPr>
          <p:cNvPr id="40" name="Picture 39" descr="6299019462365137944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5181600" y="9277350"/>
            <a:ext cx="2286000" cy="2286000"/>
          </a:xfrm>
          <a:prstGeom prst="rect">
            <a:avLst/>
          </a:prstGeom>
        </p:spPr>
      </p:pic>
      <p:sp>
        <p:nvSpPr>
          <p:cNvPr id="41" name="Rectangle 40"/>
          <p:cNvSpPr/>
          <p:nvPr/>
        </p:nvSpPr>
        <p:spPr>
          <a:xfrm>
            <a:off x="51816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197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Nick Padwick</a:t>
            </a:r>
          </a:p>
        </p:txBody>
      </p:sp>
      <p:pic>
        <p:nvPicPr>
          <p:cNvPr id="43" name="Picture 42" descr="9166712994638490770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43800" y="9277350"/>
            <a:ext cx="2286000" cy="2286000"/>
          </a:xfrm>
          <a:prstGeom prst="rect">
            <a:avLst/>
          </a:prstGeom>
        </p:spPr>
      </p:pic>
      <p:sp>
        <p:nvSpPr>
          <p:cNvPr id="44" name="Rectangle 43"/>
          <p:cNvSpPr/>
          <p:nvPr/>
        </p:nvSpPr>
        <p:spPr>
          <a:xfrm>
            <a:off x="7543800" y="11220450"/>
            <a:ext cx="2286000" cy="342900"/>
          </a:xfrm>
          <a:prstGeom prst="rect">
            <a:avLst/>
          </a:prstGeom>
          <a:solidFill>
            <a:srgbClr val="F3F1EA">
              <a:alpha val="8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1900" y="1122045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31662F"/>
                </a:solidFill>
                <a:latin typeface="Montserrat"/>
              </a:rPr>
              <a:t>Delvin Solkinson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2000" y="12192000"/>
            <a:ext cx="3810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800" b="1" i="0">
                <a:solidFill>
                  <a:srgbClr val="31662F"/>
                </a:solidFill>
                <a:latin typeface="Montserrat"/>
              </a:rPr>
              <a:t>soilfoodweb.com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