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1: mentors' workshop group photo (assets/mentors-teachers-day/group-mentors-workshop.jpg).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Relationship Id="rId11" Type="http://schemas.openxmlformats.org/officeDocument/2006/relationships/image" Target="../media/image11.jpg"/><Relationship Id="rId12" Type="http://schemas.openxmlformats.org/officeDocument/2006/relationships/image" Target="../media/image12.jpg"/><Relationship Id="rId13" Type="http://schemas.openxmlformats.org/officeDocument/2006/relationships/image" Target="../media/image13.jpg"/><Relationship Id="rId14" Type="http://schemas.openxmlformats.org/officeDocument/2006/relationships/image" Target="../media/image14.jpg"/><Relationship Id="rId15" Type="http://schemas.openxmlformats.org/officeDocument/2006/relationships/image" Target="../media/image15.jpg"/><Relationship Id="rId16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08910113490494583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42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39125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287000"/>
            <a:ext cx="73342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333130"/>
                </a:solidFill>
                <a:latin typeface="Source Sans 3"/>
              </a:rPr>
              <a:t>Thank you to the mentors who teach our students to see soil.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1133564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OUR MENTORS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4" name="Picture 3" descr="342312787493220863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" name="Picture 6" descr="329710742350302727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" name="Picture 9" descr="695983000712546277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3" name="Picture 12" descr="253208805220043837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6" name="Picture 15" descr="767750313264436498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9" name="Picture 18" descr="2495813991993553482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2" name="Picture 21" descr="99237528408368273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5" name="Picture 24" descr="463635777315181335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28" name="Picture 27" descr="4337694397078735279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1" name="Picture 30" descr="806221538312901518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34" name="Picture 33" descr="268470712488156269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7" name="Picture 36" descr="330312540454194907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40" name="Picture 39" descr="2484353581637585657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51816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387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3" name="Picture 42" descr="5194115076089133331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75438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009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000" y="1219200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