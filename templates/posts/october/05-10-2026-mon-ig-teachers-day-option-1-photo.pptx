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1: mentors' workshop group photo (assets/mentors-teachers-day/group-mentors-workshop.jpg).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Relationship Id="rId12" Type="http://schemas.openxmlformats.org/officeDocument/2006/relationships/image" Target="../media/image12.jpg"/><Relationship Id="rId13" Type="http://schemas.openxmlformats.org/officeDocument/2006/relationships/image" Target="../media/image13.jpg"/><Relationship Id="rId14" Type="http://schemas.openxmlformats.org/officeDocument/2006/relationships/image" Target="../media/image14.jpg"/><Relationship Id="rId15" Type="http://schemas.openxmlformats.org/officeDocument/2006/relationships/image" Target="../media/image15.jpg"/><Relationship Id="rId16" Type="http://schemas.openxmlformats.org/officeDocument/2006/relationships/image" Target="../media/image16.jpg"/><Relationship Id="rId17" Type="http://schemas.openxmlformats.org/officeDocument/2006/relationships/image" Target="../media/image17.jpg"/><Relationship Id="rId18" Type="http://schemas.openxmlformats.org/officeDocument/2006/relationships/image" Target="../media/image18.jpg"/><Relationship Id="rId19" Type="http://schemas.openxmlformats.org/officeDocument/2006/relationships/image" Target="../media/image19.jpg"/><Relationship Id="rId20" Type="http://schemas.openxmlformats.org/officeDocument/2006/relationships/image" Target="../media/image2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920755091677355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42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39125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287000"/>
            <a:ext cx="7334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1133564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OUR MENTORS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2190750"/>
            <a:ext cx="3627120" cy="1813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4" name="Picture 3" descr="175298884922323503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720" y="2190750"/>
            <a:ext cx="1813560" cy="18135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236720" y="366141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74820" y="366141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" name="Picture 6" descr="261213131861721785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190750"/>
            <a:ext cx="1813560" cy="18135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0" y="366141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64580" y="366141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" name="Picture 9" descr="714493236779049366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6240" y="2190750"/>
            <a:ext cx="1813560" cy="18135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016240" y="366141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4340" y="366141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3" name="Picture 12" descr="119448814014819003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080510"/>
            <a:ext cx="1813560" cy="181356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5720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30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6" name="Picture 15" descr="864795370486928755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46960" y="4080510"/>
            <a:ext cx="1813560" cy="18135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234696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8506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9" name="Picture 18" descr="602663782140747142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36720" y="4080510"/>
            <a:ext cx="1813560" cy="181356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23672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7482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2" name="Picture 21" descr="372301766923402764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80" y="4080510"/>
            <a:ext cx="1813560" cy="181356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12648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6458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5" name="Picture 24" descr="311353555827171941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16240" y="4080510"/>
            <a:ext cx="1813560" cy="181356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016240" y="555117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54340" y="555117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28" name="Picture 27" descr="541485124729622347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970270"/>
            <a:ext cx="1813560" cy="181356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5720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30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1" name="Picture 30" descr="675912047849861572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46960" y="5970270"/>
            <a:ext cx="1813560" cy="181356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234696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8506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34" name="Picture 33" descr="916955286356981228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36720" y="5970270"/>
            <a:ext cx="1813560" cy="181356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423672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482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7" name="Picture 36" descr="622512954039882111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26480" y="5970270"/>
            <a:ext cx="1813560" cy="181356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612648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6458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40" name="Picture 39" descr="6957233813328317874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16240" y="5970270"/>
            <a:ext cx="1813560" cy="181356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8016240" y="7440929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54340" y="7440929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3" name="Picture 42" descr="6998284926264825370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7200" y="7860030"/>
            <a:ext cx="1813560" cy="181356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45720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530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pic>
        <p:nvPicPr>
          <p:cNvPr id="46" name="Picture 45" descr="2904139003338272881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46960" y="7860030"/>
            <a:ext cx="1813560" cy="181356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234696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8506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Elina Psara</a:t>
            </a:r>
          </a:p>
        </p:txBody>
      </p:sp>
      <p:pic>
        <p:nvPicPr>
          <p:cNvPr id="49" name="Picture 48" descr="7454114753255690645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36720" y="7860030"/>
            <a:ext cx="1813560" cy="1813560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423672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7482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Caterina Capri</a:t>
            </a:r>
          </a:p>
        </p:txBody>
      </p:sp>
      <p:pic>
        <p:nvPicPr>
          <p:cNvPr id="52" name="Picture 51" descr="8055802890071954999.jp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26480" y="7860030"/>
            <a:ext cx="1813560" cy="1813560"/>
          </a:xfrm>
          <a:prstGeom prst="rect">
            <a:avLst/>
          </a:prstGeom>
        </p:spPr>
      </p:pic>
      <p:sp>
        <p:nvSpPr>
          <p:cNvPr id="53" name="Rectangle 52"/>
          <p:cNvSpPr/>
          <p:nvPr/>
        </p:nvSpPr>
        <p:spPr>
          <a:xfrm>
            <a:off x="612648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6458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Laura Campos</a:t>
            </a:r>
          </a:p>
        </p:txBody>
      </p:sp>
      <p:pic>
        <p:nvPicPr>
          <p:cNvPr id="55" name="Picture 54" descr="6327792871960472773.jp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16240" y="7860030"/>
            <a:ext cx="1813560" cy="181356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8016240" y="9330690"/>
            <a:ext cx="181356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54340" y="9330690"/>
            <a:ext cx="173736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31662F"/>
                </a:solidFill>
                <a:latin typeface="Montserrat"/>
              </a:rPr>
              <a:t>Nora Levay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2000" y="121920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