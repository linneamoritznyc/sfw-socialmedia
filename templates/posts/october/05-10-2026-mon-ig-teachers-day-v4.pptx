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People: Ib Borup Pedersen, Brian Daubenspeck.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People: Elena Kalli, Nick Padwick.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People: Carla Ribeiro Machado e Portugal, Gerald Ramírez.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People: Kavi Reddy, Wesley Sander.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People: Isadora Schmidt, Delvin Solkinson.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People: Tommy Tepper, Dora Tkalec.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People: Ayşen Üstünay, Loida Vasquez.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People: Casey Williams.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in one grid.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jpg"/><Relationship Id="rId6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7.jp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22.jpg"/><Relationship Id="rId10" Type="http://schemas.openxmlformats.org/officeDocument/2006/relationships/image" Target="../media/image23.jpg"/><Relationship Id="rId11" Type="http://schemas.openxmlformats.org/officeDocument/2006/relationships/image" Target="../media/image24.jpg"/><Relationship Id="rId12" Type="http://schemas.openxmlformats.org/officeDocument/2006/relationships/image" Target="../media/image25.jpg"/><Relationship Id="rId13" Type="http://schemas.openxmlformats.org/officeDocument/2006/relationships/image" Target="../media/image26.jpg"/><Relationship Id="rId14" Type="http://schemas.openxmlformats.org/officeDocument/2006/relationships/image" Target="../media/image27.jpg"/><Relationship Id="rId15" Type="http://schemas.openxmlformats.org/officeDocument/2006/relationships/image" Target="../media/image28.jpg"/><Relationship Id="rId16" Type="http://schemas.openxmlformats.org/officeDocument/2006/relationships/image" Target="../media/image29.jpg"/><Relationship Id="rId17" Type="http://schemas.openxmlformats.org/officeDocument/2006/relationships/image" Target="../media/image30.jpg"/><Relationship Id="rId18" Type="http://schemas.openxmlformats.org/officeDocument/2006/relationships/image" Target="../media/image31.jpg"/><Relationship Id="rId1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52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295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438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581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7620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867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7010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8153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9296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5-Point Star 67"/>
          <p:cNvSpPr/>
          <p:nvPr/>
        </p:nvSpPr>
        <p:spPr>
          <a:xfrm>
            <a:off x="2981325" y="2200275"/>
            <a:ext cx="323850" cy="323850"/>
          </a:xfrm>
          <a:prstGeom prst="star5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5-Point Star 68"/>
          <p:cNvSpPr/>
          <p:nvPr/>
        </p:nvSpPr>
        <p:spPr>
          <a:xfrm>
            <a:off x="6981825" y="2200275"/>
            <a:ext cx="323850" cy="323850"/>
          </a:xfrm>
          <a:prstGeom prst="star5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2000" y="2143125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400">
                <a:solidFill>
                  <a:srgbClr val="31662F"/>
                </a:solidFill>
                <a:latin typeface="Montserrat"/>
              </a:rPr>
              <a:t>OCTOBER 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000" y="2714625"/>
            <a:ext cx="8763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05000" y="5191125"/>
            <a:ext cx="6477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Thank you to our instructors and education staff.</a:t>
            </a:r>
          </a:p>
        </p:txBody>
      </p:sp>
      <p:sp>
        <p:nvSpPr>
          <p:cNvPr id="73" name="Oval 72"/>
          <p:cNvSpPr/>
          <p:nvPr/>
        </p:nvSpPr>
        <p:spPr>
          <a:xfrm>
            <a:off x="1214437" y="6096000"/>
            <a:ext cx="1190625" cy="1452562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476375" y="6328410"/>
            <a:ext cx="142875" cy="290512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724025" y="7510462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1809750" y="7643812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828673" y="7700962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846842" y="7758112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1863532" y="7815262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1878078" y="7872412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889900" y="7929562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898526" y="7986712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903614" y="8043862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902508" y="8101012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896360" y="8158162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1886759" y="8215312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874087" y="8272462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1858851" y="8329612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1841657" y="8386762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823191" y="8443912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1804189" y="8501062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1785409" y="8558212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767599" y="8615362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1751470" y="8672512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737664" y="8729662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1726732" y="8786812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719109" y="8843962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715100" y="8901112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1714865" y="8958262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1714865" y="9015412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718412" y="9072562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1725600" y="9129712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1736144" y="9186862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1749621" y="9244012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765496" y="9301162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1783135" y="9358312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1801835" y="9415462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1820851" y="9472612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1839424" y="9529762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856814" y="9586912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872327" y="9644062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1885346" y="9701212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1895351" y="9758362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1901944" y="9815512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03986" y="9872662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899354" y="9929812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1891150" y="9986962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1879701" y="10044112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865463" y="10101262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849004" y="10158412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1830980" y="10215562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1812109" y="10272712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1793145" y="10329862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774842" y="10387012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1757931" y="10444162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743086" y="10501312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1730899" y="10558462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1721855" y="10615612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1716315" y="10672762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714500" y="10729912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714500" y="10787062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716483" y="10844212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1722183" y="10901362"/>
            <a:ext cx="28241" cy="57150"/>
          </a:xfrm>
          <a:custGeom>
            <a:avLst/>
            <a:gdLst/>
            <a:ahLst/>
            <a:cxnLst/>
            <a:rect l="l" t="t" r="r" b="b"/>
            <a:pathLst>
              <a:path w="28242" h="57150">
                <a:moveTo>
                  <a:pt x="0" y="0"/>
                </a:moveTo>
                <a:lnTo>
                  <a:pt x="9192" y="57150"/>
                </a:lnTo>
                <a:lnTo>
                  <a:pt x="2824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731375" y="10958512"/>
            <a:ext cx="31366" cy="57150"/>
          </a:xfrm>
          <a:custGeom>
            <a:avLst/>
            <a:gdLst/>
            <a:ahLst/>
            <a:cxnLst/>
            <a:rect l="l" t="t" r="r" b="b"/>
            <a:pathLst>
              <a:path w="31366" h="57150">
                <a:moveTo>
                  <a:pt x="0" y="0"/>
                </a:moveTo>
                <a:lnTo>
                  <a:pt x="12316" y="57150"/>
                </a:lnTo>
                <a:lnTo>
                  <a:pt x="313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743691" y="11015662"/>
            <a:ext cx="33999" cy="57150"/>
          </a:xfrm>
          <a:custGeom>
            <a:avLst/>
            <a:gdLst/>
            <a:ahLst/>
            <a:cxnLst/>
            <a:rect l="l" t="t" r="r" b="b"/>
            <a:pathLst>
              <a:path w="34000" h="57150">
                <a:moveTo>
                  <a:pt x="0" y="0"/>
                </a:moveTo>
                <a:lnTo>
                  <a:pt x="14950" y="57150"/>
                </a:lnTo>
                <a:lnTo>
                  <a:pt x="3400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758641" y="11072812"/>
            <a:ext cx="36037" cy="57150"/>
          </a:xfrm>
          <a:custGeom>
            <a:avLst/>
            <a:gdLst/>
            <a:ahLst/>
            <a:cxnLst/>
            <a:rect l="l" t="t" r="r" b="b"/>
            <a:pathLst>
              <a:path w="36037" h="57150">
                <a:moveTo>
                  <a:pt x="0" y="0"/>
                </a:moveTo>
                <a:lnTo>
                  <a:pt x="16987" y="57150"/>
                </a:lnTo>
                <a:lnTo>
                  <a:pt x="3603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775628" y="11129962"/>
            <a:ext cx="37397" cy="57150"/>
          </a:xfrm>
          <a:custGeom>
            <a:avLst/>
            <a:gdLst/>
            <a:ahLst/>
            <a:cxnLst/>
            <a:rect l="l" t="t" r="r" b="b"/>
            <a:pathLst>
              <a:path w="37398" h="57150">
                <a:moveTo>
                  <a:pt x="0" y="0"/>
                </a:moveTo>
                <a:lnTo>
                  <a:pt x="18348" y="57150"/>
                </a:lnTo>
                <a:lnTo>
                  <a:pt x="3739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793976" y="11187112"/>
            <a:ext cx="38026" cy="57150"/>
          </a:xfrm>
          <a:custGeom>
            <a:avLst/>
            <a:gdLst/>
            <a:ahLst/>
            <a:cxnLst/>
            <a:rect l="l" t="t" r="r" b="b"/>
            <a:pathLst>
              <a:path w="38026" h="57150">
                <a:moveTo>
                  <a:pt x="0" y="0"/>
                </a:moveTo>
                <a:lnTo>
                  <a:pt x="18976" y="57150"/>
                </a:lnTo>
                <a:lnTo>
                  <a:pt x="3802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812952" y="11244262"/>
            <a:ext cx="37898" cy="57150"/>
          </a:xfrm>
          <a:custGeom>
            <a:avLst/>
            <a:gdLst/>
            <a:ahLst/>
            <a:cxnLst/>
            <a:rect l="l" t="t" r="r" b="b"/>
            <a:pathLst>
              <a:path w="37899" h="57150">
                <a:moveTo>
                  <a:pt x="0" y="0"/>
                </a:moveTo>
                <a:lnTo>
                  <a:pt x="18849" y="57150"/>
                </a:lnTo>
                <a:lnTo>
                  <a:pt x="3789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831801" y="11301412"/>
            <a:ext cx="37019" cy="57150"/>
          </a:xfrm>
          <a:custGeom>
            <a:avLst/>
            <a:gdLst/>
            <a:ahLst/>
            <a:cxnLst/>
            <a:rect l="l" t="t" r="r" b="b"/>
            <a:pathLst>
              <a:path w="37019" h="57150">
                <a:moveTo>
                  <a:pt x="0" y="0"/>
                </a:moveTo>
                <a:lnTo>
                  <a:pt x="17969" y="57150"/>
                </a:lnTo>
                <a:lnTo>
                  <a:pt x="370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849770" y="11358562"/>
            <a:ext cx="35424" cy="57150"/>
          </a:xfrm>
          <a:custGeom>
            <a:avLst/>
            <a:gdLst/>
            <a:ahLst/>
            <a:cxnLst/>
            <a:rect l="l" t="t" r="r" b="b"/>
            <a:pathLst>
              <a:path w="35425" h="57150">
                <a:moveTo>
                  <a:pt x="0" y="0"/>
                </a:moveTo>
                <a:lnTo>
                  <a:pt x="16375" y="57150"/>
                </a:lnTo>
                <a:lnTo>
                  <a:pt x="354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866145" y="11415712"/>
            <a:ext cx="33175" cy="57150"/>
          </a:xfrm>
          <a:custGeom>
            <a:avLst/>
            <a:gdLst/>
            <a:ahLst/>
            <a:cxnLst/>
            <a:rect l="l" t="t" r="r" b="b"/>
            <a:pathLst>
              <a:path w="33175" h="57150">
                <a:moveTo>
                  <a:pt x="0" y="0"/>
                </a:moveTo>
                <a:lnTo>
                  <a:pt x="14125" y="57150"/>
                </a:lnTo>
                <a:lnTo>
                  <a:pt x="3317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1880270" y="11472862"/>
            <a:ext cx="30364" cy="57150"/>
          </a:xfrm>
          <a:custGeom>
            <a:avLst/>
            <a:gdLst/>
            <a:ahLst/>
            <a:cxnLst/>
            <a:rect l="l" t="t" r="r" b="b"/>
            <a:pathLst>
              <a:path w="30365" h="57150">
                <a:moveTo>
                  <a:pt x="0" y="0"/>
                </a:moveTo>
                <a:lnTo>
                  <a:pt x="11315" y="57150"/>
                </a:lnTo>
                <a:lnTo>
                  <a:pt x="3036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57187" y="5619750"/>
            <a:ext cx="1285875" cy="1568767"/>
          </a:xfrm>
          <a:prstGeom prst="ellipse">
            <a:avLst/>
          </a:prstGeom>
          <a:solidFill>
            <a:srgbClr val="654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40079" y="5870752"/>
            <a:ext cx="154305" cy="31375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914400" y="7150417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654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000125" y="7283767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1019048" y="7340917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037217" y="7398067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053907" y="7455217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068453" y="7512367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080275" y="7569517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1088901" y="7626667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093989" y="7683817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092883" y="7740967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086735" y="7798117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077134" y="7855267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064462" y="7912417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049226" y="7969567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032032" y="8026717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013566" y="8083867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994564" y="8141017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975784" y="8198167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957974" y="8255317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941845" y="8312467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928039" y="8369617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917107" y="8426767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909484" y="8483917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905475" y="8541067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905240" y="8598217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905240" y="8655367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908787" y="8712517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915975" y="8769667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926519" y="8826817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939996" y="8883967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955871" y="8941117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973510" y="8998267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992210" y="9055417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011226" y="9112567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029799" y="9169717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047189" y="9226867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062702" y="9284017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075721" y="9341167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085726" y="9398317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1092319" y="9455467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094361" y="9512617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089729" y="9569767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081525" y="9626917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070076" y="9684067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055838" y="9741217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039379" y="9798367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021355" y="9855517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002484" y="9912667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983520" y="9969817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965217" y="10026967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948306" y="10084117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933461" y="10141267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921274" y="10198417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912230" y="10255567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906690" y="10312717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904875" y="10369867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904875" y="10427017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906858" y="10484167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912558" y="10541317"/>
            <a:ext cx="28241" cy="57150"/>
          </a:xfrm>
          <a:custGeom>
            <a:avLst/>
            <a:gdLst/>
            <a:ahLst/>
            <a:cxnLst/>
            <a:rect l="l" t="t" r="r" b="b"/>
            <a:pathLst>
              <a:path w="28242" h="57150">
                <a:moveTo>
                  <a:pt x="0" y="0"/>
                </a:moveTo>
                <a:lnTo>
                  <a:pt x="9192" y="57150"/>
                </a:lnTo>
                <a:lnTo>
                  <a:pt x="2824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921750" y="10598467"/>
            <a:ext cx="31366" cy="57150"/>
          </a:xfrm>
          <a:custGeom>
            <a:avLst/>
            <a:gdLst/>
            <a:ahLst/>
            <a:cxnLst/>
            <a:rect l="l" t="t" r="r" b="b"/>
            <a:pathLst>
              <a:path w="31366" h="57150">
                <a:moveTo>
                  <a:pt x="0" y="0"/>
                </a:moveTo>
                <a:lnTo>
                  <a:pt x="12316" y="57150"/>
                </a:lnTo>
                <a:lnTo>
                  <a:pt x="313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934066" y="10655617"/>
            <a:ext cx="33999" cy="57150"/>
          </a:xfrm>
          <a:custGeom>
            <a:avLst/>
            <a:gdLst/>
            <a:ahLst/>
            <a:cxnLst/>
            <a:rect l="l" t="t" r="r" b="b"/>
            <a:pathLst>
              <a:path w="34000" h="57150">
                <a:moveTo>
                  <a:pt x="0" y="0"/>
                </a:moveTo>
                <a:lnTo>
                  <a:pt x="14950" y="57150"/>
                </a:lnTo>
                <a:lnTo>
                  <a:pt x="3400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949016" y="10712767"/>
            <a:ext cx="36037" cy="57150"/>
          </a:xfrm>
          <a:custGeom>
            <a:avLst/>
            <a:gdLst/>
            <a:ahLst/>
            <a:cxnLst/>
            <a:rect l="l" t="t" r="r" b="b"/>
            <a:pathLst>
              <a:path w="36037" h="57150">
                <a:moveTo>
                  <a:pt x="0" y="0"/>
                </a:moveTo>
                <a:lnTo>
                  <a:pt x="16987" y="57150"/>
                </a:lnTo>
                <a:lnTo>
                  <a:pt x="3603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966003" y="10769917"/>
            <a:ext cx="37397" cy="57150"/>
          </a:xfrm>
          <a:custGeom>
            <a:avLst/>
            <a:gdLst/>
            <a:ahLst/>
            <a:cxnLst/>
            <a:rect l="l" t="t" r="r" b="b"/>
            <a:pathLst>
              <a:path w="37398" h="57150">
                <a:moveTo>
                  <a:pt x="0" y="0"/>
                </a:moveTo>
                <a:lnTo>
                  <a:pt x="18348" y="57150"/>
                </a:lnTo>
                <a:lnTo>
                  <a:pt x="3739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984351" y="10827067"/>
            <a:ext cx="38026" cy="57150"/>
          </a:xfrm>
          <a:custGeom>
            <a:avLst/>
            <a:gdLst/>
            <a:ahLst/>
            <a:cxnLst/>
            <a:rect l="l" t="t" r="r" b="b"/>
            <a:pathLst>
              <a:path w="38026" h="57150">
                <a:moveTo>
                  <a:pt x="0" y="0"/>
                </a:moveTo>
                <a:lnTo>
                  <a:pt x="18976" y="57150"/>
                </a:lnTo>
                <a:lnTo>
                  <a:pt x="3802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1003327" y="10884217"/>
            <a:ext cx="37898" cy="57150"/>
          </a:xfrm>
          <a:custGeom>
            <a:avLst/>
            <a:gdLst/>
            <a:ahLst/>
            <a:cxnLst/>
            <a:rect l="l" t="t" r="r" b="b"/>
            <a:pathLst>
              <a:path w="37899" h="57150">
                <a:moveTo>
                  <a:pt x="0" y="0"/>
                </a:moveTo>
                <a:lnTo>
                  <a:pt x="18849" y="57150"/>
                </a:lnTo>
                <a:lnTo>
                  <a:pt x="3789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1022176" y="10941367"/>
            <a:ext cx="37019" cy="57150"/>
          </a:xfrm>
          <a:custGeom>
            <a:avLst/>
            <a:gdLst/>
            <a:ahLst/>
            <a:cxnLst/>
            <a:rect l="l" t="t" r="r" b="b"/>
            <a:pathLst>
              <a:path w="37019" h="57150">
                <a:moveTo>
                  <a:pt x="0" y="0"/>
                </a:moveTo>
                <a:lnTo>
                  <a:pt x="17969" y="57150"/>
                </a:lnTo>
                <a:lnTo>
                  <a:pt x="370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1040145" y="10998517"/>
            <a:ext cx="35424" cy="57150"/>
          </a:xfrm>
          <a:custGeom>
            <a:avLst/>
            <a:gdLst/>
            <a:ahLst/>
            <a:cxnLst/>
            <a:rect l="l" t="t" r="r" b="b"/>
            <a:pathLst>
              <a:path w="35425" h="57150">
                <a:moveTo>
                  <a:pt x="0" y="0"/>
                </a:moveTo>
                <a:lnTo>
                  <a:pt x="16375" y="57150"/>
                </a:lnTo>
                <a:lnTo>
                  <a:pt x="354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1056520" y="11055667"/>
            <a:ext cx="33175" cy="57150"/>
          </a:xfrm>
          <a:custGeom>
            <a:avLst/>
            <a:gdLst/>
            <a:ahLst/>
            <a:cxnLst/>
            <a:rect l="l" t="t" r="r" b="b"/>
            <a:pathLst>
              <a:path w="33175" h="57150">
                <a:moveTo>
                  <a:pt x="0" y="0"/>
                </a:moveTo>
                <a:lnTo>
                  <a:pt x="14125" y="57150"/>
                </a:lnTo>
                <a:lnTo>
                  <a:pt x="3317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1070645" y="11112817"/>
            <a:ext cx="30364" cy="57150"/>
          </a:xfrm>
          <a:custGeom>
            <a:avLst/>
            <a:gdLst/>
            <a:ahLst/>
            <a:cxnLst/>
            <a:rect l="l" t="t" r="r" b="b"/>
            <a:pathLst>
              <a:path w="30365" h="57150">
                <a:moveTo>
                  <a:pt x="0" y="0"/>
                </a:moveTo>
                <a:lnTo>
                  <a:pt x="11315" y="57150"/>
                </a:lnTo>
                <a:lnTo>
                  <a:pt x="3036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1081960" y="11169967"/>
            <a:ext cx="27101" cy="57150"/>
          </a:xfrm>
          <a:custGeom>
            <a:avLst/>
            <a:gdLst/>
            <a:ahLst/>
            <a:cxnLst/>
            <a:rect l="l" t="t" r="r" b="b"/>
            <a:pathLst>
              <a:path w="27102" h="57150">
                <a:moveTo>
                  <a:pt x="0" y="0"/>
                </a:moveTo>
                <a:lnTo>
                  <a:pt x="8052" y="57150"/>
                </a:lnTo>
                <a:lnTo>
                  <a:pt x="2710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1090012" y="11227117"/>
            <a:ext cx="23518" cy="57150"/>
          </a:xfrm>
          <a:custGeom>
            <a:avLst/>
            <a:gdLst/>
            <a:ahLst/>
            <a:cxnLst/>
            <a:rect l="l" t="t" r="r" b="b"/>
            <a:pathLst>
              <a:path w="23518" h="57150">
                <a:moveTo>
                  <a:pt x="0" y="0"/>
                </a:moveTo>
                <a:lnTo>
                  <a:pt x="4468" y="57150"/>
                </a:lnTo>
                <a:lnTo>
                  <a:pt x="2351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1094480" y="11284267"/>
            <a:ext cx="19756" cy="57150"/>
          </a:xfrm>
          <a:custGeom>
            <a:avLst/>
            <a:gdLst/>
            <a:ahLst/>
            <a:cxnLst/>
            <a:rect l="l" t="t" r="r" b="b"/>
            <a:pathLst>
              <a:path w="19757" h="57150">
                <a:moveTo>
                  <a:pt x="0" y="0"/>
                </a:moveTo>
                <a:lnTo>
                  <a:pt x="707" y="57150"/>
                </a:lnTo>
                <a:lnTo>
                  <a:pt x="1975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092103" y="11341417"/>
            <a:ext cx="22133" cy="57150"/>
          </a:xfrm>
          <a:custGeom>
            <a:avLst/>
            <a:gdLst/>
            <a:ahLst/>
            <a:cxnLst/>
            <a:rect l="l" t="t" r="r" b="b"/>
            <a:pathLst>
              <a:path w="22134" h="57150">
                <a:moveTo>
                  <a:pt x="308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213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085353" y="11398567"/>
            <a:ext cx="25800" cy="57150"/>
          </a:xfrm>
          <a:custGeom>
            <a:avLst/>
            <a:gdLst/>
            <a:ahLst/>
            <a:cxnLst/>
            <a:rect l="l" t="t" r="r" b="b"/>
            <a:pathLst>
              <a:path w="25800" h="57150">
                <a:moveTo>
                  <a:pt x="675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80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1075206" y="11455717"/>
            <a:ext cx="29197" cy="57150"/>
          </a:xfrm>
          <a:custGeom>
            <a:avLst/>
            <a:gdLst/>
            <a:ahLst/>
            <a:cxnLst/>
            <a:rect l="l" t="t" r="r" b="b"/>
            <a:pathLst>
              <a:path w="29197" h="57150">
                <a:moveTo>
                  <a:pt x="1014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19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81062" y="6858000"/>
            <a:ext cx="1095375" cy="1336357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22045" y="7071817"/>
            <a:ext cx="131445" cy="267271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1343025" y="8156257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428750" y="8289607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447673" y="8346757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465842" y="8403907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482532" y="8461057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497078" y="8518207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508900" y="8575357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517526" y="8632507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522614" y="8689657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1521508" y="8746807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515360" y="8803957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1505759" y="8861107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1493087" y="8918257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1477851" y="8975407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1460657" y="9032557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1442191" y="9089707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1423189" y="9146857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1404409" y="9204007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1386599" y="9261157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1370470" y="9318307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1356664" y="9375457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1345732" y="9432607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1338109" y="9489757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1334100" y="9546907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1333865" y="9604057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1333865" y="9661207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1337412" y="9718357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1344600" y="9775507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1355144" y="9832657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1368621" y="9889807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1384496" y="9946957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1402135" y="10004107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1420835" y="10061257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1439851" y="10118407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1458424" y="10175557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1475814" y="10232707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1491327" y="10289857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1504346" y="10347007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1514351" y="10404157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1520944" y="10461307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1522986" y="10518457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1518354" y="10575607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1510150" y="10632757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1498701" y="10689907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1484463" y="10747057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1468004" y="10804207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1449980" y="10861357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1431109" y="10918507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1412145" y="10975657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1393842" y="11032807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1376931" y="11089957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1362086" y="11147107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1349899" y="11204257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1340855" y="11261407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1335315" y="11318557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1333500" y="11375707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1333500" y="11432857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1335483" y="11490007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7881937" y="6096000"/>
            <a:ext cx="1190625" cy="1452562"/>
          </a:xfrm>
          <a:prstGeom prst="ellipse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8143875" y="6328410"/>
            <a:ext cx="142875" cy="290512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8391525" y="7510462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8477250" y="7643812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8496173" y="7700962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8514342" y="7758112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8531032" y="7815262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8545578" y="7872412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8557400" y="7929562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8566026" y="7986712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8571114" y="8043862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8570008" y="8101012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8563860" y="8158162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8554259" y="8215312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8541587" y="8272462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8526351" y="8329612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8509157" y="8386762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8490691" y="8443912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8471689" y="8501062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8452909" y="8558212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8435099" y="8615362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8418970" y="8672512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8405164" y="8729662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8394232" y="8786812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8386609" y="8843962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8382600" y="8901112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8382365" y="8958262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8382365" y="9015412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8385912" y="9072562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8393100" y="9129712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8403644" y="9186862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8417121" y="9244012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8432996" y="9301162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8450635" y="9358312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8469335" y="9415462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8488351" y="9472612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8506924" y="9529762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8524314" y="9586912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8539827" y="9644062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8552846" y="9701212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8562851" y="9758362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8569444" y="9815512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8571486" y="9872662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8566854" y="9929812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8558650" y="9986962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8547201" y="10044112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8532963" y="10101262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8516504" y="10158412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8498480" y="10215562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8479609" y="10272712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8460645" y="10329862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8442342" y="10387012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8425431" y="10444162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8410586" y="10501312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8398399" y="10558462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8389355" y="10615612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8383815" y="10672762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8382000" y="10729912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8382000" y="10787062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8383983" y="10844212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8389683" y="10901362"/>
            <a:ext cx="28241" cy="57150"/>
          </a:xfrm>
          <a:custGeom>
            <a:avLst/>
            <a:gdLst/>
            <a:ahLst/>
            <a:cxnLst/>
            <a:rect l="l" t="t" r="r" b="b"/>
            <a:pathLst>
              <a:path w="28242" h="57150">
                <a:moveTo>
                  <a:pt x="0" y="0"/>
                </a:moveTo>
                <a:lnTo>
                  <a:pt x="9192" y="57150"/>
                </a:lnTo>
                <a:lnTo>
                  <a:pt x="2824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8398875" y="10958512"/>
            <a:ext cx="31366" cy="57150"/>
          </a:xfrm>
          <a:custGeom>
            <a:avLst/>
            <a:gdLst/>
            <a:ahLst/>
            <a:cxnLst/>
            <a:rect l="l" t="t" r="r" b="b"/>
            <a:pathLst>
              <a:path w="31366" h="57150">
                <a:moveTo>
                  <a:pt x="0" y="0"/>
                </a:moveTo>
                <a:lnTo>
                  <a:pt x="12316" y="57150"/>
                </a:lnTo>
                <a:lnTo>
                  <a:pt x="313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8411191" y="11015662"/>
            <a:ext cx="33999" cy="57150"/>
          </a:xfrm>
          <a:custGeom>
            <a:avLst/>
            <a:gdLst/>
            <a:ahLst/>
            <a:cxnLst/>
            <a:rect l="l" t="t" r="r" b="b"/>
            <a:pathLst>
              <a:path w="34000" h="57150">
                <a:moveTo>
                  <a:pt x="0" y="0"/>
                </a:moveTo>
                <a:lnTo>
                  <a:pt x="14950" y="57150"/>
                </a:lnTo>
                <a:lnTo>
                  <a:pt x="3400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8426141" y="11072812"/>
            <a:ext cx="36037" cy="57150"/>
          </a:xfrm>
          <a:custGeom>
            <a:avLst/>
            <a:gdLst/>
            <a:ahLst/>
            <a:cxnLst/>
            <a:rect l="l" t="t" r="r" b="b"/>
            <a:pathLst>
              <a:path w="36037" h="57150">
                <a:moveTo>
                  <a:pt x="0" y="0"/>
                </a:moveTo>
                <a:lnTo>
                  <a:pt x="16987" y="57150"/>
                </a:lnTo>
                <a:lnTo>
                  <a:pt x="3603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8443128" y="11129962"/>
            <a:ext cx="37397" cy="57150"/>
          </a:xfrm>
          <a:custGeom>
            <a:avLst/>
            <a:gdLst/>
            <a:ahLst/>
            <a:cxnLst/>
            <a:rect l="l" t="t" r="r" b="b"/>
            <a:pathLst>
              <a:path w="37398" h="57150">
                <a:moveTo>
                  <a:pt x="0" y="0"/>
                </a:moveTo>
                <a:lnTo>
                  <a:pt x="18348" y="57150"/>
                </a:lnTo>
                <a:lnTo>
                  <a:pt x="3739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8461476" y="11187112"/>
            <a:ext cx="38026" cy="57150"/>
          </a:xfrm>
          <a:custGeom>
            <a:avLst/>
            <a:gdLst/>
            <a:ahLst/>
            <a:cxnLst/>
            <a:rect l="l" t="t" r="r" b="b"/>
            <a:pathLst>
              <a:path w="38026" h="57150">
                <a:moveTo>
                  <a:pt x="0" y="0"/>
                </a:moveTo>
                <a:lnTo>
                  <a:pt x="18976" y="57150"/>
                </a:lnTo>
                <a:lnTo>
                  <a:pt x="3802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8480452" y="11244262"/>
            <a:ext cx="37898" cy="57150"/>
          </a:xfrm>
          <a:custGeom>
            <a:avLst/>
            <a:gdLst/>
            <a:ahLst/>
            <a:cxnLst/>
            <a:rect l="l" t="t" r="r" b="b"/>
            <a:pathLst>
              <a:path w="37899" h="57150">
                <a:moveTo>
                  <a:pt x="0" y="0"/>
                </a:moveTo>
                <a:lnTo>
                  <a:pt x="18849" y="57150"/>
                </a:lnTo>
                <a:lnTo>
                  <a:pt x="3789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8499301" y="11301412"/>
            <a:ext cx="37019" cy="57150"/>
          </a:xfrm>
          <a:custGeom>
            <a:avLst/>
            <a:gdLst/>
            <a:ahLst/>
            <a:cxnLst/>
            <a:rect l="l" t="t" r="r" b="b"/>
            <a:pathLst>
              <a:path w="37019" h="57150">
                <a:moveTo>
                  <a:pt x="0" y="0"/>
                </a:moveTo>
                <a:lnTo>
                  <a:pt x="17969" y="57150"/>
                </a:lnTo>
                <a:lnTo>
                  <a:pt x="370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8517270" y="11358562"/>
            <a:ext cx="35424" cy="57150"/>
          </a:xfrm>
          <a:custGeom>
            <a:avLst/>
            <a:gdLst/>
            <a:ahLst/>
            <a:cxnLst/>
            <a:rect l="l" t="t" r="r" b="b"/>
            <a:pathLst>
              <a:path w="35425" h="57150">
                <a:moveTo>
                  <a:pt x="0" y="0"/>
                </a:moveTo>
                <a:lnTo>
                  <a:pt x="16375" y="57150"/>
                </a:lnTo>
                <a:lnTo>
                  <a:pt x="354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8533645" y="11415712"/>
            <a:ext cx="33175" cy="57150"/>
          </a:xfrm>
          <a:custGeom>
            <a:avLst/>
            <a:gdLst/>
            <a:ahLst/>
            <a:cxnLst/>
            <a:rect l="l" t="t" r="r" b="b"/>
            <a:pathLst>
              <a:path w="33175" h="57150">
                <a:moveTo>
                  <a:pt x="0" y="0"/>
                </a:moveTo>
                <a:lnTo>
                  <a:pt x="14125" y="57150"/>
                </a:lnTo>
                <a:lnTo>
                  <a:pt x="3317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8547770" y="11472862"/>
            <a:ext cx="30364" cy="57150"/>
          </a:xfrm>
          <a:custGeom>
            <a:avLst/>
            <a:gdLst/>
            <a:ahLst/>
            <a:cxnLst/>
            <a:rect l="l" t="t" r="r" b="b"/>
            <a:pathLst>
              <a:path w="30365" h="57150">
                <a:moveTo>
                  <a:pt x="0" y="0"/>
                </a:moveTo>
                <a:lnTo>
                  <a:pt x="11315" y="57150"/>
                </a:lnTo>
                <a:lnTo>
                  <a:pt x="3036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8643937" y="5619750"/>
            <a:ext cx="1285875" cy="1568767"/>
          </a:xfrm>
          <a:prstGeom prst="ellipse">
            <a:avLst/>
          </a:prstGeom>
          <a:solidFill>
            <a:srgbClr val="4B7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8926830" y="5870752"/>
            <a:ext cx="154305" cy="31375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9201150" y="7150417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4B7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9286875" y="7283767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9305798" y="7340917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9323967" y="7398067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9340657" y="7455217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9355203" y="7512367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9367025" y="7569517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9375651" y="7626667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9380739" y="7683817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9379633" y="7740967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9373485" y="7798117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9363884" y="7855267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9351212" y="7912417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9335976" y="7969567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9318782" y="8026717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9300316" y="8083867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9281314" y="8141017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9262534" y="8198167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9244724" y="8255317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9228595" y="8312467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9214789" y="8369617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9203857" y="8426767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9196234" y="8483917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9192225" y="8541067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9191990" y="8598217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9191990" y="8655367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9195537" y="8712517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9202725" y="8769667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9213269" y="8826817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9226746" y="8883967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9242621" y="8941117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9260260" y="8998267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9278960" y="9055417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9297976" y="9112567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9316549" y="9169717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9333939" y="9226867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9349452" y="9284017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9362471" y="9341167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9372476" y="9398317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9379069" y="9455467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9381111" y="9512617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9376479" y="9569767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9368275" y="9626917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9356826" y="9684067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9342588" y="9741217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9326129" y="9798367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9308105" y="9855517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9289234" y="9912667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9270270" y="9969817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9251967" y="10026967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9235056" y="10084117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9220211" y="10141267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9208024" y="10198417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9198980" y="10255567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9193440" y="10312717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9191625" y="10369867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9191625" y="10427017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9193608" y="10484167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9199308" y="10541317"/>
            <a:ext cx="28241" cy="57150"/>
          </a:xfrm>
          <a:custGeom>
            <a:avLst/>
            <a:gdLst/>
            <a:ahLst/>
            <a:cxnLst/>
            <a:rect l="l" t="t" r="r" b="b"/>
            <a:pathLst>
              <a:path w="28242" h="57150">
                <a:moveTo>
                  <a:pt x="0" y="0"/>
                </a:moveTo>
                <a:lnTo>
                  <a:pt x="9192" y="57150"/>
                </a:lnTo>
                <a:lnTo>
                  <a:pt x="2824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9208500" y="10598467"/>
            <a:ext cx="31366" cy="57150"/>
          </a:xfrm>
          <a:custGeom>
            <a:avLst/>
            <a:gdLst/>
            <a:ahLst/>
            <a:cxnLst/>
            <a:rect l="l" t="t" r="r" b="b"/>
            <a:pathLst>
              <a:path w="31366" h="57150">
                <a:moveTo>
                  <a:pt x="0" y="0"/>
                </a:moveTo>
                <a:lnTo>
                  <a:pt x="12316" y="57150"/>
                </a:lnTo>
                <a:lnTo>
                  <a:pt x="313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9220816" y="10655617"/>
            <a:ext cx="33999" cy="57150"/>
          </a:xfrm>
          <a:custGeom>
            <a:avLst/>
            <a:gdLst/>
            <a:ahLst/>
            <a:cxnLst/>
            <a:rect l="l" t="t" r="r" b="b"/>
            <a:pathLst>
              <a:path w="34000" h="57150">
                <a:moveTo>
                  <a:pt x="0" y="0"/>
                </a:moveTo>
                <a:lnTo>
                  <a:pt x="14950" y="57150"/>
                </a:lnTo>
                <a:lnTo>
                  <a:pt x="3400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9235766" y="10712767"/>
            <a:ext cx="36037" cy="57150"/>
          </a:xfrm>
          <a:custGeom>
            <a:avLst/>
            <a:gdLst/>
            <a:ahLst/>
            <a:cxnLst/>
            <a:rect l="l" t="t" r="r" b="b"/>
            <a:pathLst>
              <a:path w="36037" h="57150">
                <a:moveTo>
                  <a:pt x="0" y="0"/>
                </a:moveTo>
                <a:lnTo>
                  <a:pt x="16987" y="57150"/>
                </a:lnTo>
                <a:lnTo>
                  <a:pt x="3603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9252753" y="10769917"/>
            <a:ext cx="37397" cy="57150"/>
          </a:xfrm>
          <a:custGeom>
            <a:avLst/>
            <a:gdLst/>
            <a:ahLst/>
            <a:cxnLst/>
            <a:rect l="l" t="t" r="r" b="b"/>
            <a:pathLst>
              <a:path w="37398" h="57150">
                <a:moveTo>
                  <a:pt x="0" y="0"/>
                </a:moveTo>
                <a:lnTo>
                  <a:pt x="18348" y="57150"/>
                </a:lnTo>
                <a:lnTo>
                  <a:pt x="3739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9271101" y="10827067"/>
            <a:ext cx="38026" cy="57150"/>
          </a:xfrm>
          <a:custGeom>
            <a:avLst/>
            <a:gdLst/>
            <a:ahLst/>
            <a:cxnLst/>
            <a:rect l="l" t="t" r="r" b="b"/>
            <a:pathLst>
              <a:path w="38026" h="57150">
                <a:moveTo>
                  <a:pt x="0" y="0"/>
                </a:moveTo>
                <a:lnTo>
                  <a:pt x="18976" y="57150"/>
                </a:lnTo>
                <a:lnTo>
                  <a:pt x="3802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9290077" y="10884217"/>
            <a:ext cx="37898" cy="57150"/>
          </a:xfrm>
          <a:custGeom>
            <a:avLst/>
            <a:gdLst/>
            <a:ahLst/>
            <a:cxnLst/>
            <a:rect l="l" t="t" r="r" b="b"/>
            <a:pathLst>
              <a:path w="37899" h="57150">
                <a:moveTo>
                  <a:pt x="0" y="0"/>
                </a:moveTo>
                <a:lnTo>
                  <a:pt x="18849" y="57150"/>
                </a:lnTo>
                <a:lnTo>
                  <a:pt x="3789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9308926" y="10941367"/>
            <a:ext cx="37019" cy="57150"/>
          </a:xfrm>
          <a:custGeom>
            <a:avLst/>
            <a:gdLst/>
            <a:ahLst/>
            <a:cxnLst/>
            <a:rect l="l" t="t" r="r" b="b"/>
            <a:pathLst>
              <a:path w="37019" h="57150">
                <a:moveTo>
                  <a:pt x="0" y="0"/>
                </a:moveTo>
                <a:lnTo>
                  <a:pt x="17969" y="57150"/>
                </a:lnTo>
                <a:lnTo>
                  <a:pt x="370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9326895" y="10998517"/>
            <a:ext cx="35424" cy="57150"/>
          </a:xfrm>
          <a:custGeom>
            <a:avLst/>
            <a:gdLst/>
            <a:ahLst/>
            <a:cxnLst/>
            <a:rect l="l" t="t" r="r" b="b"/>
            <a:pathLst>
              <a:path w="35425" h="57150">
                <a:moveTo>
                  <a:pt x="0" y="0"/>
                </a:moveTo>
                <a:lnTo>
                  <a:pt x="16375" y="57150"/>
                </a:lnTo>
                <a:lnTo>
                  <a:pt x="354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9343270" y="11055667"/>
            <a:ext cx="33175" cy="57150"/>
          </a:xfrm>
          <a:custGeom>
            <a:avLst/>
            <a:gdLst/>
            <a:ahLst/>
            <a:cxnLst/>
            <a:rect l="l" t="t" r="r" b="b"/>
            <a:pathLst>
              <a:path w="33175" h="57150">
                <a:moveTo>
                  <a:pt x="0" y="0"/>
                </a:moveTo>
                <a:lnTo>
                  <a:pt x="14125" y="57150"/>
                </a:lnTo>
                <a:lnTo>
                  <a:pt x="3317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9357395" y="11112817"/>
            <a:ext cx="30364" cy="57150"/>
          </a:xfrm>
          <a:custGeom>
            <a:avLst/>
            <a:gdLst/>
            <a:ahLst/>
            <a:cxnLst/>
            <a:rect l="l" t="t" r="r" b="b"/>
            <a:pathLst>
              <a:path w="30365" h="57150">
                <a:moveTo>
                  <a:pt x="0" y="0"/>
                </a:moveTo>
                <a:lnTo>
                  <a:pt x="11315" y="57150"/>
                </a:lnTo>
                <a:lnTo>
                  <a:pt x="3036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9368710" y="11169967"/>
            <a:ext cx="27101" cy="57150"/>
          </a:xfrm>
          <a:custGeom>
            <a:avLst/>
            <a:gdLst/>
            <a:ahLst/>
            <a:cxnLst/>
            <a:rect l="l" t="t" r="r" b="b"/>
            <a:pathLst>
              <a:path w="27102" h="57150">
                <a:moveTo>
                  <a:pt x="0" y="0"/>
                </a:moveTo>
                <a:lnTo>
                  <a:pt x="8052" y="57150"/>
                </a:lnTo>
                <a:lnTo>
                  <a:pt x="2710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9376762" y="11227117"/>
            <a:ext cx="23518" cy="57150"/>
          </a:xfrm>
          <a:custGeom>
            <a:avLst/>
            <a:gdLst/>
            <a:ahLst/>
            <a:cxnLst/>
            <a:rect l="l" t="t" r="r" b="b"/>
            <a:pathLst>
              <a:path w="23518" h="57150">
                <a:moveTo>
                  <a:pt x="0" y="0"/>
                </a:moveTo>
                <a:lnTo>
                  <a:pt x="4468" y="57150"/>
                </a:lnTo>
                <a:lnTo>
                  <a:pt x="2351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9381230" y="11284267"/>
            <a:ext cx="19756" cy="57150"/>
          </a:xfrm>
          <a:custGeom>
            <a:avLst/>
            <a:gdLst/>
            <a:ahLst/>
            <a:cxnLst/>
            <a:rect l="l" t="t" r="r" b="b"/>
            <a:pathLst>
              <a:path w="19757" h="57150">
                <a:moveTo>
                  <a:pt x="0" y="0"/>
                </a:moveTo>
                <a:lnTo>
                  <a:pt x="707" y="57150"/>
                </a:lnTo>
                <a:lnTo>
                  <a:pt x="1975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9378853" y="11341417"/>
            <a:ext cx="22133" cy="57150"/>
          </a:xfrm>
          <a:custGeom>
            <a:avLst/>
            <a:gdLst/>
            <a:ahLst/>
            <a:cxnLst/>
            <a:rect l="l" t="t" r="r" b="b"/>
            <a:pathLst>
              <a:path w="22134" h="57150">
                <a:moveTo>
                  <a:pt x="308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213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9372103" y="11398567"/>
            <a:ext cx="25800" cy="57150"/>
          </a:xfrm>
          <a:custGeom>
            <a:avLst/>
            <a:gdLst/>
            <a:ahLst/>
            <a:cxnLst/>
            <a:rect l="l" t="t" r="r" b="b"/>
            <a:pathLst>
              <a:path w="25800" h="57150">
                <a:moveTo>
                  <a:pt x="675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80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9361956" y="11455717"/>
            <a:ext cx="29197" cy="57150"/>
          </a:xfrm>
          <a:custGeom>
            <a:avLst/>
            <a:gdLst/>
            <a:ahLst/>
            <a:cxnLst/>
            <a:rect l="l" t="t" r="r" b="b"/>
            <a:pathLst>
              <a:path w="29197" h="57150">
                <a:moveTo>
                  <a:pt x="1014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19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8310562" y="6858000"/>
            <a:ext cx="1095375" cy="1336357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8551545" y="7071817"/>
            <a:ext cx="131445" cy="267271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8772525" y="8156257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8858250" y="8289607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8877173" y="8346757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8895342" y="8403907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8912032" y="8461057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8926578" y="8518207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8938400" y="8575357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8947026" y="8632507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8952114" y="8689657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8951008" y="8746807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8944860" y="8803957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8935259" y="8861107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8922587" y="8918257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Freeform 443"/>
          <p:cNvSpPr/>
          <p:nvPr/>
        </p:nvSpPr>
        <p:spPr>
          <a:xfrm>
            <a:off x="8907351" y="8975407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xfrm>
            <a:off x="8890157" y="9032557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8871691" y="9089707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8852689" y="9146857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8833909" y="9204007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Freeform 448"/>
          <p:cNvSpPr/>
          <p:nvPr/>
        </p:nvSpPr>
        <p:spPr>
          <a:xfrm>
            <a:off x="8816099" y="9261157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8799970" y="9318307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Freeform 450"/>
          <p:cNvSpPr/>
          <p:nvPr/>
        </p:nvSpPr>
        <p:spPr>
          <a:xfrm>
            <a:off x="8786164" y="9375457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Freeform 451"/>
          <p:cNvSpPr/>
          <p:nvPr/>
        </p:nvSpPr>
        <p:spPr>
          <a:xfrm>
            <a:off x="8775232" y="9432607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Freeform 452"/>
          <p:cNvSpPr/>
          <p:nvPr/>
        </p:nvSpPr>
        <p:spPr>
          <a:xfrm>
            <a:off x="8767609" y="9489757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8763600" y="9546907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8763365" y="9604057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8763365" y="9661207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Freeform 456"/>
          <p:cNvSpPr/>
          <p:nvPr/>
        </p:nvSpPr>
        <p:spPr>
          <a:xfrm>
            <a:off x="8766912" y="9718357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Freeform 457"/>
          <p:cNvSpPr/>
          <p:nvPr/>
        </p:nvSpPr>
        <p:spPr>
          <a:xfrm>
            <a:off x="8774100" y="9775507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8784644" y="9832657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8798121" y="9889807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Freeform 460"/>
          <p:cNvSpPr/>
          <p:nvPr/>
        </p:nvSpPr>
        <p:spPr>
          <a:xfrm>
            <a:off x="8813996" y="9946957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Freeform 461"/>
          <p:cNvSpPr/>
          <p:nvPr/>
        </p:nvSpPr>
        <p:spPr>
          <a:xfrm>
            <a:off x="8831635" y="10004107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reeform 462"/>
          <p:cNvSpPr/>
          <p:nvPr/>
        </p:nvSpPr>
        <p:spPr>
          <a:xfrm>
            <a:off x="8850335" y="10061257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reeform 463"/>
          <p:cNvSpPr/>
          <p:nvPr/>
        </p:nvSpPr>
        <p:spPr>
          <a:xfrm>
            <a:off x="8869351" y="10118407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reeform 464"/>
          <p:cNvSpPr/>
          <p:nvPr/>
        </p:nvSpPr>
        <p:spPr>
          <a:xfrm>
            <a:off x="8887924" y="10175557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8905314" y="10232707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8920827" y="10289857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8933846" y="10347007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Freeform 468"/>
          <p:cNvSpPr/>
          <p:nvPr/>
        </p:nvSpPr>
        <p:spPr>
          <a:xfrm>
            <a:off x="8943851" y="10404157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Freeform 469"/>
          <p:cNvSpPr/>
          <p:nvPr/>
        </p:nvSpPr>
        <p:spPr>
          <a:xfrm>
            <a:off x="8950444" y="10461307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Freeform 470"/>
          <p:cNvSpPr/>
          <p:nvPr/>
        </p:nvSpPr>
        <p:spPr>
          <a:xfrm>
            <a:off x="8952486" y="10518457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Freeform 471"/>
          <p:cNvSpPr/>
          <p:nvPr/>
        </p:nvSpPr>
        <p:spPr>
          <a:xfrm>
            <a:off x="8947854" y="10575607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Freeform 472"/>
          <p:cNvSpPr/>
          <p:nvPr/>
        </p:nvSpPr>
        <p:spPr>
          <a:xfrm>
            <a:off x="8939650" y="10632757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8928201" y="10689907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8913963" y="10747057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8897504" y="10804207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8879480" y="10861357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8860609" y="10918507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8841645" y="10975657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8823342" y="11032807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8806431" y="11089957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8791586" y="11147107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8779399" y="11204257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8770355" y="11261407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8764815" y="11318557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8763000" y="11375707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8763000" y="11432857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8764983" y="11490007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9" name="Picture 488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25" y="6572250"/>
            <a:ext cx="2571750" cy="2312152"/>
          </a:xfrm>
          <a:prstGeom prst="rect">
            <a:avLst/>
          </a:prstGeom>
        </p:spPr>
      </p:pic>
      <p:sp>
        <p:nvSpPr>
          <p:cNvPr id="490" name="TextBox 489"/>
          <p:cNvSpPr txBox="1"/>
          <p:nvPr/>
        </p:nvSpPr>
        <p:spPr>
          <a:xfrm>
            <a:off x="762000" y="91440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C3634"/>
                </a:solidFill>
                <a:latin typeface="Montserrat"/>
              </a:rPr>
              <a:t>Swipe →</a:t>
            </a:r>
          </a:p>
        </p:txBody>
      </p:sp>
      <p:pic>
        <p:nvPicPr>
          <p:cNvPr id="491" name="Picture 490" descr="soil-flatlay-bor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873912339217333474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667375" y="3381375"/>
            <a:ext cx="4000500" cy="1402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Ib Borup Pedersen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7375" y="4803234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Farmer, Mentor &amp; Consultant</a:t>
            </a:r>
          </a:p>
        </p:txBody>
      </p:sp>
      <p:pic>
        <p:nvPicPr>
          <p:cNvPr id="73" name="Picture 72" descr="16191825158298020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667375" y="8239125"/>
            <a:ext cx="4000500" cy="1402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7375" y="9660984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76" name="Picture 75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7" name="Picture 76" descr="soil-flatlay-bor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18680306841087916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667375" y="3381375"/>
            <a:ext cx="4000500" cy="749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7375" y="4149454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School Administration Officer</a:t>
            </a:r>
          </a:p>
        </p:txBody>
      </p:sp>
      <p:pic>
        <p:nvPicPr>
          <p:cNvPr id="73" name="Picture 72" descr="442839836651542846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667375" y="8239125"/>
            <a:ext cx="4000500" cy="1402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7375" y="9660984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Farmer, Mentor &amp; Consultant</a:t>
            </a:r>
          </a:p>
        </p:txBody>
      </p:sp>
      <p:pic>
        <p:nvPicPr>
          <p:cNvPr id="76" name="Picture 75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7" name="Picture 76" descr="soil-flatlay-bor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782892654519850726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667375" y="3381375"/>
            <a:ext cx="4000500" cy="16999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Dr. Carla Ribeiro Machado e Portugal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7375" y="5100406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Science Lead</a:t>
            </a:r>
          </a:p>
        </p:txBody>
      </p:sp>
      <p:pic>
        <p:nvPicPr>
          <p:cNvPr id="73" name="Picture 72" descr="27548841270285814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667375" y="8239125"/>
            <a:ext cx="4000500" cy="1402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Gerald Ramírez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7375" y="9660984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</a:t>
            </a:r>
          </a:p>
        </p:txBody>
      </p:sp>
      <p:pic>
        <p:nvPicPr>
          <p:cNvPr id="76" name="Picture 75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7" name="Picture 76" descr="soil-flatlay-bor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2000" y="1809750"/>
            <a:ext cx="4476750" cy="4476750"/>
          </a:xfrm>
          <a:prstGeom prst="rect">
            <a:avLst/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268" y="2941289"/>
            <a:ext cx="2462212" cy="221367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667375" y="3381375"/>
            <a:ext cx="4000500" cy="749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Kavi Reddy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7375" y="4149454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Permaculture Instructor</a:t>
            </a:r>
          </a:p>
        </p:txBody>
      </p:sp>
      <p:pic>
        <p:nvPicPr>
          <p:cNvPr id="74" name="Picture 73" descr="69279168953377518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667375" y="8239125"/>
            <a:ext cx="4000500" cy="1402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Wesley Sander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7375" y="9660984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77" name="Picture 76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8" name="Picture 77" descr="soil-flatlay-bor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901010036027818924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667375" y="3381375"/>
            <a:ext cx="4000500" cy="1402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Isadora Schmidt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7375" y="4803234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73" name="Picture 72" descr="534087295749587257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667375" y="8239125"/>
            <a:ext cx="4000500" cy="1402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7375" y="9660984"/>
            <a:ext cx="4000500" cy="915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Graham Bell Legacy PDC Permaculture Lead Instructor</a:t>
            </a:r>
          </a:p>
        </p:txBody>
      </p:sp>
      <p:pic>
        <p:nvPicPr>
          <p:cNvPr id="76" name="Picture 75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7" name="Picture 76" descr="soil-flatlay-bor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76749656888144092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667375" y="3381375"/>
            <a:ext cx="4000500" cy="1402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Tommy Tepper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7375" y="4803234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Education Department Director &amp; Mentor</a:t>
            </a:r>
          </a:p>
        </p:txBody>
      </p:sp>
      <p:pic>
        <p:nvPicPr>
          <p:cNvPr id="73" name="Picture 72" descr="810732255508656811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667375" y="8239125"/>
            <a:ext cx="4000500" cy="749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7375" y="9007204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76" name="Picture 75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7" name="Picture 76" descr="soil-flatlay-bor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68693877550386466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667375" y="3381375"/>
            <a:ext cx="4000500" cy="1402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Ayşen Üstünay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7375" y="4803234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73" name="Picture 72" descr="708790106503452345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667375" y="8239125"/>
            <a:ext cx="4000500" cy="1402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7375" y="9660984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76" name="Picture 75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7" name="Picture 76" descr="soil-flatlay-bor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672006633645012288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667375" y="3381375"/>
            <a:ext cx="4000500" cy="1402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7375" y="4803234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000" y="7239000"/>
            <a:ext cx="8763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Thank you to all our instructors and education staff.</a:t>
            </a:r>
          </a:p>
        </p:txBody>
      </p:sp>
      <p:pic>
        <p:nvPicPr>
          <p:cNvPr id="74" name="Picture 73" descr="foundation-logo-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5" name="Picture 74" descr="soil-flatlay-bor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1809750"/>
            <a:ext cx="7239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71" name="Picture 70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300" y="1666875"/>
            <a:ext cx="1333500" cy="1198893"/>
          </a:xfrm>
          <a:prstGeom prst="rect">
            <a:avLst/>
          </a:prstGeom>
        </p:spPr>
      </p:pic>
      <p:pic>
        <p:nvPicPr>
          <p:cNvPr id="72" name="Picture 71" descr="210786710410091718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33750"/>
            <a:ext cx="1798320" cy="179832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57200" y="517969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Ib Borup Pedersen</a:t>
            </a:r>
          </a:p>
        </p:txBody>
      </p:sp>
      <p:pic>
        <p:nvPicPr>
          <p:cNvPr id="74" name="Picture 73" descr="38075299206571901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0770" y="3333750"/>
            <a:ext cx="1798320" cy="179832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2350770" y="517969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Brian Daubenspeck</a:t>
            </a:r>
          </a:p>
        </p:txBody>
      </p:sp>
      <p:pic>
        <p:nvPicPr>
          <p:cNvPr id="76" name="Picture 75" descr="284756602734493572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4340" y="3333750"/>
            <a:ext cx="1798320" cy="179832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244340" y="517969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Elena Kalli</a:t>
            </a:r>
          </a:p>
        </p:txBody>
      </p:sp>
      <p:pic>
        <p:nvPicPr>
          <p:cNvPr id="78" name="Picture 77" descr="49962560735684618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7910" y="3333750"/>
            <a:ext cx="1798320" cy="179832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137910" y="517969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Nick Padwick</a:t>
            </a:r>
          </a:p>
        </p:txBody>
      </p:sp>
      <p:pic>
        <p:nvPicPr>
          <p:cNvPr id="80" name="Picture 79" descr="65713337175506592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1480" y="3333750"/>
            <a:ext cx="1798320" cy="179832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031480" y="517969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Carla Portugal</a:t>
            </a:r>
          </a:p>
        </p:txBody>
      </p:sp>
      <p:pic>
        <p:nvPicPr>
          <p:cNvPr id="82" name="Picture 81" descr="343565533967344450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570220"/>
            <a:ext cx="1798320" cy="179832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457200" y="7416164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Gerald Ramírez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350770" y="5570220"/>
            <a:ext cx="1798320" cy="1798320"/>
          </a:xfrm>
          <a:prstGeom prst="rect">
            <a:avLst/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5392" y="6024761"/>
            <a:ext cx="989076" cy="889236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350770" y="7416164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Kavi Reddy</a:t>
            </a:r>
          </a:p>
        </p:txBody>
      </p:sp>
      <p:pic>
        <p:nvPicPr>
          <p:cNvPr id="87" name="Picture 86" descr="849416329695014015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4340" y="5570220"/>
            <a:ext cx="1798320" cy="179832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4244340" y="7416164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Wesley Sander</a:t>
            </a:r>
          </a:p>
        </p:txBody>
      </p:sp>
      <p:pic>
        <p:nvPicPr>
          <p:cNvPr id="89" name="Picture 88" descr="2805387425358944817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37910" y="5570220"/>
            <a:ext cx="1798320" cy="179832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6137910" y="7416164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Isadora Schmidt</a:t>
            </a:r>
          </a:p>
        </p:txBody>
      </p:sp>
      <p:pic>
        <p:nvPicPr>
          <p:cNvPr id="91" name="Picture 90" descr="1290383330576544986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31480" y="5570220"/>
            <a:ext cx="1798320" cy="179832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031480" y="7416164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Delvin Solkinson</a:t>
            </a:r>
          </a:p>
        </p:txBody>
      </p:sp>
      <p:pic>
        <p:nvPicPr>
          <p:cNvPr id="93" name="Picture 92" descr="90109705751392189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7806690"/>
            <a:ext cx="1798320" cy="179832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457200" y="965263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Tommy Tepper</a:t>
            </a:r>
          </a:p>
        </p:txBody>
      </p:sp>
      <p:pic>
        <p:nvPicPr>
          <p:cNvPr id="95" name="Picture 94" descr="9081828690975135438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50770" y="7806690"/>
            <a:ext cx="1798320" cy="179832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2350770" y="965263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Dora Tkalec</a:t>
            </a:r>
          </a:p>
        </p:txBody>
      </p:sp>
      <p:pic>
        <p:nvPicPr>
          <p:cNvPr id="97" name="Picture 96" descr="4922728290058623727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44340" y="7806690"/>
            <a:ext cx="1798320" cy="179832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4244340" y="965263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Ayşen Üstünay</a:t>
            </a:r>
          </a:p>
        </p:txBody>
      </p:sp>
      <p:pic>
        <p:nvPicPr>
          <p:cNvPr id="99" name="Picture 98" descr="8097769650105953215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37910" y="7806690"/>
            <a:ext cx="1798320" cy="179832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6137910" y="965263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Loida Vasquez</a:t>
            </a:r>
          </a:p>
        </p:txBody>
      </p:sp>
      <p:pic>
        <p:nvPicPr>
          <p:cNvPr id="101" name="Picture 100" descr="2661217003193051857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31480" y="7806690"/>
            <a:ext cx="1798320" cy="179832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031480" y="965263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Casey Williams</a:t>
            </a:r>
          </a:p>
        </p:txBody>
      </p:sp>
      <p:pic>
        <p:nvPicPr>
          <p:cNvPr id="103" name="Picture 102" descr="soil-flatlay-borde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