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Story. Source: Anthony, Bender and van der Heijden, PNAS, 2023, https://doi.org/10.1073/pnas.2304663120. Microscopy: assets/microscopy/testate-amoeba-encysting-40x-joy-kaluf.jpg (Joy Kaluf, per the file name). Leave y 1100 to 1450 empty for the poll sticker.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80485685223204597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22371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5715000"/>
            <a:ext cx="8382000" cy="6130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200" b="1" i="0">
                <a:solidFill>
                  <a:srgbClr val="F4F1EA"/>
                </a:solidFill>
                <a:latin typeface="Montserrat"/>
              </a:rPr>
              <a:t>The biggest habitat on Earth is under your feet.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2130889"/>
            <a:ext cx="8382000" cy="1704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 i="0">
                <a:solidFill>
                  <a:srgbClr val="DBE6A7"/>
                </a:solidFill>
                <a:latin typeface="Source Sans 3"/>
              </a:rPr>
              <a:t>More than half of all species live in soil.</a:t>
            </a:r>
          </a:p>
        </p:txBody>
      </p:sp>
      <p:pic>
        <p:nvPicPr>
          <p:cNvPr id="6" name="Picture 5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4287500"/>
            <a:ext cx="1714500" cy="15414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