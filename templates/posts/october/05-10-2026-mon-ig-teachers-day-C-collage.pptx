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all fourteen mentors, round portraits, names under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celebration card. Cut-paper flowers as a bouquet, confetti dots drawn as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300">
                <a:solidFill>
                  <a:srgbClr val="B1BCB1"/>
                </a:solidFill>
                <a:latin typeface="Montserrat"/>
              </a:rPr>
              <a:t>OUR MENTORS</a:t>
            </a:r>
          </a:p>
        </p:txBody>
      </p:sp>
      <p:pic>
        <p:nvPicPr>
          <p:cNvPr id="3" name="Picture 2" descr="92201997583919005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2" y="1333500"/>
            <a:ext cx="1866900" cy="1866900"/>
          </a:xfrm>
          <a:prstGeom prst="ellipse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7212" y="3276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Tommy Tepper</a:t>
            </a:r>
          </a:p>
        </p:txBody>
      </p:sp>
      <p:pic>
        <p:nvPicPr>
          <p:cNvPr id="5" name="Picture 4" descr="357166332701858908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87" y="1333500"/>
            <a:ext cx="1866900" cy="186690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52737" y="3276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Loida Vasquez</a:t>
            </a:r>
          </a:p>
        </p:txBody>
      </p:sp>
      <p:pic>
        <p:nvPicPr>
          <p:cNvPr id="7" name="Picture 6" descr="46167082207313662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2" y="1333500"/>
            <a:ext cx="1866900" cy="1866900"/>
          </a:xfrm>
          <a:prstGeom prst="ellipse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8262" y="3276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Carla Portugal</a:t>
            </a:r>
          </a:p>
        </p:txBody>
      </p:sp>
      <p:pic>
        <p:nvPicPr>
          <p:cNvPr id="9" name="Picture 8" descr="527439545043269534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337" y="1333500"/>
            <a:ext cx="1866900" cy="1866900"/>
          </a:xfrm>
          <a:prstGeom prst="ellipse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3787" y="32766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Wesley Sanders</a:t>
            </a:r>
          </a:p>
        </p:txBody>
      </p:sp>
      <p:pic>
        <p:nvPicPr>
          <p:cNvPr id="11" name="Picture 10" descr="277606723086101768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62" y="4095750"/>
            <a:ext cx="1866900" cy="1866900"/>
          </a:xfrm>
          <a:prstGeom prst="ellipse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7212" y="60388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Casey Williams</a:t>
            </a:r>
          </a:p>
        </p:txBody>
      </p:sp>
      <p:pic>
        <p:nvPicPr>
          <p:cNvPr id="13" name="Picture 12" descr="863331358968431027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2287" y="4095750"/>
            <a:ext cx="1866900" cy="1866900"/>
          </a:xfrm>
          <a:prstGeom prst="ellipse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52737" y="60388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Brian Daubenspeck</a:t>
            </a:r>
          </a:p>
        </p:txBody>
      </p:sp>
      <p:pic>
        <p:nvPicPr>
          <p:cNvPr id="15" name="Picture 14" descr="532894824820552852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2" y="4095750"/>
            <a:ext cx="1866900" cy="1866900"/>
          </a:xfrm>
          <a:prstGeom prst="ellipse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8262" y="60388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Isadora Schmidt</a:t>
            </a:r>
          </a:p>
        </p:txBody>
      </p:sp>
      <p:pic>
        <p:nvPicPr>
          <p:cNvPr id="17" name="Picture 16" descr="688435203517550103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3337" y="4095750"/>
            <a:ext cx="1866900" cy="1866900"/>
          </a:xfrm>
          <a:prstGeom prst="ellipse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43787" y="60388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Aysen Ustunay</a:t>
            </a:r>
          </a:p>
        </p:txBody>
      </p:sp>
      <p:pic>
        <p:nvPicPr>
          <p:cNvPr id="19" name="Picture 18" descr="821111679325077936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762" y="6858000"/>
            <a:ext cx="1866900" cy="1866900"/>
          </a:xfrm>
          <a:prstGeom prst="ellipse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7212" y="88011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Dora Tkalec</a:t>
            </a:r>
          </a:p>
        </p:txBody>
      </p:sp>
      <p:pic>
        <p:nvPicPr>
          <p:cNvPr id="21" name="Picture 20" descr="550118017981545434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2287" y="6858000"/>
            <a:ext cx="1866900" cy="1866900"/>
          </a:xfrm>
          <a:prstGeom prst="ellipse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52737" y="88011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Gerald Ramirez</a:t>
            </a:r>
          </a:p>
        </p:txBody>
      </p:sp>
      <p:pic>
        <p:nvPicPr>
          <p:cNvPr id="23" name="Picture 22" descr="757868248171768698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7812" y="6858000"/>
            <a:ext cx="1866900" cy="1866900"/>
          </a:xfrm>
          <a:prstGeom prst="ellipse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48262" y="88011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Elena Kalli</a:t>
            </a:r>
          </a:p>
        </p:txBody>
      </p:sp>
      <p:pic>
        <p:nvPicPr>
          <p:cNvPr id="25" name="Picture 24" descr="624576695619605446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3337" y="6858000"/>
            <a:ext cx="1866900" cy="1866900"/>
          </a:xfrm>
          <a:prstGeom prst="ellipse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43787" y="88011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Ib Borup Pederson</a:t>
            </a:r>
          </a:p>
        </p:txBody>
      </p:sp>
      <p:pic>
        <p:nvPicPr>
          <p:cNvPr id="27" name="Picture 26" descr="179642713422124742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62287" y="9620250"/>
            <a:ext cx="1866900" cy="1866900"/>
          </a:xfrm>
          <a:prstGeom prst="ellipse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52737" y="115633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Nick Padwick</a:t>
            </a:r>
          </a:p>
        </p:txBody>
      </p:sp>
      <p:pic>
        <p:nvPicPr>
          <p:cNvPr id="29" name="Picture 28" descr="5204634536332231877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57812" y="9620250"/>
            <a:ext cx="1866900" cy="1866900"/>
          </a:xfrm>
          <a:prstGeom prst="ellipse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8262" y="115633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F3F1EA"/>
                </a:solidFill>
                <a:latin typeface="Montserrat"/>
              </a:rPr>
              <a:t>Delvin Solkinson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12192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  <p:pic>
        <p:nvPicPr>
          <p:cNvPr id="32" name="Picture 31" descr="foundation-logo-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0" y="11516532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65451" y="866308"/>
            <a:ext cx="174168" cy="174168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1749" y="1039709"/>
            <a:ext cx="203075" cy="203075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90455" y="469058"/>
            <a:ext cx="148864" cy="148864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935184" y="450872"/>
            <a:ext cx="123748" cy="123748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90886" y="580576"/>
            <a:ext cx="194400" cy="19440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0825" y="1576530"/>
            <a:ext cx="111111" cy="111111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33318" y="499881"/>
            <a:ext cx="206388" cy="206388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6170" y="634667"/>
            <a:ext cx="207540" cy="20754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81519" y="1842623"/>
            <a:ext cx="156883" cy="156883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76786" y="1854085"/>
            <a:ext cx="117753" cy="117753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70044" y="870606"/>
            <a:ext cx="114218" cy="114218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3552" y="823105"/>
            <a:ext cx="188678" cy="188678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2579" y="1383495"/>
            <a:ext cx="133871" cy="133871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8027" y="781344"/>
            <a:ext cx="174850" cy="17485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72933" y="1426785"/>
            <a:ext cx="101765" cy="101765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41498" y="864865"/>
            <a:ext cx="141460" cy="14146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34143" y="878694"/>
            <a:ext cx="161374" cy="161374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07869" y="1431787"/>
            <a:ext cx="166540" cy="16654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91997" y="684226"/>
            <a:ext cx="188918" cy="188918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95632" y="860248"/>
            <a:ext cx="155223" cy="155223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89619" y="1497593"/>
            <a:ext cx="186373" cy="186373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937" y="1817236"/>
            <a:ext cx="105671" cy="105671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68478" y="872931"/>
            <a:ext cx="112188" cy="112188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07922" y="1168474"/>
            <a:ext cx="130963" cy="130963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38953" y="1579164"/>
            <a:ext cx="166893" cy="166893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84946" y="547306"/>
            <a:ext cx="100799" cy="100799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61242" y="942984"/>
            <a:ext cx="122377" cy="122377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90508" y="690900"/>
            <a:ext cx="169655" cy="169655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0999" y="1769095"/>
            <a:ext cx="98990" cy="98990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00452" y="621031"/>
            <a:ext cx="207412" cy="207412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46894" y="1306524"/>
            <a:ext cx="185319" cy="185319"/>
          </a:xfrm>
          <a:prstGeom prst="ellipse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56858" y="889726"/>
            <a:ext cx="101967" cy="101967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32931" y="1019521"/>
            <a:ext cx="209469" cy="209469"/>
          </a:xfrm>
          <a:prstGeom prst="ellipse">
            <a:avLst/>
          </a:pr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1542" y="1020144"/>
            <a:ext cx="151046" cy="151046"/>
          </a:xfrm>
          <a:prstGeom prst="ellipse">
            <a:avLst/>
          </a:pr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21907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 spc="400">
                <a:solidFill>
                  <a:srgbClr val="31662F"/>
                </a:solidFill>
                <a:latin typeface="Montserrat"/>
              </a:rPr>
              <a:t>OCTOBER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62250"/>
            <a:ext cx="8763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523875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0" i="1">
                <a:solidFill>
                  <a:srgbClr val="1A1A1A"/>
                </a:solidFill>
                <a:latin typeface="EB Garamond"/>
              </a:rPr>
              <a:t>Thank you to the mentors who teach our students to see soil.</a:t>
            </a:r>
          </a:p>
        </p:txBody>
      </p:sp>
      <p:pic>
        <p:nvPicPr>
          <p:cNvPr id="39" name="Picture 38" descr="td-leaf-sprig-paper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8458200"/>
            <a:ext cx="1809750" cy="2895600"/>
          </a:xfrm>
          <a:prstGeom prst="rect">
            <a:avLst/>
          </a:prstGeom>
        </p:spPr>
      </p:pic>
      <p:pic>
        <p:nvPicPr>
          <p:cNvPr id="40" name="Picture 39" descr="td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375" y="8065845"/>
            <a:ext cx="2000250" cy="3013559"/>
          </a:xfrm>
          <a:prstGeom prst="rect">
            <a:avLst/>
          </a:prstGeom>
        </p:spPr>
      </p:pic>
      <p:pic>
        <p:nvPicPr>
          <p:cNvPr id="41" name="Picture 40" descr="td-tithonia-flower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7376861"/>
            <a:ext cx="2095500" cy="4010526"/>
          </a:xfrm>
          <a:prstGeom prst="rect">
            <a:avLst/>
          </a:prstGeom>
        </p:spPr>
      </p:pic>
      <p:pic>
        <p:nvPicPr>
          <p:cNvPr id="42" name="Picture 41" descr="td-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8282141"/>
            <a:ext cx="2000249" cy="2580967"/>
          </a:xfrm>
          <a:prstGeom prst="rect">
            <a:avLst/>
          </a:prstGeom>
        </p:spPr>
      </p:pic>
      <p:pic>
        <p:nvPicPr>
          <p:cNvPr id="43" name="Picture 42" descr="td-happy-seedling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0" y="9173606"/>
            <a:ext cx="1809749" cy="2036286"/>
          </a:xfrm>
          <a:prstGeom prst="rect">
            <a:avLst/>
          </a:prstGeom>
        </p:spPr>
      </p:pic>
      <p:pic>
        <p:nvPicPr>
          <p:cNvPr id="44" name="Picture 43" descr="foundation-logo-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0" y="11526147"/>
            <a:ext cx="952500" cy="856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