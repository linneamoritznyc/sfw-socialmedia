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 recipient at their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4646567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4646567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SCHOLARSHIP RECIPIENT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16039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4F1EA"/>
                </a:solidFill>
                <a:latin typeface="Montserrat"/>
              </a:rPr>
              <a:t>[COPY: Allison] Name from Country studies with us on a scholarship.</a:t>
            </a:r>
          </a:p>
        </p:txBody>
      </p:sp>
      <p:sp>
        <p:nvSpPr>
          <p:cNvPr id="8" name="Oval 7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their land 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THEIR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What their land or work looks like.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their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WHAT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What they want to do with what they learn.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72872"/>
            <a:ext cx="8382000" cy="2655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Your donations make this possible.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sp>
        <p:nvSpPr>
          <p:cNvPr id="5" name="Oval 4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