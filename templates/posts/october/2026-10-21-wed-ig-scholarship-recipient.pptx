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the recipient at their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762000"/>
            <a:ext cx="4646567" cy="666750"/>
          </a:xfrm>
          <a:prstGeom prst="roundRect">
            <a:avLst>
              <a:gd name="adj" fmla="val 50000"/>
            </a:avLst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4646567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B1BCB1"/>
                </a:solidFill>
                <a:latin typeface="Montserrat"/>
              </a:rPr>
              <a:t>SCHOLARSHIP RECIPIENT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429750"/>
            <a:ext cx="10287000" cy="3429000"/>
          </a:xfrm>
          <a:prstGeom prst="rect">
            <a:avLst/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9810750"/>
            <a:ext cx="7620000" cy="1603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3F1EA"/>
                </a:solidFill>
                <a:latin typeface="Montserrat"/>
              </a:rPr>
              <a:t>[COPY: Allison] Name from Country studies with us on a scholarship.</a:t>
            </a:r>
          </a:p>
        </p:txBody>
      </p:sp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their land 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31662F"/>
                </a:solidFill>
                <a:latin typeface="Montserrat"/>
              </a:rPr>
              <a:t>THEIR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1E3F1D"/>
                </a:solidFill>
                <a:latin typeface="Source Sans 3"/>
              </a:rPr>
              <a:t>[COPY: Allison] What their land or work looks like.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their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31662F"/>
                </a:solidFill>
                <a:latin typeface="Montserrat"/>
              </a:rPr>
              <a:t>WHAT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1E3F1D"/>
                </a:solidFill>
                <a:latin typeface="Source Sans 3"/>
              </a:rPr>
              <a:t>[COPY: Allison] What they want to do with what they learn.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672872"/>
            <a:ext cx="8382000" cy="2655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3F1EA"/>
                </a:solidFill>
                <a:latin typeface="Montserrat"/>
              </a:rPr>
              <a:t>Your donations make this possible.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67000" y="7620000"/>
            <a:ext cx="4953000" cy="1047750"/>
          </a:xfrm>
          <a:prstGeom prst="roundRect">
            <a:avLst>
              <a:gd name="adj" fmla="val 36363"/>
            </a:avLst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0" y="7620000"/>
            <a:ext cx="4953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1E3F1D"/>
                </a:solidFill>
                <a:latin typeface="Montserrat"/>
              </a:rPr>
              <a:t>Donate: link in bio</a:t>
            </a:r>
          </a:p>
        </p:txBody>
      </p:sp>
      <p:pic>
        <p:nvPicPr>
          <p:cNvPr id="5" name="Picture 4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