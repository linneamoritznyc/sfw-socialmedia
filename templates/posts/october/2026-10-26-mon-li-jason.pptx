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 at his facility, windrows and bagged compost in the same shot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