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430000" cy="59721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5972175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2400" y="0"/>
            <a:ext cx="11125200" cy="59721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4A463F"/>
                </a:solidFill>
                <a:latin typeface="Source Sans 3"/>
              </a:rPr>
              <a:t>PHOTO: Jason at his facility, windrows and bagged compost in the same shot</a:t>
            </a:r>
          </a:p>
        </p:txBody>
      </p:sp>
      <p:sp>
        <p:nvSpPr>
          <p:cNvPr id="4" name="Oval 3"/>
          <p:cNvSpPr/>
          <p:nvPr/>
        </p:nvSpPr>
        <p:spPr>
          <a:xfrm>
            <a:off x="10287000" y="4829175"/>
            <a:ext cx="666750" cy="666750"/>
          </a:xfrm>
          <a:prstGeom prst="ellipse">
            <a:avLst/>
          </a:prstGeom>
          <a:noFill/>
          <a:ln w="19050">
            <a:solidFill>
              <a:srgbClr val="F4F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87000" y="4829175"/>
            <a:ext cx="66675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F4F1EA"/>
                </a:solidFill>
                <a:latin typeface="Montserrat"/>
              </a:rPr>
              <a:t>LOGO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