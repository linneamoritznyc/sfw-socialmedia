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B, blue.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80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3780B8"/>
              </a:gs>
              <a:gs pos="100000">
                <a:srgbClr val="1F4E73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23627874235857184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2E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CEBF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CEBF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