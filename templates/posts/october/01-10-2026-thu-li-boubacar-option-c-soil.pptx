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C, soil brown. Trifold style: gradient panel, tracked eyebrow, Montserrat headline, EB Garamond serif. EB Garamond is in the repo (assets/font) and in Canva. No stickers.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52914137360050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0"/>
            <a:ext cx="6477000" cy="5972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34000" cy="5972175"/>
          </a:xfrm>
          <a:prstGeom prst="rect">
            <a:avLst/>
          </a:prstGeom>
          <a:solidFill>
            <a:srgbClr val="3A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0" y="0"/>
            <a:ext cx="2476500" cy="5972175"/>
          </a:xfrm>
          <a:prstGeom prst="rect">
            <a:avLst/>
          </a:prstGeom>
          <a:gradFill rotWithShape="1">
            <a:gsLst>
              <a:gs pos="0">
                <a:srgbClr val="3A2524"/>
              </a:gs>
              <a:gs pos="100000">
                <a:srgbClr val="3A2524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857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E8CDB8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" y="1219200"/>
            <a:ext cx="571500" cy="28575"/>
          </a:xfrm>
          <a:prstGeom prst="rect">
            <a:avLst/>
          </a:prstGeom>
          <a:solidFill>
            <a:srgbClr val="C89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428750"/>
            <a:ext cx="5715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4F1EA"/>
                </a:solidFill>
                <a:latin typeface="Montserrat"/>
              </a:rPr>
              <a:t>Boubacar Tidiane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4F1EA"/>
                </a:solidFill>
                <a:latin typeface="Montserrat"/>
              </a:rPr>
              <a:t>Diallo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8575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1">
                <a:solidFill>
                  <a:srgbClr val="E8CDB8"/>
                </a:solidFill>
                <a:latin typeface="EB Garamond"/>
              </a:rPr>
              <a:t>Guinea-Conakry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5242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85000"/>
                  </a:srgbClr>
                </a:solidFill>
                <a:latin typeface="EB Garamond"/>
              </a:rPr>
              <a:t>Gnaly Coffee &amp; AgroÉcole Bio, Fouta Djallon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905375"/>
            <a:ext cx="762000" cy="685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