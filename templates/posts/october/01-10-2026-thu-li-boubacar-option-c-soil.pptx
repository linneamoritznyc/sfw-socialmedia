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C, soil brown.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34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2748881326091752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6477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34000" cy="5972175"/>
          </a:xfrm>
          <a:prstGeom prst="rect">
            <a:avLst/>
          </a:prstGeom>
          <a:solidFill>
            <a:srgbClr val="3A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34000" y="0"/>
            <a:ext cx="2476500" cy="5972175"/>
          </a:xfrm>
          <a:prstGeom prst="rect">
            <a:avLst/>
          </a:prstGeom>
          <a:gradFill rotWithShape="1">
            <a:gsLst>
              <a:gs pos="0">
                <a:srgbClr val="3A2524"/>
              </a:gs>
              <a:gs pos="100000">
                <a:srgbClr val="3A252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8572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219200"/>
            <a:ext cx="571500" cy="28575"/>
          </a:xfrm>
          <a:prstGeom prst="rect">
            <a:avLst/>
          </a:prstGeom>
          <a:solidFill>
            <a:srgbClr val="C89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42875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E8CDB8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85000"/>
                  </a:srgbClr>
                </a:solidFill>
                <a:latin typeface="EB Garamond"/>
              </a:rPr>
              <a:t>Gnaly Coffee &amp; AgroÉcole Bio, Fouta Djallon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