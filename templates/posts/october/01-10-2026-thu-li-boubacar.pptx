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cover image.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assets/photo/boubacar/boubacar-portrait-bananas.jpg. Words are the same as the Instagram cover. Guinea flag drawn as shapes; crops are cut-paper pieces.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1359817966204153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85800" y="495300"/>
            <a:ext cx="4152900" cy="4914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5317066398094781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666750"/>
            <a:ext cx="381000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381000" y="361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3619500" y="361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34000" y="857250"/>
            <a:ext cx="4953000" cy="571500"/>
          </a:xfrm>
          <a:prstGeom prst="roundRect">
            <a:avLst>
              <a:gd name="adj" fmla="val 50000"/>
            </a:avLst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0" y="8572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1809750"/>
            <a:ext cx="59055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22371F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22371F"/>
                </a:solidFill>
                <a:latin typeface="Montserrat"/>
              </a:rPr>
              <a:t>Diallo, Guinea-Conakry</a:t>
            </a:r>
          </a:p>
        </p:txBody>
      </p:sp>
      <p:grpSp>
        <p:nvGrpSpPr>
          <p:cNvPr id="10" name="Group 9"/>
          <p:cNvGrpSpPr/>
          <p:nvPr/>
        </p:nvGrpSpPr>
        <p:grpSpPr>
          <a:xfrm rot="21240000">
            <a:off x="0" y="0"/>
            <a:ext cx="6619875" cy="4540250"/>
            <a:chOff x="0" y="0"/>
            <a:chExt cx="6619875" cy="4540250"/>
          </a:xfrm>
        </p:grpSpPr>
        <p:sp>
          <p:nvSpPr>
            <p:cNvPr id="11" name="Rectangle 10"/>
            <p:cNvSpPr/>
            <p:nvPr/>
          </p:nvSpPr>
          <p:spPr>
            <a:xfrm>
              <a:off x="5572125" y="3841750"/>
              <a:ext cx="1047750" cy="698500"/>
            </a:xfrm>
            <a:prstGeom prst="rect">
              <a:avLst/>
            </a:prstGeom>
            <a:solidFill>
              <a:srgbClr val="FFFFFF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572125" y="3841750"/>
              <a:ext cx="358775" cy="698500"/>
            </a:xfrm>
            <a:prstGeom prst="rect">
              <a:avLst/>
            </a:prstGeom>
            <a:solidFill>
              <a:srgbClr val="CE11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921375" y="3841750"/>
              <a:ext cx="358775" cy="698500"/>
            </a:xfrm>
            <a:prstGeom prst="rect">
              <a:avLst/>
            </a:prstGeom>
            <a:solidFill>
              <a:srgbClr val="FCD11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70625" y="3841750"/>
              <a:ext cx="349250" cy="698500"/>
            </a:xfrm>
            <a:prstGeom prst="rect">
              <a:avLst/>
            </a:prstGeom>
            <a:solidFill>
              <a:srgbClr val="0094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5" name="Picture 14" descr="trim-coffee-cherries-branch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40000">
            <a:off x="10048875" y="3368548"/>
            <a:ext cx="1238250" cy="1263902"/>
          </a:xfrm>
          <a:prstGeom prst="rect">
            <a:avLst/>
          </a:prstGeom>
        </p:spPr>
      </p:pic>
      <p:pic>
        <p:nvPicPr>
          <p:cNvPr id="16" name="Picture 15" descr="trim-coffee-cup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6905625" y="3910477"/>
            <a:ext cx="1428750" cy="1132545"/>
          </a:xfrm>
          <a:prstGeom prst="rect">
            <a:avLst/>
          </a:prstGeom>
        </p:spPr>
      </p:pic>
      <p:pic>
        <p:nvPicPr>
          <p:cNvPr id="17" name="Picture 16" descr="trim-cocoa-beans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000000">
            <a:off x="8429625" y="3924636"/>
            <a:ext cx="1428750" cy="1485226"/>
          </a:xfrm>
          <a:prstGeom prst="rect">
            <a:avLst/>
          </a:prstGeom>
        </p:spPr>
      </p:pic>
      <p:pic>
        <p:nvPicPr>
          <p:cNvPr id="18" name="Picture 17" descr="trim-pineapple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000000">
            <a:off x="95250" y="3888454"/>
            <a:ext cx="1143000" cy="2129091"/>
          </a:xfrm>
          <a:prstGeom prst="rect">
            <a:avLst/>
          </a:prstGeom>
        </p:spPr>
      </p:pic>
      <p:pic>
        <p:nvPicPr>
          <p:cNvPr id="19" name="Picture 18" descr="trim-tithonia-flower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720000">
            <a:off x="4381500" y="3858652"/>
            <a:ext cx="1143000" cy="2188694"/>
          </a:xfrm>
          <a:prstGeom prst="rect">
            <a:avLst/>
          </a:prstGeom>
        </p:spPr>
      </p:pic>
      <p:pic>
        <p:nvPicPr>
          <p:cNvPr id="20" name="Picture 19" descr="trim-leaf-sprig-paper-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160000">
            <a:off x="190500" y="-57150"/>
            <a:ext cx="1143000" cy="1828800"/>
          </a:xfrm>
          <a:prstGeom prst="rect">
            <a:avLst/>
          </a:prstGeom>
        </p:spPr>
      </p:pic>
      <p:pic>
        <p:nvPicPr>
          <p:cNvPr id="21" name="Picture 20" descr="foundation-logo-colo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91750" y="4829175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