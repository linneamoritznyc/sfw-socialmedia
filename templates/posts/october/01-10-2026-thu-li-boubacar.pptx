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1940097718839977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4987241303465555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95300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80975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22371F"/>
                </a:solidFill>
                <a:latin typeface="Montserrat"/>
              </a:rPr>
              <a:t>Diallo, Guinea-Conakry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048875" y="3368548"/>
            <a:ext cx="1238250" cy="1263902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