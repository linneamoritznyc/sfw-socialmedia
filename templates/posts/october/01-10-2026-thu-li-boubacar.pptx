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image. Instagram collab: @tidia.diallo.1.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assets/photo/boubacar/boubacar-portrait-bananas.jpg, cropped to landscape. The mulched-field photo was the first choice, but it is portrait and any landscape crop cut off his head. No text on the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54600980319899338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pic>
        <p:nvPicPr>
          <p:cNvPr id="3" name="Picture 2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14900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