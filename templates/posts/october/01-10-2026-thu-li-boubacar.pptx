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assets/photo/boubacar/boubacar-portrait-bananas.jpg, cropped to landscape. The mulched-field photo was the first choice, but it is portrait and any landscape crop cut off his head. No text on the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7996222983848851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14900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