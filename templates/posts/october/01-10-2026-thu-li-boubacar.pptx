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LinkedIn image. Instagram collab: @tidia.diallo.1.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 Photo: assets/photo/boubacar/boubacar-portrait-bananas.jpg, cropped to landscape. The mulched-field photo was the first choice, but it is portrait and any landscape crop cut off his head. No text on the photo.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884035240058195376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00" cy="5972175"/>
          </a:xfrm>
          <a:prstGeom prst="rect">
            <a:avLst/>
          </a:prstGeom>
        </p:spPr>
      </p:pic>
      <p:pic>
        <p:nvPicPr>
          <p:cNvPr id="3" name="Picture 2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4914900"/>
            <a:ext cx="857250" cy="77071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