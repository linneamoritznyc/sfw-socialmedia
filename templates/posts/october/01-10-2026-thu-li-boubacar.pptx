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27258483801454409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957267772993644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95300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80975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Diallo, Guinea-Conakry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048875" y="3368548"/>
            <a:ext cx="1238250" cy="1263902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