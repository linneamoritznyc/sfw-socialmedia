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60960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60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Michael's family garden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096000"/>
            <a:ext cx="10287000" cy="76200"/>
          </a:xfrm>
          <a:prstGeom prst="rect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6667500"/>
            <a:ext cx="7620000" cy="362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200">
                <a:solidFill>
                  <a:srgbClr val="DBE6A7"/>
                </a:solidFill>
                <a:latin typeface="Montserrat"/>
              </a:rPr>
              <a:t>WORLD FOOD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334250"/>
            <a:ext cx="7620000" cy="4006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600" b="1" i="0">
                <a:solidFill>
                  <a:srgbClr val="F4F1EA"/>
                </a:solidFill>
                <a:latin typeface="Montserrat"/>
              </a:rPr>
              <a:t>Your food is only as nutritious as your soil is alive.</a:t>
            </a:r>
          </a:p>
        </p:txBody>
      </p:sp>
      <p:pic>
        <p:nvPicPr>
          <p:cNvPr id="7" name="Picture 6" descr="foundation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501" y="11239500"/>
            <a:ext cx="953498" cy="857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4F1EA">
                    <a:alpha val="60000"/>
                  </a:srgbClr>
                </a:solidFill>
                <a:latin typeface="Source Sans 3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53000" y="2857500"/>
            <a:ext cx="4953000" cy="476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0" b="1" i="0">
                <a:solidFill>
                  <a:srgbClr val="59A66C">
                    <a:alpha val="20000"/>
                  </a:srgbClr>
                </a:solidFill>
                <a:latin typeface="Montserrat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4905413"/>
            <a:ext cx="6096000" cy="31431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000" b="1" i="0">
                <a:solidFill>
                  <a:srgbClr val="22371F"/>
                </a:solidFill>
                <a:latin typeface="Montserrat"/>
              </a:rPr>
              <a:t>[COPY: Allison] Question 1: nutrient density in food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53000" y="2857500"/>
            <a:ext cx="4953000" cy="476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0" b="1" i="0">
                <a:solidFill>
                  <a:srgbClr val="59A66C">
                    <a:alpha val="20000"/>
                  </a:srgbClr>
                </a:solidFill>
                <a:latin typeface="Montserrat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4905413"/>
            <a:ext cx="6096000" cy="31431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000" b="1" i="0">
                <a:solidFill>
                  <a:srgbClr val="22371F"/>
                </a:solidFill>
                <a:latin typeface="Montserrat"/>
              </a:rPr>
              <a:t>[COPY: Allison] Question 2: bare soil over winter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53000" y="2857500"/>
            <a:ext cx="4953000" cy="476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0" b="1" i="0">
                <a:solidFill>
                  <a:srgbClr val="59A66C">
                    <a:alpha val="20000"/>
                  </a:srgbClr>
                </a:solidFill>
                <a:latin typeface="Montserrat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4524422"/>
            <a:ext cx="6096000" cy="3905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000" b="1" i="0">
                <a:solidFill>
                  <a:srgbClr val="22371F"/>
                </a:solidFill>
                <a:latin typeface="Montserrat"/>
              </a:rPr>
              <a:t>[COPY: Allison] Question 3: how organic food is marketed and priced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53000" y="2857500"/>
            <a:ext cx="4953000" cy="476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0" b="1" i="0">
                <a:solidFill>
                  <a:srgbClr val="59A66C">
                    <a:alpha val="20000"/>
                  </a:srgbClr>
                </a:solidFill>
                <a:latin typeface="Montserrat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4524422"/>
            <a:ext cx="6096000" cy="3905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000" b="1" i="0">
                <a:solidFill>
                  <a:srgbClr val="22371F"/>
                </a:solidFill>
                <a:latin typeface="Montserrat"/>
              </a:rPr>
              <a:t>[COPY: Allison] Question 4: insect damage on organic produce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53000" y="2857500"/>
            <a:ext cx="4953000" cy="476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0" b="1" i="0">
                <a:solidFill>
                  <a:srgbClr val="59A66C">
                    <a:alpha val="20000"/>
                  </a:srgbClr>
                </a:solidFill>
                <a:latin typeface="Montserrat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4905413"/>
            <a:ext cx="6096000" cy="31431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000" b="1" i="0">
                <a:solidFill>
                  <a:srgbClr val="22371F"/>
                </a:solidFill>
                <a:latin typeface="Montserrat"/>
              </a:rPr>
              <a:t>[COPY: Allison] Question 5: composting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143000"/>
            <a:ext cx="2857500" cy="3301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6000" b="1" i="0">
                <a:solidFill>
                  <a:srgbClr val="156826">
                    <a:alpha val="30000"/>
                  </a:srgbClr>
                </a:solidFill>
                <a:latin typeface="Montserrat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4267245"/>
            <a:ext cx="8382000" cy="3752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 i="0">
                <a:solidFill>
                  <a:srgbClr val="22371F"/>
                </a:solidFill>
                <a:latin typeface="Montserrat"/>
              </a:rPr>
              <a:t>“For these questions and many more I found the answers while studying at the SFW school.”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8305754"/>
            <a:ext cx="838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156826"/>
                </a:solidFill>
                <a:latin typeface="Source Sans 3"/>
              </a:rPr>
              <a:t>Michael Evrard, Germany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