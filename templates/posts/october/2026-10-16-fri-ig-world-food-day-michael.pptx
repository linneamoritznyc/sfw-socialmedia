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Michael's family garden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WORLD FOOD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4006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Your food is only as nutritious as your soil is alive.</a:t>
            </a:r>
          </a:p>
        </p:txBody>
      </p:sp>
      <p:sp>
        <p:nvSpPr>
          <p:cNvPr id="7" name="Oval 6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59A66C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905413"/>
            <a:ext cx="6096000" cy="31431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[COPY: Allison] Question 1: nutrient density in food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59A66C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905413"/>
            <a:ext cx="6096000" cy="31431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[COPY: Allison] Question 2: bare soil over winter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59A66C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524422"/>
            <a:ext cx="6096000" cy="3905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[COPY: Allison] Question 3: how organic food is marketed and priced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59A66C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524422"/>
            <a:ext cx="6096000" cy="3905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[COPY: Allison] Question 4: insect damage on organic produce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59A66C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905413"/>
            <a:ext cx="6096000" cy="31431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[COPY: Allison] Question 5: composting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267245"/>
            <a:ext cx="8382000" cy="37527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“For these questions and many more I found the answers while studying at the SFW school.”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305754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Michael Evrard, Germany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