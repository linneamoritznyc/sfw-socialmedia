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cover: cut-paper soil strip made with Replicate (flux-2-pro, style-reference.png).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52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295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438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581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7620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867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7010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8153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9296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5-Point Star 67"/>
          <p:cNvSpPr/>
          <p:nvPr/>
        </p:nvSpPr>
        <p:spPr>
          <a:xfrm>
            <a:off x="2981325" y="2200275"/>
            <a:ext cx="323850" cy="323850"/>
          </a:xfrm>
          <a:prstGeom prst="star5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5-Point Star 68"/>
          <p:cNvSpPr/>
          <p:nvPr/>
        </p:nvSpPr>
        <p:spPr>
          <a:xfrm>
            <a:off x="6981825" y="2200275"/>
            <a:ext cx="323850" cy="323850"/>
          </a:xfrm>
          <a:prstGeom prst="star5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2000" y="2143125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400">
                <a:solidFill>
                  <a:srgbClr val="31662F"/>
                </a:solidFill>
                <a:latin typeface="Montserrat"/>
              </a:rPr>
              <a:t>OCTOBER 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000" y="2714625"/>
            <a:ext cx="8763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05000" y="5191125"/>
            <a:ext cx="6477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Thank you to our instructors and education staff.</a:t>
            </a:r>
          </a:p>
        </p:txBody>
      </p:sp>
      <p:sp>
        <p:nvSpPr>
          <p:cNvPr id="73" name="Oval 72"/>
          <p:cNvSpPr/>
          <p:nvPr/>
        </p:nvSpPr>
        <p:spPr>
          <a:xfrm>
            <a:off x="1214437" y="6096000"/>
            <a:ext cx="1190625" cy="1452562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476375" y="6328410"/>
            <a:ext cx="142875" cy="290512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724025" y="7510462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1809750" y="7643812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828673" y="7700962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846842" y="7758112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1863532" y="7815262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1878078" y="7872412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889900" y="7929562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898526" y="7986712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903614" y="8043862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1902508" y="8101012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896360" y="8158162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1886759" y="8215312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1874087" y="8272462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1858851" y="8329612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1841657" y="8386762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823191" y="8443912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1804189" y="8501062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1785409" y="8558212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1767599" y="8615362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1751470" y="8672512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1737664" y="8729662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1726732" y="8786812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719109" y="8843962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715100" y="8901112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1714865" y="8958262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1714865" y="9015412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1718412" y="9072562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1725600" y="9129712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1736144" y="9186862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1749621" y="9244012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1765496" y="9301162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1783135" y="9358312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57187" y="5619750"/>
            <a:ext cx="1285875" cy="1568767"/>
          </a:xfrm>
          <a:prstGeom prst="ellipse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40079" y="5870752"/>
            <a:ext cx="154305" cy="31375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914400" y="7150417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000125" y="7283767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019048" y="7340917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1037217" y="7398067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1053907" y="7455217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1068453" y="7512367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080275" y="7569517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088901" y="7626667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1093989" y="7683817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1092883" y="7740967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086735" y="7798117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077134" y="7855267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1064462" y="7912417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1049226" y="7969567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1032032" y="8026717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013566" y="8083867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994564" y="8141017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975784" y="8198167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957974" y="8255317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941845" y="8312467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928039" y="8369617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917107" y="8426767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909484" y="8483917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905475" y="8541067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905240" y="8598217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905240" y="8655367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908787" y="8712517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915975" y="8769667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926519" y="8826817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939996" y="8883967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955871" y="8941117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973510" y="8998267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992210" y="9055417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011226" y="9112567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1029799" y="9169717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047189" y="9226867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062702" y="9284017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075721" y="9341167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881062" y="6858000"/>
            <a:ext cx="1095375" cy="1336357"/>
          </a:xfrm>
          <a:prstGeom prst="ellipse">
            <a:avLst/>
          </a:pr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122045" y="7071817"/>
            <a:ext cx="131445" cy="267271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343025" y="8156257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428750" y="8289607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447673" y="8346757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465842" y="8403907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1482532" y="8461057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497078" y="8518207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508900" y="8575357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517526" y="8632507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522614" y="8689657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521508" y="8746807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515360" y="8803957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505759" y="8861107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493087" y="8918257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477851" y="8975407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460657" y="9032557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1442191" y="9089707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423189" y="9146857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404409" y="9204007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386599" y="9261157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1370470" y="9318307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356664" y="9375457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81937" y="6096000"/>
            <a:ext cx="1190625" cy="1452562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8143875" y="6328410"/>
            <a:ext cx="142875" cy="290512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8391525" y="7510462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8477250" y="7643812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8496173" y="7700962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8514342" y="7758112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8531032" y="7815262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8545578" y="7872412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8557400" y="7929562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8566026" y="7986712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8571114" y="8043862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8570008" y="8101012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8563860" y="8158162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8554259" y="8215312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8541587" y="8272462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8526351" y="8329612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8509157" y="8386762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8490691" y="8443912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8471689" y="8501062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8452909" y="8558212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8435099" y="8615362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8418970" y="8672512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8405164" y="8729662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8394232" y="8786812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8386609" y="8843962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8382600" y="8901112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8382365" y="8958262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8382365" y="9015412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8385912" y="9072562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8393100" y="9129712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8403644" y="9186862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8417121" y="9244012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8432996" y="9301162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8450635" y="9358312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643937" y="5619750"/>
            <a:ext cx="1285875" cy="1568767"/>
          </a:xfrm>
          <a:prstGeom prst="ellipse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926830" y="5870752"/>
            <a:ext cx="154305" cy="31375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9201150" y="7150417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9286875" y="7283767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9305798" y="7340917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9323967" y="7398067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9340657" y="7455217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9355203" y="7512367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9367025" y="7569517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9375651" y="7626667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9380739" y="7683817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9379633" y="7740967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9373485" y="7798117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9363884" y="7855267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9351212" y="7912417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9335976" y="7969567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9318782" y="8026717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9300316" y="8083867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9281314" y="8141017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9262534" y="8198167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9244724" y="8255317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9228595" y="8312467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9214789" y="8369617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9203857" y="8426767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9196234" y="8483917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9192225" y="8541067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9191990" y="8598217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9191990" y="8655367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9195537" y="8712517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9202725" y="8769667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9213269" y="8826817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9226746" y="8883967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9242621" y="8941117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9260260" y="8998267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9278960" y="9055417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9297976" y="9112567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9316549" y="9169717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9333939" y="9226867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9349452" y="9284017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9362471" y="9341167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310562" y="6858000"/>
            <a:ext cx="1095375" cy="1336357"/>
          </a:xfrm>
          <a:prstGeom prst="ellipse">
            <a:avLst/>
          </a:pr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551545" y="7071817"/>
            <a:ext cx="131445" cy="267271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8772525" y="8156257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8858250" y="8289607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8877173" y="8346757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8895342" y="8403907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8912032" y="8461057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8926578" y="8518207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8938400" y="8575357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8947026" y="8632507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8952114" y="8689657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8951008" y="8746807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8944860" y="8803957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8935259" y="8861107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8922587" y="8918257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8907351" y="8975407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8890157" y="9032557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8871691" y="9089707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8852689" y="9146857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8833909" y="9204007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8816099" y="9261157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8799970" y="9318307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8786164" y="9375457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7" name="Picture 266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50" y="6286500"/>
            <a:ext cx="2476500" cy="2226516"/>
          </a:xfrm>
          <a:prstGeom prst="rect">
            <a:avLst/>
          </a:prstGeom>
        </p:spPr>
      </p:pic>
      <p:sp>
        <p:nvSpPr>
          <p:cNvPr id="268" name="TextBox 267"/>
          <p:cNvSpPr txBox="1"/>
          <p:nvPr/>
        </p:nvSpPr>
        <p:spPr>
          <a:xfrm>
            <a:off x="762000" y="8620125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C3634"/>
                </a:solidFill>
                <a:latin typeface="Montserrat"/>
              </a:rPr>
              <a:t>Swipe →</a:t>
            </a:r>
          </a:p>
        </p:txBody>
      </p:sp>
      <p:pic>
        <p:nvPicPr>
          <p:cNvPr id="269" name="Picture 268" descr="soil-strip-seedl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890434"/>
            <a:ext cx="10287000" cy="4063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