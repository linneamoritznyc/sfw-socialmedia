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Seamless 3-slide carousel, clean marketing style. Sources: Lundgren et al., Environmental Research: Food Systems, 2026, https://doi.org/10.1088/2976-601X/ae8f4e; Ecdysis Foundation press release, 17 September 2026, https://www.globenewswire.com/news-release/2026/09/17/3363925/0/en/regenerative-farming-outpaces-tech-based-carbon-capture-solutions-in-first-large-scale-systemic-study.html Photos (Foundation library, not 1000 Farms sites): hand-soil-roots-fungi.jpg, erc-rancho-cacachilas-agro.jpg (Rancho Cacachilas), handling-loose-soil.jpg.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slide. Sources: Lundgren et al., Environmental Research: Food Systems, 2026, https://doi.org/10.1088/2976-601X/ae8f4e; Ecdysis Foundation press release, 17 September 2026, https://www.globenewswire.com/news-release/2026/09/17/3363925/0/en/regenerative-farming-outpaces-tech-based-carbon-capture-solutions-in-first-large-scale-systemic-study.html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Link for the caption: https://doi.org/10.1088/2976-601X/ae8f4e. Sources: Lundgren et al., Environmental Research: Food Systems, 2026, https://doi.org/10.1088/2976-601X/ae8f4e; Ecdysis Foundation press release, 17 September 2026, https://www.globenewswire.com/news-release/2026/09/17/3363925/0/en/regenerative-farming-outpaces-tech-based-carbon-capture-solutions-in-first-large-scale-systemic-study.html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572250"/>
            <a:ext cx="8763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300">
                <a:solidFill>
                  <a:srgbClr val="DBE6A7"/>
                </a:solidFill>
                <a:latin typeface="Montserrat"/>
              </a:rPr>
              <a:t>NEW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1158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DBE6A7"/>
                </a:solidFill>
                <a:latin typeface="Source Sans 3"/>
              </a:rPr>
              <a:t>Lundgren et al. 2026, Environ. Res.: Food Syst.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6858000"/>
            <a:ext cx="876300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F4F1EA"/>
                </a:solidFill>
                <a:latin typeface="Montserrat"/>
              </a:rPr>
              <a:t>39%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477375"/>
            <a:ext cx="87630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4F1EA"/>
                </a:solidFill>
                <a:latin typeface="Montserrat"/>
              </a:rPr>
              <a:t>more total carbon in the soil of the most regenerative farms.</a:t>
            </a:r>
          </a:p>
        </p:txBody>
      </p:sp>
      <p:pic>
        <p:nvPicPr>
          <p:cNvPr id="7" name="Picture 6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0" y="1134526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572250"/>
            <a:ext cx="8763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300">
                <a:solidFill>
                  <a:srgbClr val="DBE6A7"/>
                </a:solidFill>
                <a:latin typeface="Montserrat"/>
              </a:rPr>
              <a:t>SAME FARMS, MORE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1158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DBE6A7"/>
                </a:solidFill>
                <a:latin typeface="Source Sans 3"/>
              </a:rPr>
              <a:t>Lundgren et al. 2026, Environ. Res.: Food Syst.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6858000"/>
            <a:ext cx="876300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F4F1EA"/>
                </a:solidFill>
                <a:latin typeface="Montserrat"/>
              </a:rPr>
              <a:t>77%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477375"/>
            <a:ext cx="8763000" cy="812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4F1EA"/>
                </a:solidFill>
                <a:latin typeface="Montserrat"/>
              </a:rPr>
              <a:t>more total fungi.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66496"/>
            <a:ext cx="8763000" cy="1307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F4F1EA"/>
                </a:solidFill>
                <a:latin typeface="Source Sans 3"/>
              </a:rPr>
              <a:t>Soil microbes, insects, plants and birds were all more abundant.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2115800"/>
            <a:ext cx="971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572250"/>
            <a:ext cx="8763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300">
                <a:solidFill>
                  <a:srgbClr val="DBE6A7"/>
                </a:solidFill>
                <a:latin typeface="Montserrat"/>
              </a:rPr>
              <a:t>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1158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DBE6A7"/>
                </a:solidFill>
                <a:latin typeface="Source Sans 3"/>
              </a:rPr>
              <a:t>Lundgren et al. 2026, Environ. Res.: Food Syst.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000875"/>
            <a:ext cx="8763000" cy="2092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F4F1EA"/>
                </a:solidFill>
                <a:latin typeface="Montserrat"/>
              </a:rPr>
              <a:t>One practice alone changed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245524"/>
            <a:ext cx="8763000" cy="25201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F4F1EA"/>
                </a:solidFill>
                <a:latin typeface="Source Sans 3"/>
              </a:rPr>
              <a:t>Farms using just one regenerative practice looked the same as conventional farms. The outcomes came from the full system, living soil included.</a:t>
            </a:r>
          </a:p>
        </p:txBody>
      </p:sp>
      <p:pic>
        <p:nvPicPr>
          <p:cNvPr id="7" name="Picture 6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0" y="1134526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