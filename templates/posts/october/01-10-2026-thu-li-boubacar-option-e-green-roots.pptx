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1430000" cy="597217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Option E, green roots (style of the SFW 'Welcome Eric Feiler' card). Fonts: Roboto and Times New Roman, as on that card. Photo: assets/photo/boubacar/boubacar-portrait-bananas.jpg in an arch frame. Root network: assets/collage/root-network-green.png, drawn by code. Call to action: his YouTube channel (his Instagram @tidia.diallo.1 is private). Sources: Impact story sheet, Boubacar Tidiane Diallo: https://docs.google.com/spreadsheets/d/10UHLwzJLBQAsmJqmg4hiCQRjBKXPAx7UnOudU-Vsg5U/edit; Email from Boubacar to Allison, 30 September 2026; Instagram: https://www.instagram.com/tidia.diallo.1/; YouTube: https://www.youtube.com/@boubacartidianediallo; Facebook: https://www.facebook.com/btidja; Photos: sent by Boubacar to Stephanie on WhatsApp, 17 August 2026, and to Allison, September 2026. [TAG @Stephanie] Send Boubacar the final caption and slides to approve before posting, and confirm he studied on a scholarship.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jpg"/><Relationship Id="rId5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16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5972175"/>
          </a:xfrm>
          <a:prstGeom prst="rect">
            <a:avLst/>
          </a:pr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oot-network-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1430000" cy="597217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4095750"/>
            <a:ext cx="8191500" cy="1238250"/>
          </a:xfrm>
          <a:prstGeom prst="rect">
            <a:avLst/>
          </a:prstGeom>
          <a:solidFill>
            <a:srgbClr val="F6E3C2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 Same Side Corner Rectangle 4"/>
          <p:cNvSpPr/>
          <p:nvPr/>
        </p:nvSpPr>
        <p:spPr>
          <a:xfrm>
            <a:off x="7791450" y="266700"/>
            <a:ext cx="3371850" cy="55626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E3C2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3863734254881739869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5750" y="381000"/>
            <a:ext cx="3143250" cy="5334000"/>
          </a:xfrm>
          <a:prstGeom prst="round2SameRect">
            <a:avLst>
              <a:gd name="adj1" fmla="val 50000"/>
            </a:avLst>
          </a:prstGeom>
        </p:spPr>
      </p:pic>
      <p:pic>
        <p:nvPicPr>
          <p:cNvPr id="7" name="Picture 6" descr="foundation-logo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285750"/>
            <a:ext cx="1428750" cy="128452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57250" y="1809750"/>
            <a:ext cx="3143250" cy="5715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7250" y="1981200"/>
            <a:ext cx="6667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0" i="0">
                <a:solidFill>
                  <a:srgbClr val="DBE6A7"/>
                </a:solidFill>
                <a:latin typeface="Roboto"/>
              </a:rPr>
              <a:t>Happy International Coffee Day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9150" y="2381250"/>
            <a:ext cx="7239000" cy="161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5800" b="0" i="0">
                <a:solidFill>
                  <a:srgbClr val="F4F1EA"/>
                </a:solidFill>
                <a:latin typeface="Roboto"/>
              </a:rPr>
              <a:t>Boubacar Tidiane</a:t>
            </a:r>
          </a:p>
          <a:p>
            <a:pPr algn="l">
              <a:lnSpc>
                <a:spcPct val="95000"/>
              </a:lnSpc>
            </a:pPr>
            <a:r>
              <a:rPr sz="5800" b="0" i="0">
                <a:solidFill>
                  <a:srgbClr val="F4F1EA"/>
                </a:solidFill>
                <a:latin typeface="Roboto"/>
              </a:rPr>
              <a:t>Diallo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7250" y="4248150"/>
            <a:ext cx="7048500" cy="1047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0" i="0">
                <a:solidFill>
                  <a:srgbClr val="22371F"/>
                </a:solidFill>
                <a:latin typeface="Times New Roman"/>
              </a:rPr>
              <a:t>Gnaly Coffee &amp; AgroÉcole Bio</a:t>
            </a:r>
          </a:p>
          <a:p>
            <a:pPr algn="l">
              <a:lnSpc>
                <a:spcPct val="115000"/>
              </a:lnSpc>
            </a:pPr>
            <a:r>
              <a:rPr sz="2800" b="0" i="0">
                <a:solidFill>
                  <a:srgbClr val="22371F"/>
                </a:solidFill>
                <a:latin typeface="Times New Roman"/>
              </a:rPr>
              <a:t>Fouta Djallon, Guinea-Conakry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