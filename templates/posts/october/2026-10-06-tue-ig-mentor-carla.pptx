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Carla at a microscope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2000"/>
            <a:ext cx="3612813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3612813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MEET OUR MENTORS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10287000" cy="3333750"/>
          </a:xfrm>
          <a:prstGeom prst="rect">
            <a:avLst/>
          </a:prstGeom>
          <a:gradFill rotWithShape="1">
            <a:gsLst>
              <a:gs pos="0">
                <a:srgbClr val="22371F">
                  <a:alpha val="0"/>
                </a:srgbClr>
              </a:gs>
              <a:gs pos="100000">
                <a:srgbClr val="22371F">
                  <a:alpha val="7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286500"/>
            <a:ext cx="2857500" cy="1523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DBE6A7">
                    <a:alpha val="10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42950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F4F1EA"/>
                </a:solidFill>
                <a:latin typeface="Montserrat"/>
              </a:rPr>
              <a:t>The mentors, especially Carla Portugal.”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9810750"/>
            <a:ext cx="7620000" cy="1715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F4F1EA"/>
                </a:solidFill>
                <a:latin typeface="Montserrat"/>
              </a:rPr>
              <a:t>Dr. Carla Portugal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621729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Science Leader</a:t>
            </a:r>
          </a:p>
        </p:txBody>
      </p:sp>
      <p:sp>
        <p:nvSpPr>
          <p:cNvPr id="12" name="Oval 11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