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spotlight: Dr. Carla Ribeiro Machado e Portugal, Mentor &amp; Science Lead. Slide 1: close portrait, name band.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3619500"/>
            <a:ext cx="8001000" cy="190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000" b="1" i="0">
                <a:solidFill>
                  <a:srgbClr val="22371F"/>
                </a:solidFill>
                <a:latin typeface="Montserrat"/>
              </a:rPr>
              <a:t>[PHOTO: close portrait of Dr. Carla Ribeiro Machado e Portugal, at least 1080 px wide]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763250"/>
            <a:ext cx="10287000" cy="2095500"/>
          </a:xfrm>
          <a:prstGeom prst="rect">
            <a:avLst/>
          </a:prstGeom>
          <a:solidFill>
            <a:srgbClr val="22371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10763250"/>
            <a:ext cx="9067800" cy="209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F4F1EA"/>
                </a:solidFill>
                <a:latin typeface="Montserrat"/>
              </a:rPr>
              <a:t>Dr. Carla Ribeiro Machado e Portugal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3000" b="0">
                <a:solidFill>
                  <a:srgbClr val="59A66C"/>
                </a:solidFill>
                <a:latin typeface="Source Sans 3"/>
              </a:rPr>
              <a:t>Mentor &amp; Science Lead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