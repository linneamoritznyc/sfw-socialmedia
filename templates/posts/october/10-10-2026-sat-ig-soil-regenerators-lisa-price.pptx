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1A. [PHOTO NEEDED: Lisa with her seedlings] Seedling-tray collage not generated (Replicate throttled) [COLLAGE NEEDED: seedling tray].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3886007"/>
            <a:ext cx="5657850" cy="50867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59055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Lisa Price, Australia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