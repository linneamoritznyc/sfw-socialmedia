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1A, scrapbook. [PHOTO NEEDED: Lisa with her seedlings] Photo box holds the colour logo until then. Seedling tray (vegetable, herb and flower seedlings in little pots) is a drawn sticker.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120000">
            <a:off x="857250" y="1428750"/>
            <a:ext cx="8572500" cy="78105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20000">
            <a:off x="1107009" y="1667078"/>
            <a:ext cx="8096250" cy="6667500"/>
          </a:xfrm>
          <a:prstGeom prst="rect">
            <a:avLst/>
          </a:prstGeom>
          <a:pattFill prst="ltUpDiag">
            <a:fgClr>
              <a:srgbClr val="E8E2D4"/>
            </a:fgClr>
            <a:bgClr>
              <a:srgbClr val="F4F1EA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0" y="3286125"/>
            <a:ext cx="3810000" cy="34254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19800000">
            <a:off x="571500" y="1276350"/>
            <a:ext cx="1714500" cy="4953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800000">
            <a:off x="8001000" y="1276350"/>
            <a:ext cx="1714500" cy="4953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2000" y="571500"/>
            <a:ext cx="5905500" cy="666750"/>
          </a:xfrm>
          <a:prstGeom prst="roundRect">
            <a:avLst>
              <a:gd name="adj" fmla="val 50000"/>
            </a:avLst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571500"/>
            <a:ext cx="59055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DBE6A7"/>
                </a:solidFill>
                <a:latin typeface="Montserrat"/>
              </a:rPr>
              <a:t>Soil Regenerators in the wild</a:t>
            </a:r>
          </a:p>
        </p:txBody>
      </p:sp>
      <p:grpSp>
        <p:nvGrpSpPr>
          <p:cNvPr id="10" name="Group 9"/>
          <p:cNvGrpSpPr/>
          <p:nvPr/>
        </p:nvGrpSpPr>
        <p:grpSpPr>
          <a:xfrm rot="21360000">
            <a:off x="0" y="0"/>
            <a:ext cx="9429750" cy="9909810"/>
            <a:chOff x="0" y="0"/>
            <a:chExt cx="9429750" cy="9909810"/>
          </a:xfrm>
        </p:grpSpPr>
        <p:sp>
          <p:nvSpPr>
            <p:cNvPr id="11" name="Trapezoid 10"/>
            <p:cNvSpPr/>
            <p:nvPr/>
          </p:nvSpPr>
          <p:spPr>
            <a:xfrm rot="10800000">
              <a:off x="5973127" y="8925306"/>
              <a:ext cx="687705" cy="550164"/>
            </a:xfrm>
            <a:prstGeom prst="trapezoid">
              <a:avLst/>
            </a:prstGeom>
            <a:solidFill>
              <a:srgbClr val="C06A3E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918111" y="8848283"/>
              <a:ext cx="797737" cy="110032"/>
            </a:xfrm>
            <a:prstGeom prst="rect">
              <a:avLst/>
            </a:prstGeom>
            <a:solidFill>
              <a:srgbClr val="A8552F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288405" y="8547068"/>
              <a:ext cx="57150" cy="309467"/>
            </a:xfrm>
            <a:prstGeom prst="rect">
              <a:avLst/>
            </a:prstGeom>
            <a:solidFill>
              <a:srgbClr val="7FA0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 rot="19800000">
              <a:off x="6096914" y="8498928"/>
              <a:ext cx="275082" cy="151295"/>
            </a:xfrm>
            <a:prstGeom prst="ellipse">
              <a:avLst/>
            </a:prstGeom>
            <a:solidFill>
              <a:srgbClr val="59A66C"/>
            </a:solidFill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 rot="1800000">
              <a:off x="6261963" y="8498928"/>
              <a:ext cx="275082" cy="151295"/>
            </a:xfrm>
            <a:prstGeom prst="ellipse">
              <a:avLst/>
            </a:prstGeom>
            <a:solidFill>
              <a:srgbClr val="59A66C"/>
            </a:solidFill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rapezoid 15"/>
            <p:cNvSpPr/>
            <p:nvPr/>
          </p:nvSpPr>
          <p:spPr>
            <a:xfrm rot="10800000">
              <a:off x="6841807" y="8925306"/>
              <a:ext cx="687705" cy="550164"/>
            </a:xfrm>
            <a:prstGeom prst="trapezoid">
              <a:avLst/>
            </a:prstGeom>
            <a:solidFill>
              <a:srgbClr val="C06A3E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786791" y="8848283"/>
              <a:ext cx="797737" cy="110032"/>
            </a:xfrm>
            <a:prstGeom prst="rect">
              <a:avLst/>
            </a:prstGeom>
            <a:solidFill>
              <a:srgbClr val="A8552F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157085" y="8547068"/>
              <a:ext cx="57150" cy="309467"/>
            </a:xfrm>
            <a:prstGeom prst="rect">
              <a:avLst/>
            </a:prstGeom>
            <a:solidFill>
              <a:srgbClr val="7FA0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 rot="19800000">
              <a:off x="6965594" y="8498928"/>
              <a:ext cx="275082" cy="151295"/>
            </a:xfrm>
            <a:prstGeom prst="ellipse">
              <a:avLst/>
            </a:prstGeom>
            <a:solidFill>
              <a:srgbClr val="4E8F4F"/>
            </a:solidFill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 rot="1800000">
              <a:off x="7130643" y="8498928"/>
              <a:ext cx="275082" cy="151295"/>
            </a:xfrm>
            <a:prstGeom prst="ellipse">
              <a:avLst/>
            </a:prstGeom>
            <a:solidFill>
              <a:srgbClr val="4E8F4F"/>
            </a:solidFill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rapezoid 20"/>
            <p:cNvSpPr/>
            <p:nvPr/>
          </p:nvSpPr>
          <p:spPr>
            <a:xfrm rot="10800000">
              <a:off x="7710487" y="8925306"/>
              <a:ext cx="687705" cy="550164"/>
            </a:xfrm>
            <a:prstGeom prst="trapezoid">
              <a:avLst/>
            </a:prstGeom>
            <a:solidFill>
              <a:srgbClr val="C06A3E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655471" y="8848283"/>
              <a:ext cx="797737" cy="110032"/>
            </a:xfrm>
            <a:prstGeom prst="rect">
              <a:avLst/>
            </a:prstGeom>
            <a:solidFill>
              <a:srgbClr val="A8552F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025765" y="8547068"/>
              <a:ext cx="57150" cy="309467"/>
            </a:xfrm>
            <a:prstGeom prst="rect">
              <a:avLst/>
            </a:prstGeom>
            <a:solidFill>
              <a:srgbClr val="7FA0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 rot="19800000">
              <a:off x="7834274" y="8498928"/>
              <a:ext cx="275082" cy="151295"/>
            </a:xfrm>
            <a:prstGeom prst="ellipse">
              <a:avLst/>
            </a:prstGeom>
            <a:solidFill>
              <a:srgbClr val="7FA05A"/>
            </a:solidFill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 rot="1800000">
              <a:off x="7999323" y="8498928"/>
              <a:ext cx="275082" cy="151295"/>
            </a:xfrm>
            <a:prstGeom prst="ellipse">
              <a:avLst/>
            </a:prstGeom>
            <a:solidFill>
              <a:srgbClr val="7FA05A"/>
            </a:solidFill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0" y="0"/>
              <a:ext cx="8154469" cy="8577582"/>
              <a:chOff x="0" y="0"/>
              <a:chExt cx="8154469" cy="8577582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8073595" y="8471970"/>
                <a:ext cx="80874" cy="53916"/>
              </a:xfrm>
              <a:prstGeom prst="ellipse">
                <a:avLst/>
              </a:prstGeom>
              <a:solidFill>
                <a:srgbClr val="F2CF5B"/>
              </a:solidFill>
              <a:ln w="381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Oval 27"/>
              <p:cNvSpPr/>
              <p:nvPr/>
            </p:nvSpPr>
            <p:spPr>
              <a:xfrm rot="3600000">
                <a:off x="8043749" y="8523666"/>
                <a:ext cx="80874" cy="53916"/>
              </a:xfrm>
              <a:prstGeom prst="ellipse">
                <a:avLst/>
              </a:prstGeom>
              <a:solidFill>
                <a:srgbClr val="F2CF5B"/>
              </a:solidFill>
              <a:ln w="381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Oval 28"/>
              <p:cNvSpPr/>
              <p:nvPr/>
            </p:nvSpPr>
            <p:spPr>
              <a:xfrm rot="7200000">
                <a:off x="7984056" y="8523666"/>
                <a:ext cx="80874" cy="53916"/>
              </a:xfrm>
              <a:prstGeom prst="ellipse">
                <a:avLst/>
              </a:prstGeom>
              <a:solidFill>
                <a:srgbClr val="F2CF5B"/>
              </a:solidFill>
              <a:ln w="381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Oval 29"/>
              <p:cNvSpPr/>
              <p:nvPr/>
            </p:nvSpPr>
            <p:spPr>
              <a:xfrm rot="10800000">
                <a:off x="7954210" y="8471970"/>
                <a:ext cx="80874" cy="53916"/>
              </a:xfrm>
              <a:prstGeom prst="ellipse">
                <a:avLst/>
              </a:prstGeom>
              <a:solidFill>
                <a:srgbClr val="F2CF5B"/>
              </a:solidFill>
              <a:ln w="381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Oval 30"/>
              <p:cNvSpPr/>
              <p:nvPr/>
            </p:nvSpPr>
            <p:spPr>
              <a:xfrm rot="14400000">
                <a:off x="7984056" y="8420275"/>
                <a:ext cx="80874" cy="53916"/>
              </a:xfrm>
              <a:prstGeom prst="ellipse">
                <a:avLst/>
              </a:prstGeom>
              <a:solidFill>
                <a:srgbClr val="F2CF5B"/>
              </a:solidFill>
              <a:ln w="381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Oval 31"/>
              <p:cNvSpPr/>
              <p:nvPr/>
            </p:nvSpPr>
            <p:spPr>
              <a:xfrm rot="18000000">
                <a:off x="8043749" y="8420275"/>
                <a:ext cx="80874" cy="53916"/>
              </a:xfrm>
              <a:prstGeom prst="ellipse">
                <a:avLst/>
              </a:prstGeom>
              <a:solidFill>
                <a:srgbClr val="F2CF5B"/>
              </a:solidFill>
              <a:ln w="381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8017754" y="8462342"/>
                <a:ext cx="73171" cy="73171"/>
              </a:xfrm>
              <a:prstGeom prst="ellipse">
                <a:avLst/>
              </a:prstGeom>
              <a:solidFill>
                <a:srgbClr val="8C6A4E"/>
              </a:solidFill>
              <a:ln w="3810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4" name="Trapezoid 33"/>
            <p:cNvSpPr/>
            <p:nvPr/>
          </p:nvSpPr>
          <p:spPr>
            <a:xfrm rot="10800000">
              <a:off x="8579167" y="8925306"/>
              <a:ext cx="687705" cy="550164"/>
            </a:xfrm>
            <a:prstGeom prst="trapezoid">
              <a:avLst/>
            </a:prstGeom>
            <a:solidFill>
              <a:srgbClr val="C06A3E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8524151" y="8848283"/>
              <a:ext cx="797737" cy="110032"/>
            </a:xfrm>
            <a:prstGeom prst="rect">
              <a:avLst/>
            </a:prstGeom>
            <a:solidFill>
              <a:srgbClr val="A8552F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8894445" y="8547068"/>
              <a:ext cx="57150" cy="309467"/>
            </a:xfrm>
            <a:prstGeom prst="rect">
              <a:avLst/>
            </a:prstGeom>
            <a:solidFill>
              <a:srgbClr val="7FA0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 rot="19800000">
              <a:off x="8702954" y="8498928"/>
              <a:ext cx="275082" cy="151295"/>
            </a:xfrm>
            <a:prstGeom prst="ellipse">
              <a:avLst/>
            </a:prstGeom>
            <a:solidFill>
              <a:srgbClr val="59A66C"/>
            </a:solidFill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 rot="1800000">
              <a:off x="8868003" y="8498928"/>
              <a:ext cx="275082" cy="151295"/>
            </a:xfrm>
            <a:prstGeom prst="ellipse">
              <a:avLst/>
            </a:prstGeom>
            <a:solidFill>
              <a:srgbClr val="59A66C"/>
            </a:solidFill>
            <a:ln w="285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810250" y="9330690"/>
              <a:ext cx="3619500" cy="579120"/>
            </a:xfrm>
            <a:prstGeom prst="rect">
              <a:avLst/>
            </a:prstGeom>
            <a:solidFill>
              <a:srgbClr val="B98A5E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905500" y="9439275"/>
              <a:ext cx="3429000" cy="28575"/>
            </a:xfrm>
            <a:prstGeom prst="rect">
              <a:avLst/>
            </a:prstGeom>
            <a:solidFill>
              <a:srgbClr val="8C6A4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5905500" y="9584055"/>
              <a:ext cx="3429000" cy="28575"/>
            </a:xfrm>
            <a:prstGeom prst="rect">
              <a:avLst/>
            </a:prstGeom>
            <a:solidFill>
              <a:srgbClr val="8C6A4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905500" y="9728835"/>
              <a:ext cx="3429000" cy="28575"/>
            </a:xfrm>
            <a:prstGeom prst="rect">
              <a:avLst/>
            </a:prstGeom>
            <a:solidFill>
              <a:srgbClr val="8C6A4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3" name="Rectangle 42"/>
          <p:cNvSpPr/>
          <p:nvPr/>
        </p:nvSpPr>
        <p:spPr>
          <a:xfrm rot="21540000">
            <a:off x="571500" y="10287000"/>
            <a:ext cx="9144000" cy="1905000"/>
          </a:xfrm>
          <a:prstGeom prst="rect">
            <a:avLst/>
          </a:prstGeom>
          <a:solidFill>
            <a:srgbClr val="22371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19920000">
            <a:off x="428625" y="10134600"/>
            <a:ext cx="1428750" cy="4191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 rot="1680000">
            <a:off x="8429625" y="10134600"/>
            <a:ext cx="1428750" cy="4191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 rot="21540000">
            <a:off x="1047793" y="10768237"/>
            <a:ext cx="76200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>
                <a:solidFill>
                  <a:srgbClr val="F4F1EA"/>
                </a:solidFill>
                <a:latin typeface="Montserrat"/>
              </a:rPr>
              <a:t>Lisa Price, Australia</a:t>
            </a:r>
          </a:p>
        </p:txBody>
      </p:sp>
      <p:pic>
        <p:nvPicPr>
          <p:cNvPr id="47" name="Picture 46" descr="foundation-logo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10953750"/>
            <a:ext cx="762000" cy="685082"/>
          </a:xfrm>
          <a:prstGeom prst="rect">
            <a:avLst/>
          </a:prstGeom>
        </p:spPr>
      </p:pic>
      <p:pic>
        <p:nvPicPr>
          <p:cNvPr id="48" name="Picture 47" descr="trim-dried-flowers-1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100000">
            <a:off x="238125" y="8738972"/>
            <a:ext cx="1809750" cy="23340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