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A  5 x 3 squares, names under.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B  5 x 3 squares, names on the photo, bigger.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C  5 x 3 tall photos (3:4), names on the photo, fills the space.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D  4-4-4-3 squares, names on the photo.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E  4-4-4-3 squares, names under.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F  5 x 3 circles, names under. Photos: Linnea's Drive folder (5 Oct 2026). Compost: assets/photo/hand-of-compost.jpg. Soil strip: Replicate flat-lay, assets/collage/cutouts/soil-flatlay-border.png. Pressed sprig: Evie S. on Unsplash.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jpg"/><Relationship Id="rId18" Type="http://schemas.openxmlformats.org/officeDocument/2006/relationships/image" Target="../media/image16.jpg"/><Relationship Id="rId19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jpg"/><Relationship Id="rId14" Type="http://schemas.openxmlformats.org/officeDocument/2006/relationships/image" Target="../media/image28.jpg"/><Relationship Id="rId15" Type="http://schemas.openxmlformats.org/officeDocument/2006/relationships/image" Target="../media/image29.jpg"/><Relationship Id="rId16" Type="http://schemas.openxmlformats.org/officeDocument/2006/relationships/image" Target="../media/image30.jpg"/><Relationship Id="rId17" Type="http://schemas.openxmlformats.org/officeDocument/2006/relationships/image" Target="../media/image31.jpg"/><Relationship Id="rId18" Type="http://schemas.openxmlformats.org/officeDocument/2006/relationships/image" Target="../media/image32.jpg"/><Relationship Id="rId19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Relationship Id="rId10" Type="http://schemas.openxmlformats.org/officeDocument/2006/relationships/image" Target="../media/image39.jpg"/><Relationship Id="rId11" Type="http://schemas.openxmlformats.org/officeDocument/2006/relationships/image" Target="../media/image40.jpg"/><Relationship Id="rId12" Type="http://schemas.openxmlformats.org/officeDocument/2006/relationships/image" Target="../media/image41.jpg"/><Relationship Id="rId13" Type="http://schemas.openxmlformats.org/officeDocument/2006/relationships/image" Target="../media/image42.jpg"/><Relationship Id="rId14" Type="http://schemas.openxmlformats.org/officeDocument/2006/relationships/image" Target="../media/image43.jpg"/><Relationship Id="rId15" Type="http://schemas.openxmlformats.org/officeDocument/2006/relationships/image" Target="../media/image44.jpg"/><Relationship Id="rId16" Type="http://schemas.openxmlformats.org/officeDocument/2006/relationships/image" Target="../media/image45.jpg"/><Relationship Id="rId17" Type="http://schemas.openxmlformats.org/officeDocument/2006/relationships/image" Target="../media/image46.jpg"/><Relationship Id="rId18" Type="http://schemas.openxmlformats.org/officeDocument/2006/relationships/image" Target="../media/image47.jpg"/><Relationship Id="rId19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Relationship Id="rId12" Type="http://schemas.openxmlformats.org/officeDocument/2006/relationships/image" Target="../media/image56.jpg"/><Relationship Id="rId13" Type="http://schemas.openxmlformats.org/officeDocument/2006/relationships/image" Target="../media/image57.jpg"/><Relationship Id="rId14" Type="http://schemas.openxmlformats.org/officeDocument/2006/relationships/image" Target="../media/image58.jpg"/><Relationship Id="rId15" Type="http://schemas.openxmlformats.org/officeDocument/2006/relationships/image" Target="../media/image59.jpg"/><Relationship Id="rId16" Type="http://schemas.openxmlformats.org/officeDocument/2006/relationships/image" Target="../media/image60.jpg"/><Relationship Id="rId17" Type="http://schemas.openxmlformats.org/officeDocument/2006/relationships/image" Target="../media/image61.jpg"/><Relationship Id="rId18" Type="http://schemas.openxmlformats.org/officeDocument/2006/relationships/image" Target="../media/image62.jpg"/><Relationship Id="rId1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Relationship Id="rId7" Type="http://schemas.openxmlformats.org/officeDocument/2006/relationships/image" Target="../media/image66.jpg"/><Relationship Id="rId8" Type="http://schemas.openxmlformats.org/officeDocument/2006/relationships/image" Target="../media/image67.jpg"/><Relationship Id="rId9" Type="http://schemas.openxmlformats.org/officeDocument/2006/relationships/image" Target="../media/image68.jpg"/><Relationship Id="rId10" Type="http://schemas.openxmlformats.org/officeDocument/2006/relationships/image" Target="../media/image69.jpg"/><Relationship Id="rId11" Type="http://schemas.openxmlformats.org/officeDocument/2006/relationships/image" Target="../media/image70.jpg"/><Relationship Id="rId12" Type="http://schemas.openxmlformats.org/officeDocument/2006/relationships/image" Target="../media/image71.jpg"/><Relationship Id="rId13" Type="http://schemas.openxmlformats.org/officeDocument/2006/relationships/image" Target="../media/image72.jpg"/><Relationship Id="rId14" Type="http://schemas.openxmlformats.org/officeDocument/2006/relationships/image" Target="../media/image73.jpg"/><Relationship Id="rId15" Type="http://schemas.openxmlformats.org/officeDocument/2006/relationships/image" Target="../media/image74.jpg"/><Relationship Id="rId16" Type="http://schemas.openxmlformats.org/officeDocument/2006/relationships/image" Target="../media/image75.jpg"/><Relationship Id="rId17" Type="http://schemas.openxmlformats.org/officeDocument/2006/relationships/image" Target="../media/image76.jpg"/><Relationship Id="rId18" Type="http://schemas.openxmlformats.org/officeDocument/2006/relationships/image" Target="../media/image77.jpg"/><Relationship Id="rId1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80.jpg"/><Relationship Id="rId7" Type="http://schemas.openxmlformats.org/officeDocument/2006/relationships/image" Target="../media/image81.jpg"/><Relationship Id="rId8" Type="http://schemas.openxmlformats.org/officeDocument/2006/relationships/image" Target="../media/image82.jpg"/><Relationship Id="rId9" Type="http://schemas.openxmlformats.org/officeDocument/2006/relationships/image" Target="../media/image83.jpg"/><Relationship Id="rId10" Type="http://schemas.openxmlformats.org/officeDocument/2006/relationships/image" Target="../media/image84.jpg"/><Relationship Id="rId11" Type="http://schemas.openxmlformats.org/officeDocument/2006/relationships/image" Target="../media/image85.jpg"/><Relationship Id="rId12" Type="http://schemas.openxmlformats.org/officeDocument/2006/relationships/image" Target="../media/image86.jpg"/><Relationship Id="rId13" Type="http://schemas.openxmlformats.org/officeDocument/2006/relationships/image" Target="../media/image87.jpg"/><Relationship Id="rId14" Type="http://schemas.openxmlformats.org/officeDocument/2006/relationships/image" Target="../media/image88.jpg"/><Relationship Id="rId15" Type="http://schemas.openxmlformats.org/officeDocument/2006/relationships/image" Target="../media/image89.jpg"/><Relationship Id="rId16" Type="http://schemas.openxmlformats.org/officeDocument/2006/relationships/image" Target="../media/image90.jpg"/><Relationship Id="rId17" Type="http://schemas.openxmlformats.org/officeDocument/2006/relationships/image" Target="../media/image91.jpg"/><Relationship Id="rId18" Type="http://schemas.openxmlformats.org/officeDocument/2006/relationships/image" Target="../media/image92.jpg"/><Relationship Id="rId1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23565638127938088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3859530"/>
            <a:ext cx="1859280" cy="18592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90500" y="578548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4" name="Picture 73" descr="353610793579108495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3859530"/>
            <a:ext cx="1859280" cy="185928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164080" y="578548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6" name="Picture 75" descr="354408469929583754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860" y="3859530"/>
            <a:ext cx="1859280" cy="185928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137660" y="578548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8" name="Picture 77" descr="852502877824828697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39" y="3859530"/>
            <a:ext cx="1859280" cy="185928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111239" y="578548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80" name="Picture 79" descr="79364829903775065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020" y="3859530"/>
            <a:ext cx="1859280" cy="185928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84820" y="578548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2" name="Picture 81" descr="56474152568601703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" y="6214110"/>
            <a:ext cx="1859280" cy="185928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90500" y="814006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84" name="Picture 83" descr="716570793780454426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280" y="6214110"/>
            <a:ext cx="1859280" cy="185928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164080" y="814006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86" name="Picture 85" descr="42118674811188811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3860" y="6214110"/>
            <a:ext cx="1859280" cy="185928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137660" y="814006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8" name="Picture 87" descr="519552029515785171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7439" y="6214110"/>
            <a:ext cx="1859280" cy="185928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111239" y="814006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90" name="Picture 89" descr="596608115730562846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1020" y="6214110"/>
            <a:ext cx="1859280" cy="185928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084820" y="814006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2" name="Picture 91" descr="526260108212617967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" y="8568690"/>
            <a:ext cx="1859280" cy="185928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90500" y="1049464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94" name="Picture 93" descr="6318315565506896400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0280" y="8568690"/>
            <a:ext cx="1859280" cy="185928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164080" y="1049464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6" name="Picture 95" descr="647894885777807233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3860" y="8568690"/>
            <a:ext cx="1859280" cy="185928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4137660" y="1049464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8" name="Picture 97" descr="770730364361259251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87439" y="8568690"/>
            <a:ext cx="1859280" cy="185928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111239" y="1049464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100" name="Picture 99" descr="256266205441217380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61020" y="8568690"/>
            <a:ext cx="1859280" cy="185928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084820" y="10494645"/>
            <a:ext cx="2011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102" name="Picture 101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85270895580278174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4423410"/>
            <a:ext cx="1889760" cy="188976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266700" y="56464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800" y="59321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5" name="Picture 74" descr="73475454350305413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660" y="4423410"/>
            <a:ext cx="1889760" cy="1889760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2232660" y="56464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70760" y="59321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8" name="Picture 77" descr="14980832344763574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8620" y="4423410"/>
            <a:ext cx="1889760" cy="188976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4198620" y="56464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36720" y="59321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Elena Kalli</a:t>
            </a:r>
          </a:p>
        </p:txBody>
      </p:sp>
      <p:pic>
        <p:nvPicPr>
          <p:cNvPr id="81" name="Picture 80" descr="48795473616890696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580" y="4423410"/>
            <a:ext cx="1889760" cy="188976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6164580" y="56464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02680" y="59321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Nick Padwick</a:t>
            </a:r>
          </a:p>
        </p:txBody>
      </p:sp>
      <p:pic>
        <p:nvPicPr>
          <p:cNvPr id="84" name="Picture 83" descr="12333115118388342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0540" y="4423410"/>
            <a:ext cx="1889760" cy="188976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8130540" y="56464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68640" y="59321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Carla Portugal</a:t>
            </a:r>
          </a:p>
        </p:txBody>
      </p:sp>
      <p:pic>
        <p:nvPicPr>
          <p:cNvPr id="87" name="Picture 86" descr="44023656078727865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" y="6389370"/>
            <a:ext cx="1889760" cy="188976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266700" y="7612379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800" y="7898129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Gerald Ramírez</a:t>
            </a:r>
          </a:p>
        </p:txBody>
      </p:sp>
      <p:pic>
        <p:nvPicPr>
          <p:cNvPr id="90" name="Picture 89" descr="38577342066743294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2660" y="6389370"/>
            <a:ext cx="1889760" cy="188976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2232660" y="7612379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70760" y="7898129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Kavi Reddy</a:t>
            </a:r>
          </a:p>
        </p:txBody>
      </p:sp>
      <p:pic>
        <p:nvPicPr>
          <p:cNvPr id="93" name="Picture 92" descr="409492066014946805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8620" y="6389370"/>
            <a:ext cx="1889760" cy="188976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4198620" y="7612379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36720" y="7898129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Wesley Sander</a:t>
            </a:r>
          </a:p>
        </p:txBody>
      </p:sp>
      <p:pic>
        <p:nvPicPr>
          <p:cNvPr id="96" name="Picture 95" descr="531246711612726483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4580" y="6389370"/>
            <a:ext cx="1889760" cy="1889760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6164580" y="7612379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02680" y="7898129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Isadora Schmidt</a:t>
            </a:r>
          </a:p>
        </p:txBody>
      </p:sp>
      <p:pic>
        <p:nvPicPr>
          <p:cNvPr id="99" name="Picture 98" descr="7648899286783968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540" y="6389370"/>
            <a:ext cx="1889760" cy="188976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8130540" y="7612379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168640" y="7898129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Delvin Solkinson</a:t>
            </a:r>
          </a:p>
        </p:txBody>
      </p:sp>
      <p:pic>
        <p:nvPicPr>
          <p:cNvPr id="102" name="Picture 101" descr="920184492867788618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" y="8355329"/>
            <a:ext cx="1889760" cy="1889760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266700" y="9578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4800" y="9864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Tommy Tepper</a:t>
            </a:r>
          </a:p>
        </p:txBody>
      </p:sp>
      <p:pic>
        <p:nvPicPr>
          <p:cNvPr id="105" name="Picture 104" descr="392667598727112575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60" y="8355329"/>
            <a:ext cx="1889760" cy="188976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2232660" y="9578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70760" y="9864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Dora Tkalec</a:t>
            </a:r>
          </a:p>
        </p:txBody>
      </p:sp>
      <p:pic>
        <p:nvPicPr>
          <p:cNvPr id="108" name="Picture 107" descr="521005859804859485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8620" y="8355329"/>
            <a:ext cx="1889760" cy="1889760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4198620" y="9578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36720" y="9864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Ayşen Üstünay</a:t>
            </a:r>
          </a:p>
        </p:txBody>
      </p:sp>
      <p:pic>
        <p:nvPicPr>
          <p:cNvPr id="111" name="Picture 110" descr="774463617499559837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4580" y="8355329"/>
            <a:ext cx="1889760" cy="1889760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6164580" y="9578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02680" y="9864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Loida Vasquez</a:t>
            </a:r>
          </a:p>
        </p:txBody>
      </p:sp>
      <p:pic>
        <p:nvPicPr>
          <p:cNvPr id="114" name="Picture 113" descr="385423399531339161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0540" y="8355329"/>
            <a:ext cx="1889760" cy="1889760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8130540" y="9578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68640" y="9864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Casey Williams</a:t>
            </a:r>
          </a:p>
        </p:txBody>
      </p:sp>
      <p:pic>
        <p:nvPicPr>
          <p:cNvPr id="117" name="Picture 116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42108875828232590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3478530"/>
            <a:ext cx="1889760" cy="2519679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266700" y="533146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800" y="561721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5" name="Picture 74" descr="28165719778595256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660" y="3478530"/>
            <a:ext cx="1889760" cy="2519679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2232660" y="533146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70760" y="561721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8" name="Picture 77" descr="14762749695270098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8620" y="3478530"/>
            <a:ext cx="1889760" cy="2519679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4198620" y="533146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36720" y="561721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Elena Kalli</a:t>
            </a:r>
          </a:p>
        </p:txBody>
      </p:sp>
      <p:pic>
        <p:nvPicPr>
          <p:cNvPr id="81" name="Picture 80" descr="490135562663841728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580" y="3478530"/>
            <a:ext cx="1889760" cy="2519679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6164580" y="533146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02680" y="561721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Nick Padwick</a:t>
            </a:r>
          </a:p>
        </p:txBody>
      </p:sp>
      <p:pic>
        <p:nvPicPr>
          <p:cNvPr id="84" name="Picture 83" descr="10152288623453580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0540" y="3478530"/>
            <a:ext cx="1889760" cy="2519679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8130540" y="533146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68640" y="561721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Carla Portugal</a:t>
            </a:r>
          </a:p>
        </p:txBody>
      </p:sp>
      <p:pic>
        <p:nvPicPr>
          <p:cNvPr id="87" name="Picture 86" descr="12842774836175763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" y="6074410"/>
            <a:ext cx="1889760" cy="2519679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266700" y="7927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800" y="8213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Gerald Ramírez</a:t>
            </a:r>
          </a:p>
        </p:txBody>
      </p:sp>
      <p:pic>
        <p:nvPicPr>
          <p:cNvPr id="90" name="Picture 89" descr="173464512085976275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2660" y="6074410"/>
            <a:ext cx="1889760" cy="2519679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2232660" y="7927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70760" y="8213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Kavi Reddy</a:t>
            </a:r>
          </a:p>
        </p:txBody>
      </p:sp>
      <p:pic>
        <p:nvPicPr>
          <p:cNvPr id="93" name="Picture 92" descr="602070339236888041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8620" y="6074410"/>
            <a:ext cx="1889760" cy="2519679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4198620" y="7927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36720" y="8213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Wesley Sander</a:t>
            </a:r>
          </a:p>
        </p:txBody>
      </p:sp>
      <p:pic>
        <p:nvPicPr>
          <p:cNvPr id="96" name="Picture 95" descr="163794172986876515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4580" y="6074410"/>
            <a:ext cx="1889760" cy="2519679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6164580" y="7927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02680" y="8213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Isadora Schmidt</a:t>
            </a:r>
          </a:p>
        </p:txBody>
      </p:sp>
      <p:pic>
        <p:nvPicPr>
          <p:cNvPr id="99" name="Picture 98" descr="359983721270647204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540" y="6074410"/>
            <a:ext cx="1889760" cy="2519679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8130540" y="792734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168640" y="821309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Delvin Solkinson</a:t>
            </a:r>
          </a:p>
        </p:txBody>
      </p:sp>
      <p:pic>
        <p:nvPicPr>
          <p:cNvPr id="102" name="Picture 101" descr="294668691103414147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" y="8670290"/>
            <a:ext cx="1889760" cy="2519679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266700" y="105232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4800" y="108089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Tommy Tepper</a:t>
            </a:r>
          </a:p>
        </p:txBody>
      </p:sp>
      <p:pic>
        <p:nvPicPr>
          <p:cNvPr id="105" name="Picture 104" descr="604976507308569243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60" y="8670290"/>
            <a:ext cx="1889760" cy="2519679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2232660" y="105232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70760" y="108089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Dora Tkalec</a:t>
            </a:r>
          </a:p>
        </p:txBody>
      </p:sp>
      <p:pic>
        <p:nvPicPr>
          <p:cNvPr id="108" name="Picture 107" descr="747092544575525782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8620" y="8670290"/>
            <a:ext cx="1889760" cy="2519679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4198620" y="105232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36720" y="108089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Ayşen Üstünay</a:t>
            </a:r>
          </a:p>
        </p:txBody>
      </p:sp>
      <p:pic>
        <p:nvPicPr>
          <p:cNvPr id="111" name="Picture 110" descr="562154708918103169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4580" y="8670290"/>
            <a:ext cx="1889760" cy="2519679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6164580" y="105232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02680" y="108089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Loida Vasquez</a:t>
            </a:r>
          </a:p>
        </p:txBody>
      </p:sp>
      <p:pic>
        <p:nvPicPr>
          <p:cNvPr id="114" name="Picture 113" descr="24674788332013559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0540" y="8670290"/>
            <a:ext cx="1889760" cy="2519679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8130540" y="10523220"/>
            <a:ext cx="1889760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68640" y="1080897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Casey Williams</a:t>
            </a:r>
          </a:p>
        </p:txBody>
      </p:sp>
      <p:pic>
        <p:nvPicPr>
          <p:cNvPr id="117" name="Picture 116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129624349256068585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3238500"/>
            <a:ext cx="1976437" cy="197643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1047750" y="4548187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5850" y="4833937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5" name="Picture 74" descr="892492716951673284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437" y="3238500"/>
            <a:ext cx="1976437" cy="1976437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3119437" y="4548187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57537" y="4833937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8" name="Picture 77" descr="307546496896254887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25" y="3238500"/>
            <a:ext cx="1976437" cy="1976437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5191125" y="4548187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29225" y="4833937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Elena Kalli</a:t>
            </a:r>
          </a:p>
        </p:txBody>
      </p:sp>
      <p:pic>
        <p:nvPicPr>
          <p:cNvPr id="81" name="Picture 80" descr="903274082501070092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812" y="3238500"/>
            <a:ext cx="1976437" cy="1976437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262812" y="4548187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00912" y="4833937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Nick Padwick</a:t>
            </a:r>
          </a:p>
        </p:txBody>
      </p:sp>
      <p:pic>
        <p:nvPicPr>
          <p:cNvPr id="84" name="Picture 83" descr="87467421743049317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5310187"/>
            <a:ext cx="1976437" cy="1976437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047750" y="6619875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5850" y="6905625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Carla Portugal</a:t>
            </a:r>
          </a:p>
        </p:txBody>
      </p:sp>
      <p:pic>
        <p:nvPicPr>
          <p:cNvPr id="87" name="Picture 86" descr="54209674427157167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9437" y="5310187"/>
            <a:ext cx="1976437" cy="1976437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3119437" y="6619875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157537" y="6905625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Gerald Ramírez</a:t>
            </a:r>
          </a:p>
        </p:txBody>
      </p:sp>
      <p:pic>
        <p:nvPicPr>
          <p:cNvPr id="90" name="Picture 89" descr="916403419943108697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1125" y="5310187"/>
            <a:ext cx="1976437" cy="1976437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5191125" y="6619875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29225" y="6905625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Kavi Reddy</a:t>
            </a:r>
          </a:p>
        </p:txBody>
      </p:sp>
      <p:pic>
        <p:nvPicPr>
          <p:cNvPr id="93" name="Picture 92" descr="434770121524386211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2812" y="5310187"/>
            <a:ext cx="1976437" cy="1976437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7262812" y="6619875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00912" y="6905625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Wesley Sander</a:t>
            </a:r>
          </a:p>
        </p:txBody>
      </p:sp>
      <p:pic>
        <p:nvPicPr>
          <p:cNvPr id="96" name="Picture 95" descr="770930128997815157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7381875"/>
            <a:ext cx="1976437" cy="1976437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1047750" y="8691562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85850" y="8977312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Isadora Schmidt</a:t>
            </a:r>
          </a:p>
        </p:txBody>
      </p:sp>
      <p:pic>
        <p:nvPicPr>
          <p:cNvPr id="99" name="Picture 98" descr="247152234740291437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9437" y="7381875"/>
            <a:ext cx="1976437" cy="1976437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3119437" y="8691562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57537" y="8977312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Delvin Solkinson</a:t>
            </a:r>
          </a:p>
        </p:txBody>
      </p:sp>
      <p:pic>
        <p:nvPicPr>
          <p:cNvPr id="102" name="Picture 101" descr="156592771336096293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1125" y="7381875"/>
            <a:ext cx="1976437" cy="1976437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5191125" y="8691562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29225" y="8977312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Tommy Tepper</a:t>
            </a:r>
          </a:p>
        </p:txBody>
      </p:sp>
      <p:pic>
        <p:nvPicPr>
          <p:cNvPr id="105" name="Picture 104" descr="720729003595746011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2812" y="7381875"/>
            <a:ext cx="1976437" cy="1976437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7262812" y="8691562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00912" y="8977312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Dora Tkalec</a:t>
            </a:r>
          </a:p>
        </p:txBody>
      </p:sp>
      <p:pic>
        <p:nvPicPr>
          <p:cNvPr id="108" name="Picture 107" descr="76568051942196472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3593" y="9453562"/>
            <a:ext cx="1976437" cy="1976437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2083593" y="10763250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21693" y="11049000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Ayşen Üstünay</a:t>
            </a:r>
          </a:p>
        </p:txBody>
      </p:sp>
      <p:pic>
        <p:nvPicPr>
          <p:cNvPr id="111" name="Picture 110" descr="611995205819522682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55281" y="9453562"/>
            <a:ext cx="1976437" cy="1976437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4155281" y="10763250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93381" y="11049000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Loida Vasquez</a:t>
            </a:r>
          </a:p>
        </p:txBody>
      </p:sp>
      <p:pic>
        <p:nvPicPr>
          <p:cNvPr id="114" name="Picture 113" descr="713484804399972597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6968" y="9453562"/>
            <a:ext cx="1976437" cy="1976437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6226968" y="10763250"/>
            <a:ext cx="1976437" cy="666750"/>
          </a:xfrm>
          <a:prstGeom prst="rect">
            <a:avLst/>
          </a:prstGeom>
          <a:effectLst/>
          <a:gradFill rotWithShape="1">
            <a:gsLst>
              <a:gs pos="0">
                <a:srgbClr val="1E140F">
                  <a:alpha val="0"/>
                </a:srgbClr>
              </a:gs>
              <a:gs pos="100000">
                <a:srgbClr val="1E140F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65068" y="11049000"/>
            <a:ext cx="19002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F3F1EA"/>
                </a:solidFill>
                <a:latin typeface="Source Sans 3"/>
              </a:rPr>
              <a:t>Casey Williams</a:t>
            </a:r>
          </a:p>
        </p:txBody>
      </p:sp>
      <p:pic>
        <p:nvPicPr>
          <p:cNvPr id="117" name="Picture 116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27169701436938876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238500"/>
            <a:ext cx="1595437" cy="159543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733550" y="4900612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4" name="Picture 73" descr="322498809125726447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7" y="3238500"/>
            <a:ext cx="1595437" cy="159543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424237" y="4900612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6" name="Picture 75" descr="850166636813723660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25" y="3238500"/>
            <a:ext cx="1595437" cy="159543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114925" y="4900612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8" name="Picture 77" descr="212403577197180951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812" y="3238500"/>
            <a:ext cx="1595437" cy="159543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805612" y="4900612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80" name="Picture 79" descr="542368197064461970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5310187"/>
            <a:ext cx="1595437" cy="159543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733550" y="6972300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2" name="Picture 81" descr="650890289593458015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0437" y="5310187"/>
            <a:ext cx="1595437" cy="159543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24237" y="6972300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84" name="Picture 83" descr="791073449361745370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1125" y="5310187"/>
            <a:ext cx="1595437" cy="159543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114925" y="6972300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86" name="Picture 85" descr="194912759769169218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1812" y="5310187"/>
            <a:ext cx="1595437" cy="159543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805612" y="6972300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8" name="Picture 87" descr="119242755491889690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9750" y="7381875"/>
            <a:ext cx="1595437" cy="159543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33550" y="9043987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90" name="Picture 89" descr="876835116033846867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0437" y="7381875"/>
            <a:ext cx="1595437" cy="159543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3424237" y="9043987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2" name="Picture 91" descr="915939877370390855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1125" y="7381875"/>
            <a:ext cx="1595437" cy="159543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114925" y="9043987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94" name="Picture 93" descr="178590975496972396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1812" y="7381875"/>
            <a:ext cx="1595437" cy="159543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805612" y="9043987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6" name="Picture 95" descr="9029222141214142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5093" y="9453562"/>
            <a:ext cx="1595437" cy="1595437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78893" y="11115675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8" name="Picture 97" descr="469774538775531592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5781" y="9453562"/>
            <a:ext cx="1595437" cy="1595437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269581" y="11115675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100" name="Picture 99" descr="5541563266064446568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36468" y="9453562"/>
            <a:ext cx="1595437" cy="159543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960268" y="11115675"/>
            <a:ext cx="17478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102" name="Picture 101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DCE3DA"/>
              </a:gs>
              <a:gs pos="100000">
                <a:srgbClr val="B1BCB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700" y="152400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428750"/>
            <a:ext cx="1428750" cy="1284528"/>
          </a:xfrm>
          <a:prstGeom prst="rect">
            <a:avLst/>
          </a:prstGeom>
        </p:spPr>
      </p:pic>
      <p:pic>
        <p:nvPicPr>
          <p:cNvPr id="72" name="Picture 71" descr="88778715386219789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3863340"/>
            <a:ext cx="1844040" cy="1844040"/>
          </a:xfrm>
          <a:prstGeom prst="ellipse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90500" y="577405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4" name="Picture 73" descr="380034441452125708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090" y="3863340"/>
            <a:ext cx="1844040" cy="1844040"/>
          </a:xfrm>
          <a:prstGeom prst="ellipse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167890" y="577405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6" name="Picture 75" descr="30663622608262878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1480" y="3863340"/>
            <a:ext cx="1844040" cy="1844040"/>
          </a:xfrm>
          <a:prstGeom prst="ellipse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145280" y="577405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8" name="Picture 77" descr="331126833533913923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870" y="3863340"/>
            <a:ext cx="1844040" cy="1844040"/>
          </a:xfrm>
          <a:prstGeom prst="ellipse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122670" y="577405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80" name="Picture 79" descr="16916101775338138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6260" y="3863340"/>
            <a:ext cx="1844040" cy="1844040"/>
          </a:xfrm>
          <a:prstGeom prst="ellipse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100060" y="577405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2" name="Picture 81" descr="2029713748627648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" y="6221730"/>
            <a:ext cx="1844040" cy="1844040"/>
          </a:xfrm>
          <a:prstGeom prst="ellipse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90500" y="813244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84" name="Picture 83" descr="680393778698129207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4090" y="6221730"/>
            <a:ext cx="1844040" cy="1844040"/>
          </a:xfrm>
          <a:prstGeom prst="ellipse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167890" y="813244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86" name="Picture 85" descr="178294419541911365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1480" y="6221730"/>
            <a:ext cx="1844040" cy="1844040"/>
          </a:xfrm>
          <a:prstGeom prst="ellipse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145280" y="813244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8" name="Picture 87" descr="869918181319682681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8870" y="6221730"/>
            <a:ext cx="1844040" cy="1844040"/>
          </a:xfrm>
          <a:prstGeom prst="ellipse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122670" y="813244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90" name="Picture 89" descr="458360964936820346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6260" y="6221730"/>
            <a:ext cx="1844040" cy="1844040"/>
          </a:xfrm>
          <a:prstGeom prst="ellipse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100060" y="813244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2" name="Picture 91" descr="60000722041163941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" y="8580120"/>
            <a:ext cx="1844040" cy="1844040"/>
          </a:xfrm>
          <a:prstGeom prst="ellipse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90500" y="1049083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94" name="Picture 93" descr="66763525343959289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4090" y="8580120"/>
            <a:ext cx="1844040" cy="1844040"/>
          </a:xfrm>
          <a:prstGeom prst="ellipse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167890" y="1049083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6" name="Picture 95" descr="2088795626109158286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21480" y="8580120"/>
            <a:ext cx="1844040" cy="1844040"/>
          </a:xfrm>
          <a:prstGeom prst="ellipse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4145280" y="1049083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8" name="Picture 97" descr="7443067164882420387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8870" y="8580120"/>
            <a:ext cx="1844040" cy="1844040"/>
          </a:xfrm>
          <a:prstGeom prst="ellipse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122670" y="1049083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100" name="Picture 99" descr="513538193632596394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6260" y="8580120"/>
            <a:ext cx="1844040" cy="1844040"/>
          </a:xfrm>
          <a:prstGeom prst="ellipse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100060" y="10490835"/>
            <a:ext cx="1996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102" name="Picture 101" descr="soil-flatlay-bord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