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bunting, balloons and stars (PowerPoint shapes), big logo.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Ib Borup Pedersen, Laura Campos, Caterina Capri.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Brian Daubenspeck, Elena Kalli, Nora Levay.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Nick Padwick, Carla Ribeiro Machado e Portugal, Elina Psara.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Gerald Ramírez, Wesley Sanders, Isadora Schmidt.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Delvin Solkinson, Tommy Tepper, Dora Tkalec.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Ayşen Üstünay, Loida Vasquez, Casey Williams.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fourteen in a grid, alphabetical.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bunting, balloons and a big logo. Line to confirm with Linnea.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Relationship Id="rId8" Type="http://schemas.openxmlformats.org/officeDocument/2006/relationships/image" Target="../media/image25.jpg"/><Relationship Id="rId9" Type="http://schemas.openxmlformats.org/officeDocument/2006/relationships/image" Target="../media/image26.jpg"/><Relationship Id="rId10" Type="http://schemas.openxmlformats.org/officeDocument/2006/relationships/image" Target="../media/image27.jpg"/><Relationship Id="rId11" Type="http://schemas.openxmlformats.org/officeDocument/2006/relationships/image" Target="../media/image28.jpg"/><Relationship Id="rId12" Type="http://schemas.openxmlformats.org/officeDocument/2006/relationships/image" Target="../media/image29.jpg"/><Relationship Id="rId13" Type="http://schemas.openxmlformats.org/officeDocument/2006/relationships/image" Target="../media/image30.jpg"/><Relationship Id="rId14" Type="http://schemas.openxmlformats.org/officeDocument/2006/relationships/image" Target="../media/image31.jpg"/><Relationship Id="rId15" Type="http://schemas.openxmlformats.org/officeDocument/2006/relationships/image" Target="../media/image32.jpg"/><Relationship Id="rId16" Type="http://schemas.openxmlformats.org/officeDocument/2006/relationships/image" Target="../media/image33.jpg"/><Relationship Id="rId17" Type="http://schemas.openxmlformats.org/officeDocument/2006/relationships/image" Target="../media/image34.jpg"/><Relationship Id="rId18" Type="http://schemas.openxmlformats.org/officeDocument/2006/relationships/image" Target="../media/image35.jpg"/><Relationship Id="rId19" Type="http://schemas.openxmlformats.org/officeDocument/2006/relationships/image" Target="../media/image36.jpg"/><Relationship Id="rId20" Type="http://schemas.openxmlformats.org/officeDocument/2006/relationships/image" Target="../media/image3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52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295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438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581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4724400" y="7620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5867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7010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153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9296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5-Point Star 66"/>
          <p:cNvSpPr/>
          <p:nvPr/>
        </p:nvSpPr>
        <p:spPr>
          <a:xfrm>
            <a:off x="2981325" y="2486025"/>
            <a:ext cx="323850" cy="323850"/>
          </a:xfrm>
          <a:prstGeom prst="star5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5-Point Star 67"/>
          <p:cNvSpPr/>
          <p:nvPr/>
        </p:nvSpPr>
        <p:spPr>
          <a:xfrm>
            <a:off x="6981825" y="2486025"/>
            <a:ext cx="323850" cy="323850"/>
          </a:xfrm>
          <a:prstGeom prst="star5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2000" y="2428875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400">
                <a:solidFill>
                  <a:srgbClr val="31662F"/>
                </a:solidFill>
                <a:latin typeface="Montserrat"/>
              </a:rPr>
              <a:t>OCTOBER 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2000" y="3048000"/>
            <a:ext cx="87630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000" y="5715000"/>
            <a:ext cx="8763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Meet our eighteen mentors.</a:t>
            </a:r>
          </a:p>
        </p:txBody>
      </p:sp>
      <p:sp>
        <p:nvSpPr>
          <p:cNvPr id="72" name="Oval 71"/>
          <p:cNvSpPr/>
          <p:nvPr/>
        </p:nvSpPr>
        <p:spPr>
          <a:xfrm>
            <a:off x="1952625" y="7810500"/>
            <a:ext cx="1428750" cy="1743075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266950" y="8089392"/>
            <a:ext cx="171450" cy="348615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581275" y="951547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2667000" y="9648825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685923" y="9705975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2704092" y="9763125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2720782" y="9820275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735328" y="9877425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747150" y="9934575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755776" y="9991725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760864" y="10048875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2759758" y="10106025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2753610" y="10163175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2744009" y="10220325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731337" y="10277475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2716101" y="10334625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2698907" y="10391775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2680441" y="10448925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2661439" y="10506075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642659" y="10563225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624849" y="10620375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2608720" y="10677525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594914" y="10734675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2583982" y="10791825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2576359" y="10848975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2572350" y="10906125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2572115" y="10963275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2572115" y="11020425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2575662" y="11077575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2582850" y="11134725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593394" y="11191875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2606871" y="11249025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2622746" y="11306175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2640385" y="11363325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2659085" y="11420475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2678101" y="11477625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2696674" y="11534775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714064" y="11591925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729577" y="11649075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742596" y="11706225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752601" y="11763375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2759194" y="11820525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61236" y="11877675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56604" y="11934825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2748400" y="11991975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736951" y="12049125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2722713" y="12106275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06254" y="12163425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2688230" y="12220575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669359" y="12277725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650395" y="12334875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2632092" y="12392025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615181" y="12449175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600336" y="12506325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2588149" y="12563475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579105" y="12620625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2573565" y="12677775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571750" y="12734925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2571750" y="12792075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2573733" y="12849225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66750" y="7239000"/>
            <a:ext cx="1524000" cy="1859280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002029" y="7536484"/>
            <a:ext cx="182880" cy="371856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343025" y="906018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428750" y="919353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447673" y="925068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465842" y="930783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482532" y="936498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497078" y="942213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508900" y="947928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517526" y="953643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522614" y="959358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1521508" y="965073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515360" y="970788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505759" y="976503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1493087" y="982218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1477851" y="987933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1460657" y="993648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1442191" y="999363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423189" y="1005078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404409" y="1010793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386599" y="1016508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1370470" y="1022223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356664" y="1027938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345732" y="1033653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338109" y="1039368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334100" y="1045083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333865" y="1050798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333865" y="1056513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337412" y="1062228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344600" y="1067943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355144" y="1073658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368621" y="1079373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1384496" y="1085088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402135" y="1090803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420835" y="1096518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439851" y="1102233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1458424" y="1107948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475814" y="1113663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1491327" y="1119378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504346" y="1125093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1514351" y="1130808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1520944" y="1136523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1522986" y="1142238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1518354" y="1147953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1510150" y="11536680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1498701" y="11593830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484463" y="11650980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468004" y="11708130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449980" y="11765280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431109" y="11822430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412145" y="11879580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393842" y="11936730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376931" y="11993880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1362086" y="12051030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349899" y="12108180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340855" y="12165330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335315" y="12222480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333500" y="12279630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333500" y="12336780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335483" y="12393930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341183" y="12451080"/>
            <a:ext cx="28241" cy="57150"/>
          </a:xfrm>
          <a:custGeom>
            <a:avLst/>
            <a:gdLst/>
            <a:ahLst/>
            <a:cxnLst/>
            <a:rect l="l" t="t" r="r" b="b"/>
            <a:pathLst>
              <a:path w="28242" h="57150">
                <a:moveTo>
                  <a:pt x="0" y="0"/>
                </a:moveTo>
                <a:lnTo>
                  <a:pt x="9192" y="57150"/>
                </a:lnTo>
                <a:lnTo>
                  <a:pt x="2824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350375" y="12508230"/>
            <a:ext cx="31366" cy="57150"/>
          </a:xfrm>
          <a:custGeom>
            <a:avLst/>
            <a:gdLst/>
            <a:ahLst/>
            <a:cxnLst/>
            <a:rect l="l" t="t" r="r" b="b"/>
            <a:pathLst>
              <a:path w="31366" h="57150">
                <a:moveTo>
                  <a:pt x="0" y="0"/>
                </a:moveTo>
                <a:lnTo>
                  <a:pt x="12316" y="57150"/>
                </a:lnTo>
                <a:lnTo>
                  <a:pt x="313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362691" y="12565380"/>
            <a:ext cx="33999" cy="57150"/>
          </a:xfrm>
          <a:custGeom>
            <a:avLst/>
            <a:gdLst/>
            <a:ahLst/>
            <a:cxnLst/>
            <a:rect l="l" t="t" r="r" b="b"/>
            <a:pathLst>
              <a:path w="34000" h="57150">
                <a:moveTo>
                  <a:pt x="0" y="0"/>
                </a:moveTo>
                <a:lnTo>
                  <a:pt x="14950" y="57150"/>
                </a:lnTo>
                <a:lnTo>
                  <a:pt x="3400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1377641" y="12622530"/>
            <a:ext cx="36037" cy="57150"/>
          </a:xfrm>
          <a:custGeom>
            <a:avLst/>
            <a:gdLst/>
            <a:ahLst/>
            <a:cxnLst/>
            <a:rect l="l" t="t" r="r" b="b"/>
            <a:pathLst>
              <a:path w="36037" h="57150">
                <a:moveTo>
                  <a:pt x="0" y="0"/>
                </a:moveTo>
                <a:lnTo>
                  <a:pt x="16987" y="57150"/>
                </a:lnTo>
                <a:lnTo>
                  <a:pt x="3603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1394628" y="12679680"/>
            <a:ext cx="37397" cy="57150"/>
          </a:xfrm>
          <a:custGeom>
            <a:avLst/>
            <a:gdLst/>
            <a:ahLst/>
            <a:cxnLst/>
            <a:rect l="l" t="t" r="r" b="b"/>
            <a:pathLst>
              <a:path w="37398" h="57150">
                <a:moveTo>
                  <a:pt x="0" y="0"/>
                </a:moveTo>
                <a:lnTo>
                  <a:pt x="18348" y="57150"/>
                </a:lnTo>
                <a:lnTo>
                  <a:pt x="3739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1412976" y="12736830"/>
            <a:ext cx="38026" cy="57150"/>
          </a:xfrm>
          <a:custGeom>
            <a:avLst/>
            <a:gdLst/>
            <a:ahLst/>
            <a:cxnLst/>
            <a:rect l="l" t="t" r="r" b="b"/>
            <a:pathLst>
              <a:path w="38026" h="57150">
                <a:moveTo>
                  <a:pt x="0" y="0"/>
                </a:moveTo>
                <a:lnTo>
                  <a:pt x="18976" y="57150"/>
                </a:lnTo>
                <a:lnTo>
                  <a:pt x="3802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431952" y="12793980"/>
            <a:ext cx="37898" cy="57150"/>
          </a:xfrm>
          <a:custGeom>
            <a:avLst/>
            <a:gdLst/>
            <a:ahLst/>
            <a:cxnLst/>
            <a:rect l="l" t="t" r="r" b="b"/>
            <a:pathLst>
              <a:path w="37899" h="57150">
                <a:moveTo>
                  <a:pt x="0" y="0"/>
                </a:moveTo>
                <a:lnTo>
                  <a:pt x="18849" y="57150"/>
                </a:lnTo>
                <a:lnTo>
                  <a:pt x="3789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1450801" y="12851130"/>
            <a:ext cx="37019" cy="57150"/>
          </a:xfrm>
          <a:custGeom>
            <a:avLst/>
            <a:gdLst/>
            <a:ahLst/>
            <a:cxnLst/>
            <a:rect l="l" t="t" r="r" b="b"/>
            <a:pathLst>
              <a:path w="37019" h="57150">
                <a:moveTo>
                  <a:pt x="0" y="0"/>
                </a:moveTo>
                <a:lnTo>
                  <a:pt x="17969" y="57150"/>
                </a:lnTo>
                <a:lnTo>
                  <a:pt x="370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33500" y="8858250"/>
            <a:ext cx="1333500" cy="1626869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626870" y="9118549"/>
            <a:ext cx="160020" cy="32537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1914525" y="1044702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2000250" y="1058037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2019173" y="1063752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2037342" y="1069467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2054032" y="1075182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2068578" y="1080897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2080400" y="1086612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2089026" y="1092327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2094114" y="1098042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2093008" y="1103757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2086860" y="1109472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077259" y="1115187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2064587" y="1120902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049351" y="1126617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2032157" y="1132332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2013691" y="1138047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994689" y="1143762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1975909" y="1149477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1958099" y="1155192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941970" y="1160907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928164" y="1166622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1917232" y="1172337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909609" y="1178052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905600" y="1183767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905365" y="1189482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1905365" y="1195197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1908912" y="1200912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1916100" y="1206627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1926644" y="1212342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1940121" y="1218057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1955996" y="1223772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1973635" y="1229487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1992335" y="1235202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2011351" y="1240917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2029924" y="1246632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2047314" y="1252347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2062827" y="1258062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2075846" y="1263777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2085851" y="1269492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2092444" y="1275207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2094486" y="1280922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2089854" y="1286637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6905625" y="7810500"/>
            <a:ext cx="1428750" cy="1743075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7219950" y="8089392"/>
            <a:ext cx="171450" cy="348615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7534275" y="951547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7620000" y="9648825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7638923" y="9705975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7657092" y="9763125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7673782" y="9820275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7688328" y="9877425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7700150" y="9934575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7708776" y="9991725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7713864" y="10048875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7712758" y="10106025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7706610" y="10163175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7697009" y="10220325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7684337" y="10277475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7669101" y="10334625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7651907" y="10391775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7633441" y="10448925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7614439" y="10506075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7595659" y="10563225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7577849" y="10620375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7561720" y="10677525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7547914" y="10734675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7536982" y="10791825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7529359" y="10848975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7525350" y="10906125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7525115" y="10963275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7525115" y="11020425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7528662" y="11077575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7535850" y="11134725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7546394" y="11191875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7559871" y="11249025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7575746" y="11306175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7593385" y="11363325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7612085" y="11420475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7631101" y="11477625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7649674" y="11534775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7667064" y="11591925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7682577" y="11649075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7695596" y="11706225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7705601" y="11763375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7712194" y="11820525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7714236" y="11877675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7709604" y="11934825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7701400" y="11991975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7689951" y="12049125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7675713" y="12106275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7659254" y="12163425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7641230" y="12220575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7622359" y="12277725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7603395" y="12334875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7585092" y="12392025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7568181" y="12449175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7553336" y="12506325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7541149" y="12563475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7532105" y="12620625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7526565" y="12677775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7524750" y="12734925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7524750" y="12792075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7526733" y="12849225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8096250" y="7239000"/>
            <a:ext cx="1524000" cy="1859280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8431530" y="7536484"/>
            <a:ext cx="182880" cy="371856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8772525" y="906018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8858250" y="919353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8877173" y="925068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8895342" y="930783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8912032" y="936498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8926578" y="942213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8938400" y="947928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8947026" y="953643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8952114" y="959358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8951008" y="965073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8944860" y="970788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8935259" y="976503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8922587" y="982218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8907351" y="987933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8890157" y="993648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8871691" y="999363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8852689" y="1005078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8833909" y="1010793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8816099" y="1016508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8799970" y="1022223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8786164" y="1027938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8775232" y="1033653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8767609" y="1039368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8763600" y="1045083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8763365" y="1050798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8763365" y="1056513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8766912" y="1062228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8774100" y="1067943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8784644" y="1073658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8798121" y="1079373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8813996" y="1085088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8831635" y="1090803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8850335" y="1096518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8869351" y="1102233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8887924" y="1107948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8905314" y="1113663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8920827" y="1119378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8933846" y="1125093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8943851" y="1130808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8950444" y="1136523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8952486" y="1142238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8947854" y="1147953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8939650" y="11536680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8928201" y="11593830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8913963" y="11650980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8897504" y="11708130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8879480" y="11765280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8860609" y="11822430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8841645" y="11879580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8823342" y="11936730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8806431" y="11993880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8791586" y="12051030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8779399" y="12108180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8770355" y="12165330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8764815" y="12222480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8763000" y="12279630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8763000" y="12336780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8764983" y="12393930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8770683" y="12451080"/>
            <a:ext cx="28241" cy="57150"/>
          </a:xfrm>
          <a:custGeom>
            <a:avLst/>
            <a:gdLst/>
            <a:ahLst/>
            <a:cxnLst/>
            <a:rect l="l" t="t" r="r" b="b"/>
            <a:pathLst>
              <a:path w="28242" h="57150">
                <a:moveTo>
                  <a:pt x="0" y="0"/>
                </a:moveTo>
                <a:lnTo>
                  <a:pt x="9192" y="57150"/>
                </a:lnTo>
                <a:lnTo>
                  <a:pt x="2824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8779875" y="12508230"/>
            <a:ext cx="31366" cy="57150"/>
          </a:xfrm>
          <a:custGeom>
            <a:avLst/>
            <a:gdLst/>
            <a:ahLst/>
            <a:cxnLst/>
            <a:rect l="l" t="t" r="r" b="b"/>
            <a:pathLst>
              <a:path w="31366" h="57150">
                <a:moveTo>
                  <a:pt x="0" y="0"/>
                </a:moveTo>
                <a:lnTo>
                  <a:pt x="12316" y="57150"/>
                </a:lnTo>
                <a:lnTo>
                  <a:pt x="313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8792191" y="12565380"/>
            <a:ext cx="33999" cy="57150"/>
          </a:xfrm>
          <a:custGeom>
            <a:avLst/>
            <a:gdLst/>
            <a:ahLst/>
            <a:cxnLst/>
            <a:rect l="l" t="t" r="r" b="b"/>
            <a:pathLst>
              <a:path w="34000" h="57150">
                <a:moveTo>
                  <a:pt x="0" y="0"/>
                </a:moveTo>
                <a:lnTo>
                  <a:pt x="14950" y="57150"/>
                </a:lnTo>
                <a:lnTo>
                  <a:pt x="3400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8807141" y="12622530"/>
            <a:ext cx="36037" cy="57150"/>
          </a:xfrm>
          <a:custGeom>
            <a:avLst/>
            <a:gdLst/>
            <a:ahLst/>
            <a:cxnLst/>
            <a:rect l="l" t="t" r="r" b="b"/>
            <a:pathLst>
              <a:path w="36037" h="57150">
                <a:moveTo>
                  <a:pt x="0" y="0"/>
                </a:moveTo>
                <a:lnTo>
                  <a:pt x="16987" y="57150"/>
                </a:lnTo>
                <a:lnTo>
                  <a:pt x="3603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8824128" y="12679680"/>
            <a:ext cx="37397" cy="57150"/>
          </a:xfrm>
          <a:custGeom>
            <a:avLst/>
            <a:gdLst/>
            <a:ahLst/>
            <a:cxnLst/>
            <a:rect l="l" t="t" r="r" b="b"/>
            <a:pathLst>
              <a:path w="37398" h="57150">
                <a:moveTo>
                  <a:pt x="0" y="0"/>
                </a:moveTo>
                <a:lnTo>
                  <a:pt x="18348" y="57150"/>
                </a:lnTo>
                <a:lnTo>
                  <a:pt x="3739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8842476" y="12736830"/>
            <a:ext cx="38026" cy="57150"/>
          </a:xfrm>
          <a:custGeom>
            <a:avLst/>
            <a:gdLst/>
            <a:ahLst/>
            <a:cxnLst/>
            <a:rect l="l" t="t" r="r" b="b"/>
            <a:pathLst>
              <a:path w="38026" h="57150">
                <a:moveTo>
                  <a:pt x="0" y="0"/>
                </a:moveTo>
                <a:lnTo>
                  <a:pt x="18976" y="57150"/>
                </a:lnTo>
                <a:lnTo>
                  <a:pt x="3802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8861452" y="12793980"/>
            <a:ext cx="37898" cy="57150"/>
          </a:xfrm>
          <a:custGeom>
            <a:avLst/>
            <a:gdLst/>
            <a:ahLst/>
            <a:cxnLst/>
            <a:rect l="l" t="t" r="r" b="b"/>
            <a:pathLst>
              <a:path w="37899" h="57150">
                <a:moveTo>
                  <a:pt x="0" y="0"/>
                </a:moveTo>
                <a:lnTo>
                  <a:pt x="18849" y="57150"/>
                </a:lnTo>
                <a:lnTo>
                  <a:pt x="3789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8880301" y="12851130"/>
            <a:ext cx="37019" cy="57150"/>
          </a:xfrm>
          <a:custGeom>
            <a:avLst/>
            <a:gdLst/>
            <a:ahLst/>
            <a:cxnLst/>
            <a:rect l="l" t="t" r="r" b="b"/>
            <a:pathLst>
              <a:path w="37019" h="57150">
                <a:moveTo>
                  <a:pt x="0" y="0"/>
                </a:moveTo>
                <a:lnTo>
                  <a:pt x="17969" y="57150"/>
                </a:lnTo>
                <a:lnTo>
                  <a:pt x="370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7620000" y="8858250"/>
            <a:ext cx="1333500" cy="1626869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7913370" y="9118549"/>
            <a:ext cx="160020" cy="32537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8201025" y="1044702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8286750" y="1058037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8305673" y="1063752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8323842" y="1069467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8340532" y="1075182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8355078" y="1080897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8366900" y="1086612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8375526" y="1092327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8380614" y="1098042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8379508" y="1103757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8373360" y="1109472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8363759" y="1115187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8351087" y="1120902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8335851" y="1126617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8318657" y="1132332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8300191" y="1138047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8281189" y="1143762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8262409" y="1149477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8244599" y="1155192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8228470" y="1160907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8214664" y="1166622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8203732" y="1172337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8196109" y="1178052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8192100" y="1183767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8191865" y="1189482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8191865" y="1195197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8195412" y="1200912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8202600" y="1206627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8213144" y="1212342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8226621" y="1218057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8242496" y="1223772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8260135" y="1229487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8278835" y="1235202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8297851" y="1240917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8316424" y="1246632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8333814" y="1252347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8349327" y="1258062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8362346" y="1263777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8372351" y="1269492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8378944" y="1275207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8380986" y="1280922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8376354" y="1286637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6" name="Picture 415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7239000"/>
            <a:ext cx="2857500" cy="2569057"/>
          </a:xfrm>
          <a:prstGeom prst="rect">
            <a:avLst/>
          </a:prstGeom>
        </p:spPr>
      </p:pic>
      <p:sp>
        <p:nvSpPr>
          <p:cNvPr id="417" name="TextBox 416"/>
          <p:cNvSpPr txBox="1"/>
          <p:nvPr/>
        </p:nvSpPr>
        <p:spPr>
          <a:xfrm>
            <a:off x="762000" y="1066800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C3634"/>
                </a:solidFill>
                <a:latin typeface="Montserrat"/>
              </a:rPr>
              <a:t>Swipe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68142902129871275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19250"/>
            <a:ext cx="3476625" cy="3476625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391025" y="2500312"/>
            <a:ext cx="5324475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Ib Borup Pedersen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91025" y="320895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Farmer, SFW Consultant &amp; Mentor</a:t>
            </a:r>
          </a:p>
        </p:txBody>
      </p:sp>
      <p:pic>
        <p:nvPicPr>
          <p:cNvPr id="72" name="Picture 71" descr="468892647352548819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34000"/>
            <a:ext cx="3476625" cy="3476625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391025" y="6215062"/>
            <a:ext cx="5324475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Laura Campos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91025" y="692370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SFW Mentor</a:t>
            </a:r>
          </a:p>
        </p:txBody>
      </p:sp>
      <p:pic>
        <p:nvPicPr>
          <p:cNvPr id="75" name="Picture 74" descr="699327725321335914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9048750"/>
            <a:ext cx="3476625" cy="347662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4391025" y="9929812"/>
            <a:ext cx="5324475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Dr. Caterina Capri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91025" y="1063845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SFW Mentor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8799207402900624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19250"/>
            <a:ext cx="3476625" cy="3476625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391025" y="2500312"/>
            <a:ext cx="5324475" cy="1283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Brian Daubenspeck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91025" y="3803302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SFW Consultant &amp; Mentor</a:t>
            </a:r>
          </a:p>
        </p:txBody>
      </p:sp>
      <p:pic>
        <p:nvPicPr>
          <p:cNvPr id="72" name="Picture 71" descr="215539869778019179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34000"/>
            <a:ext cx="3476625" cy="3476625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391025" y="6215062"/>
            <a:ext cx="5324475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Elena Kalli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91025" y="692370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School Administration Officer</a:t>
            </a:r>
          </a:p>
        </p:txBody>
      </p:sp>
      <p:pic>
        <p:nvPicPr>
          <p:cNvPr id="75" name="Picture 74" descr="762813556393869101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9048750"/>
            <a:ext cx="3476625" cy="347662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4391025" y="9929812"/>
            <a:ext cx="5324475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Dr. Nora Levay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91025" y="1063845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SFW Mentor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71568114266447093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19250"/>
            <a:ext cx="3476625" cy="3476625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391025" y="2500312"/>
            <a:ext cx="5324475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91025" y="320895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Farmer, SFW Consultant &amp; Mentor</a:t>
            </a:r>
          </a:p>
        </p:txBody>
      </p:sp>
      <p:pic>
        <p:nvPicPr>
          <p:cNvPr id="72" name="Picture 71" descr="757464764600784534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34000"/>
            <a:ext cx="3476625" cy="3476625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391025" y="6215062"/>
            <a:ext cx="5324475" cy="18782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Dr. Carla Ribeiro Machado e Portugal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91025" y="811239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SFW Mentor</a:t>
            </a:r>
          </a:p>
        </p:txBody>
      </p:sp>
      <p:pic>
        <p:nvPicPr>
          <p:cNvPr id="75" name="Picture 74" descr="56174694582366053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9048750"/>
            <a:ext cx="3476625" cy="347662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4391025" y="9929812"/>
            <a:ext cx="5324475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Dr. Elina Psara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91025" y="1063845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SFW Mentor Team Lead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47810650335134020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19250"/>
            <a:ext cx="3476625" cy="3476625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391025" y="2500312"/>
            <a:ext cx="5324475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Gerald Ramírez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91025" y="320895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SFW Mentor</a:t>
            </a:r>
          </a:p>
        </p:txBody>
      </p:sp>
      <p:pic>
        <p:nvPicPr>
          <p:cNvPr id="72" name="Picture 71" descr="141124671065805576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34000"/>
            <a:ext cx="3476625" cy="3476625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391025" y="6215062"/>
            <a:ext cx="5324475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Wesley Sanders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91025" y="692370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SFW Consultant &amp; Mentor</a:t>
            </a:r>
          </a:p>
        </p:txBody>
      </p:sp>
      <p:pic>
        <p:nvPicPr>
          <p:cNvPr id="75" name="Picture 74" descr="111728281842778184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9048750"/>
            <a:ext cx="3476625" cy="347662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4391025" y="9929812"/>
            <a:ext cx="5324475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Isadora Schmidt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91025" y="1063845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SFW Consultant &amp; Mentor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443430498165510575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19250"/>
            <a:ext cx="3476625" cy="3476625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391025" y="2500312"/>
            <a:ext cx="5324475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Delvin Solkinson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91025" y="320895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SFW Permaculture Lead</a:t>
            </a:r>
          </a:p>
        </p:txBody>
      </p:sp>
      <p:pic>
        <p:nvPicPr>
          <p:cNvPr id="72" name="Picture 71" descr="515356971247429883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34000"/>
            <a:ext cx="3476625" cy="3476625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391025" y="6215062"/>
            <a:ext cx="5324475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Tommy Tepper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91025" y="692370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Instructor</a:t>
            </a:r>
          </a:p>
        </p:txBody>
      </p:sp>
      <p:pic>
        <p:nvPicPr>
          <p:cNvPr id="75" name="Picture 74" descr="733319275145074177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9048750"/>
            <a:ext cx="3476625" cy="347662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4391025" y="9929812"/>
            <a:ext cx="5324475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Dora Tkalec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91025" y="1063845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SFW Consultant &amp; Mentor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379302300342581445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19250"/>
            <a:ext cx="3476625" cy="3476625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391025" y="2500312"/>
            <a:ext cx="5324475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Ayşen Üstünay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91025" y="320895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SFW Consultant &amp; Mentor</a:t>
            </a:r>
          </a:p>
        </p:txBody>
      </p:sp>
      <p:pic>
        <p:nvPicPr>
          <p:cNvPr id="72" name="Picture 71" descr="247266059167989489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34000"/>
            <a:ext cx="3476625" cy="3476625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391025" y="6215062"/>
            <a:ext cx="5324475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91025" y="692370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</a:t>
            </a:r>
          </a:p>
        </p:txBody>
      </p:sp>
      <p:pic>
        <p:nvPicPr>
          <p:cNvPr id="75" name="Picture 74" descr="289223180714273019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9048750"/>
            <a:ext cx="3476625" cy="347662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4391025" y="9929812"/>
            <a:ext cx="5324475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91025" y="10638457"/>
            <a:ext cx="5324475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SFW Consultant &amp; Mentor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5300" y="3476625"/>
            <a:ext cx="3627120" cy="1813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70" name="Picture 69" descr="62251295403988211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720" y="3476625"/>
            <a:ext cx="1813560" cy="1813560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4236720" y="494728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74820" y="494728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Ib Borup Pedersen</a:t>
            </a:r>
          </a:p>
        </p:txBody>
      </p:sp>
      <p:pic>
        <p:nvPicPr>
          <p:cNvPr id="73" name="Picture 72" descr="805580289007195499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476625"/>
            <a:ext cx="1813560" cy="1813560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6126480" y="494728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64580" y="494728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Laura Campos</a:t>
            </a:r>
          </a:p>
        </p:txBody>
      </p:sp>
      <p:pic>
        <p:nvPicPr>
          <p:cNvPr id="76" name="Picture 75" descr="745411475325569064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6240" y="3476625"/>
            <a:ext cx="1813560" cy="1813560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8016240" y="494728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54340" y="494728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Caterina Capri</a:t>
            </a:r>
          </a:p>
        </p:txBody>
      </p:sp>
      <p:pic>
        <p:nvPicPr>
          <p:cNvPr id="79" name="Picture 78" descr="602663782140747142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366385"/>
            <a:ext cx="1813560" cy="1813560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457200" y="683704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5300" y="683704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Brian Daubenspeck</a:t>
            </a:r>
          </a:p>
        </p:txBody>
      </p:sp>
      <p:pic>
        <p:nvPicPr>
          <p:cNvPr id="82" name="Picture 81" descr="916955286356981228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6960" y="5366385"/>
            <a:ext cx="1813560" cy="1813560"/>
          </a:xfrm>
          <a:prstGeom prst="rect">
            <a:avLst/>
          </a:prstGeom>
        </p:spPr>
      </p:pic>
      <p:sp>
        <p:nvSpPr>
          <p:cNvPr id="83" name="Rectangle 82"/>
          <p:cNvSpPr/>
          <p:nvPr/>
        </p:nvSpPr>
        <p:spPr>
          <a:xfrm>
            <a:off x="2346960" y="683704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385060" y="683704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Elena Kalli</a:t>
            </a:r>
          </a:p>
        </p:txBody>
      </p:sp>
      <p:pic>
        <p:nvPicPr>
          <p:cNvPr id="85" name="Picture 84" descr="632779287196047277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6720" y="5366385"/>
            <a:ext cx="1813560" cy="1813560"/>
          </a:xfrm>
          <a:prstGeom prst="rect">
            <a:avLst/>
          </a:prstGeom>
        </p:spPr>
      </p:pic>
      <p:sp>
        <p:nvSpPr>
          <p:cNvPr id="86" name="Rectangle 85"/>
          <p:cNvSpPr/>
          <p:nvPr/>
        </p:nvSpPr>
        <p:spPr>
          <a:xfrm>
            <a:off x="4236720" y="683704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74820" y="683704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Nora Levay</a:t>
            </a:r>
          </a:p>
        </p:txBody>
      </p:sp>
      <p:pic>
        <p:nvPicPr>
          <p:cNvPr id="88" name="Picture 87" descr="695723381332831787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5366385"/>
            <a:ext cx="1813560" cy="1813560"/>
          </a:xfrm>
          <a:prstGeom prst="rect">
            <a:avLst/>
          </a:prstGeom>
        </p:spPr>
      </p:pic>
      <p:sp>
        <p:nvSpPr>
          <p:cNvPr id="89" name="Rectangle 88"/>
          <p:cNvSpPr/>
          <p:nvPr/>
        </p:nvSpPr>
        <p:spPr>
          <a:xfrm>
            <a:off x="6126480" y="683704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64580" y="683704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pic>
        <p:nvPicPr>
          <p:cNvPr id="91" name="Picture 90" descr="714493236779049366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16240" y="5366385"/>
            <a:ext cx="1813560" cy="1813560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8016240" y="683704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54340" y="683704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Carla Portugal</a:t>
            </a:r>
          </a:p>
        </p:txBody>
      </p:sp>
      <p:pic>
        <p:nvPicPr>
          <p:cNvPr id="94" name="Picture 93" descr="290413900333827288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7256145"/>
            <a:ext cx="1813560" cy="1813560"/>
          </a:xfrm>
          <a:prstGeom prst="rect">
            <a:avLst/>
          </a:prstGeom>
        </p:spPr>
      </p:pic>
      <p:sp>
        <p:nvSpPr>
          <p:cNvPr id="95" name="Rectangle 94"/>
          <p:cNvSpPr/>
          <p:nvPr/>
        </p:nvSpPr>
        <p:spPr>
          <a:xfrm>
            <a:off x="457200" y="872680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95300" y="872680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Elina Psara</a:t>
            </a:r>
          </a:p>
        </p:txBody>
      </p:sp>
      <p:pic>
        <p:nvPicPr>
          <p:cNvPr id="97" name="Picture 96" descr="6759120478498615729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46960" y="7256145"/>
            <a:ext cx="1813560" cy="1813560"/>
          </a:xfrm>
          <a:prstGeom prst="rect">
            <a:avLst/>
          </a:prstGeom>
        </p:spPr>
      </p:pic>
      <p:sp>
        <p:nvSpPr>
          <p:cNvPr id="98" name="Rectangle 97"/>
          <p:cNvSpPr/>
          <p:nvPr/>
        </p:nvSpPr>
        <p:spPr>
          <a:xfrm>
            <a:off x="2346960" y="872680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385060" y="872680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Gerald Ramírez</a:t>
            </a:r>
          </a:p>
        </p:txBody>
      </p:sp>
      <p:pic>
        <p:nvPicPr>
          <p:cNvPr id="100" name="Picture 99" descr="1194488140148190033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36720" y="7256145"/>
            <a:ext cx="1813560" cy="1813560"/>
          </a:xfrm>
          <a:prstGeom prst="rect">
            <a:avLst/>
          </a:prstGeom>
        </p:spPr>
      </p:pic>
      <p:sp>
        <p:nvSpPr>
          <p:cNvPr id="101" name="Rectangle 100"/>
          <p:cNvSpPr/>
          <p:nvPr/>
        </p:nvSpPr>
        <p:spPr>
          <a:xfrm>
            <a:off x="4236720" y="872680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274820" y="872680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Wesley Sanders</a:t>
            </a:r>
          </a:p>
        </p:txBody>
      </p:sp>
      <p:pic>
        <p:nvPicPr>
          <p:cNvPr id="103" name="Picture 102" descr="3723017669234027646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26480" y="7256145"/>
            <a:ext cx="1813560" cy="1813560"/>
          </a:xfrm>
          <a:prstGeom prst="rect">
            <a:avLst/>
          </a:prstGeom>
        </p:spPr>
      </p:pic>
      <p:sp>
        <p:nvSpPr>
          <p:cNvPr id="104" name="Rectangle 103"/>
          <p:cNvSpPr/>
          <p:nvPr/>
        </p:nvSpPr>
        <p:spPr>
          <a:xfrm>
            <a:off x="6126480" y="872680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64580" y="872680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Isadora Schmidt</a:t>
            </a:r>
          </a:p>
        </p:txBody>
      </p:sp>
      <p:pic>
        <p:nvPicPr>
          <p:cNvPr id="106" name="Picture 105" descr="6998284926264825370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16240" y="7256145"/>
            <a:ext cx="1813560" cy="1813560"/>
          </a:xfrm>
          <a:prstGeom prst="rect">
            <a:avLst/>
          </a:prstGeom>
        </p:spPr>
      </p:pic>
      <p:sp>
        <p:nvSpPr>
          <p:cNvPr id="107" name="Rectangle 106"/>
          <p:cNvSpPr/>
          <p:nvPr/>
        </p:nvSpPr>
        <p:spPr>
          <a:xfrm>
            <a:off x="8016240" y="872680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054340" y="872680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Delvin Solkinson</a:t>
            </a:r>
          </a:p>
        </p:txBody>
      </p:sp>
      <p:pic>
        <p:nvPicPr>
          <p:cNvPr id="109" name="Picture 108" descr="175298884922323503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9145905"/>
            <a:ext cx="1813560" cy="1813560"/>
          </a:xfrm>
          <a:prstGeom prst="rect">
            <a:avLst/>
          </a:prstGeom>
        </p:spPr>
      </p:pic>
      <p:sp>
        <p:nvSpPr>
          <p:cNvPr id="110" name="Rectangle 109"/>
          <p:cNvSpPr/>
          <p:nvPr/>
        </p:nvSpPr>
        <p:spPr>
          <a:xfrm>
            <a:off x="457200" y="1061656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95300" y="1061656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Tommy Tepper</a:t>
            </a:r>
          </a:p>
        </p:txBody>
      </p:sp>
      <p:pic>
        <p:nvPicPr>
          <p:cNvPr id="112" name="Picture 111" descr="5414851247296223470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46960" y="9145905"/>
            <a:ext cx="1813560" cy="1813560"/>
          </a:xfrm>
          <a:prstGeom prst="rect">
            <a:avLst/>
          </a:prstGeom>
        </p:spPr>
      </p:pic>
      <p:sp>
        <p:nvSpPr>
          <p:cNvPr id="113" name="Rectangle 112"/>
          <p:cNvSpPr/>
          <p:nvPr/>
        </p:nvSpPr>
        <p:spPr>
          <a:xfrm>
            <a:off x="2346960" y="1061656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385060" y="1061656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Dora Tkalec</a:t>
            </a:r>
          </a:p>
        </p:txBody>
      </p:sp>
      <p:pic>
        <p:nvPicPr>
          <p:cNvPr id="115" name="Picture 114" descr="3113535558271719414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36720" y="9145905"/>
            <a:ext cx="1813560" cy="1813560"/>
          </a:xfrm>
          <a:prstGeom prst="rect">
            <a:avLst/>
          </a:prstGeom>
        </p:spPr>
      </p:pic>
      <p:sp>
        <p:nvSpPr>
          <p:cNvPr id="116" name="Rectangle 115"/>
          <p:cNvSpPr/>
          <p:nvPr/>
        </p:nvSpPr>
        <p:spPr>
          <a:xfrm>
            <a:off x="4236720" y="1061656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274820" y="1061656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Ayşen Üstünay</a:t>
            </a:r>
          </a:p>
        </p:txBody>
      </p:sp>
      <p:pic>
        <p:nvPicPr>
          <p:cNvPr id="118" name="Picture 117" descr="2612131318617217853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26480" y="9145905"/>
            <a:ext cx="1813560" cy="1813560"/>
          </a:xfrm>
          <a:prstGeom prst="rect">
            <a:avLst/>
          </a:prstGeom>
        </p:spPr>
      </p:pic>
      <p:sp>
        <p:nvSpPr>
          <p:cNvPr id="119" name="Rectangle 118"/>
          <p:cNvSpPr/>
          <p:nvPr/>
        </p:nvSpPr>
        <p:spPr>
          <a:xfrm>
            <a:off x="6126480" y="1061656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164580" y="1061656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pic>
        <p:nvPicPr>
          <p:cNvPr id="121" name="Picture 120" descr="8647953704869287552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16240" y="9145905"/>
            <a:ext cx="1813560" cy="1813560"/>
          </a:xfrm>
          <a:prstGeom prst="rect">
            <a:avLst/>
          </a:prstGeom>
        </p:spPr>
      </p:pic>
      <p:sp>
        <p:nvSpPr>
          <p:cNvPr id="122" name="Rectangle 121"/>
          <p:cNvSpPr/>
          <p:nvPr/>
        </p:nvSpPr>
        <p:spPr>
          <a:xfrm>
            <a:off x="8016240" y="10616565"/>
            <a:ext cx="181356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054340" y="10616565"/>
            <a:ext cx="17373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52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295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438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581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4724400" y="7620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5867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7010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153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9296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5-Point Star 66"/>
          <p:cNvSpPr/>
          <p:nvPr/>
        </p:nvSpPr>
        <p:spPr>
          <a:xfrm>
            <a:off x="2981325" y="2486025"/>
            <a:ext cx="323850" cy="323850"/>
          </a:xfrm>
          <a:prstGeom prst="star5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5-Point Star 67"/>
          <p:cNvSpPr/>
          <p:nvPr/>
        </p:nvSpPr>
        <p:spPr>
          <a:xfrm>
            <a:off x="6981825" y="2486025"/>
            <a:ext cx="323850" cy="323850"/>
          </a:xfrm>
          <a:prstGeom prst="star5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2000" y="2428875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400">
                <a:solidFill>
                  <a:srgbClr val="31662F"/>
                </a:solidFill>
                <a:latin typeface="Montserrat"/>
              </a:rPr>
              <a:t>OCTOBER 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2000" y="3048000"/>
            <a:ext cx="87630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sp>
        <p:nvSpPr>
          <p:cNvPr id="71" name="Oval 70"/>
          <p:cNvSpPr/>
          <p:nvPr/>
        </p:nvSpPr>
        <p:spPr>
          <a:xfrm>
            <a:off x="1952625" y="7810500"/>
            <a:ext cx="1428750" cy="1743075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266950" y="8089392"/>
            <a:ext cx="171450" cy="348615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2581275" y="951547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667000" y="9648825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2685923" y="9705975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704092" y="9763125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2720782" y="9820275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2735328" y="9877425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747150" y="9934575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755776" y="9991725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760864" y="10048875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759758" y="10106025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2753610" y="10163175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2744009" y="10220325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2731337" y="10277475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716101" y="10334625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2698907" y="10391775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2680441" y="10448925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2661439" y="10506075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2642659" y="10563225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624849" y="10620375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608720" y="10677525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2594914" y="10734675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583982" y="10791825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2576359" y="10848975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2572350" y="10906125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2572115" y="10963275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2572115" y="11020425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2575662" y="11077575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2582850" y="11134725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2593394" y="11191875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606871" y="11249025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2622746" y="11306175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2640385" y="11363325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2659085" y="11420475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2678101" y="11477625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2696674" y="11534775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2714064" y="11591925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729577" y="11649075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742596" y="11706225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752601" y="11763375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759194" y="11820525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2761236" y="11877675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56604" y="11934825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48400" y="11991975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2736951" y="12049125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722713" y="12106275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2706254" y="12163425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688230" y="12220575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2669359" y="12277725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650395" y="12334875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632092" y="12392025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2615181" y="12449175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600336" y="12506325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588149" y="12563475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2579105" y="12620625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573565" y="12677775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2571750" y="12734925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571750" y="12792075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2573733" y="12849225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66750" y="7239000"/>
            <a:ext cx="1524000" cy="1859280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002029" y="7536484"/>
            <a:ext cx="182880" cy="371856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1343025" y="906018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428750" y="919353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447673" y="925068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465842" y="930783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482532" y="936498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497078" y="942213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508900" y="947928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517526" y="953643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522614" y="959358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521508" y="965073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1515360" y="970788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505759" y="976503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493087" y="982218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1477851" y="987933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1460657" y="993648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1442191" y="999363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1423189" y="1005078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404409" y="1010793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386599" y="1016508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370470" y="1022223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1356664" y="1027938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345732" y="1033653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338109" y="1039368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334100" y="1045083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333865" y="1050798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333865" y="1056513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337412" y="1062228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344600" y="1067943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355144" y="1073658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368621" y="1079373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384496" y="1085088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1402135" y="1090803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420835" y="1096518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439851" y="1102233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458424" y="1107948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1475814" y="1113663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491327" y="1119378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1504346" y="1125093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514351" y="1130808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1520944" y="1136523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1522986" y="1142238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1518354" y="1147953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1510150" y="11536680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1498701" y="11593830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1484463" y="11650980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468004" y="11708130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449980" y="11765280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431109" y="11822430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412145" y="11879580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393842" y="11936730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376931" y="11993880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362086" y="12051030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1349899" y="12108180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340855" y="12165330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335315" y="12222480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333500" y="12279630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333500" y="12336780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335483" y="12393930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341183" y="12451080"/>
            <a:ext cx="28241" cy="57150"/>
          </a:xfrm>
          <a:custGeom>
            <a:avLst/>
            <a:gdLst/>
            <a:ahLst/>
            <a:cxnLst/>
            <a:rect l="l" t="t" r="r" b="b"/>
            <a:pathLst>
              <a:path w="28242" h="57150">
                <a:moveTo>
                  <a:pt x="0" y="0"/>
                </a:moveTo>
                <a:lnTo>
                  <a:pt x="9192" y="57150"/>
                </a:lnTo>
                <a:lnTo>
                  <a:pt x="2824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350375" y="12508230"/>
            <a:ext cx="31366" cy="57150"/>
          </a:xfrm>
          <a:custGeom>
            <a:avLst/>
            <a:gdLst/>
            <a:ahLst/>
            <a:cxnLst/>
            <a:rect l="l" t="t" r="r" b="b"/>
            <a:pathLst>
              <a:path w="31366" h="57150">
                <a:moveTo>
                  <a:pt x="0" y="0"/>
                </a:moveTo>
                <a:lnTo>
                  <a:pt x="12316" y="57150"/>
                </a:lnTo>
                <a:lnTo>
                  <a:pt x="313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362691" y="12565380"/>
            <a:ext cx="33999" cy="57150"/>
          </a:xfrm>
          <a:custGeom>
            <a:avLst/>
            <a:gdLst/>
            <a:ahLst/>
            <a:cxnLst/>
            <a:rect l="l" t="t" r="r" b="b"/>
            <a:pathLst>
              <a:path w="34000" h="57150">
                <a:moveTo>
                  <a:pt x="0" y="0"/>
                </a:moveTo>
                <a:lnTo>
                  <a:pt x="14950" y="57150"/>
                </a:lnTo>
                <a:lnTo>
                  <a:pt x="3400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377641" y="12622530"/>
            <a:ext cx="36037" cy="57150"/>
          </a:xfrm>
          <a:custGeom>
            <a:avLst/>
            <a:gdLst/>
            <a:ahLst/>
            <a:cxnLst/>
            <a:rect l="l" t="t" r="r" b="b"/>
            <a:pathLst>
              <a:path w="36037" h="57150">
                <a:moveTo>
                  <a:pt x="0" y="0"/>
                </a:moveTo>
                <a:lnTo>
                  <a:pt x="16987" y="57150"/>
                </a:lnTo>
                <a:lnTo>
                  <a:pt x="3603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1394628" y="12679680"/>
            <a:ext cx="37397" cy="57150"/>
          </a:xfrm>
          <a:custGeom>
            <a:avLst/>
            <a:gdLst/>
            <a:ahLst/>
            <a:cxnLst/>
            <a:rect l="l" t="t" r="r" b="b"/>
            <a:pathLst>
              <a:path w="37398" h="57150">
                <a:moveTo>
                  <a:pt x="0" y="0"/>
                </a:moveTo>
                <a:lnTo>
                  <a:pt x="18348" y="57150"/>
                </a:lnTo>
                <a:lnTo>
                  <a:pt x="3739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1412976" y="12736830"/>
            <a:ext cx="38026" cy="57150"/>
          </a:xfrm>
          <a:custGeom>
            <a:avLst/>
            <a:gdLst/>
            <a:ahLst/>
            <a:cxnLst/>
            <a:rect l="l" t="t" r="r" b="b"/>
            <a:pathLst>
              <a:path w="38026" h="57150">
                <a:moveTo>
                  <a:pt x="0" y="0"/>
                </a:moveTo>
                <a:lnTo>
                  <a:pt x="18976" y="57150"/>
                </a:lnTo>
                <a:lnTo>
                  <a:pt x="3802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1431952" y="12793980"/>
            <a:ext cx="37898" cy="57150"/>
          </a:xfrm>
          <a:custGeom>
            <a:avLst/>
            <a:gdLst/>
            <a:ahLst/>
            <a:cxnLst/>
            <a:rect l="l" t="t" r="r" b="b"/>
            <a:pathLst>
              <a:path w="37899" h="57150">
                <a:moveTo>
                  <a:pt x="0" y="0"/>
                </a:moveTo>
                <a:lnTo>
                  <a:pt x="18849" y="57150"/>
                </a:lnTo>
                <a:lnTo>
                  <a:pt x="3789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450801" y="12851130"/>
            <a:ext cx="37019" cy="57150"/>
          </a:xfrm>
          <a:custGeom>
            <a:avLst/>
            <a:gdLst/>
            <a:ahLst/>
            <a:cxnLst/>
            <a:rect l="l" t="t" r="r" b="b"/>
            <a:pathLst>
              <a:path w="37019" h="57150">
                <a:moveTo>
                  <a:pt x="0" y="0"/>
                </a:moveTo>
                <a:lnTo>
                  <a:pt x="17969" y="57150"/>
                </a:lnTo>
                <a:lnTo>
                  <a:pt x="370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33500" y="8858250"/>
            <a:ext cx="1333500" cy="1626869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626870" y="9118549"/>
            <a:ext cx="160020" cy="32537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1914525" y="1044702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2000250" y="1058037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2019173" y="1063752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2037342" y="1069467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2054032" y="1075182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2068578" y="1080897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2080400" y="1086612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2089026" y="1092327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2094114" y="1098042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2093008" y="1103757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2086860" y="1109472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2077259" y="1115187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064587" y="1120902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2049351" y="1126617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032157" y="1132332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2013691" y="1138047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1994689" y="1143762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975909" y="1149477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1958099" y="1155192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1941970" y="1160907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928164" y="1166622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917232" y="1172337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1909609" y="1178052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905600" y="1183767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905365" y="1189482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905365" y="1195197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1908912" y="1200912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1916100" y="1206627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1926644" y="1212342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1940121" y="1218057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1955996" y="1223772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1973635" y="1229487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1992335" y="1235202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2011351" y="1240917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2029924" y="1246632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2047314" y="1252347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2062827" y="1258062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2075846" y="1263777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2085851" y="1269492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2092444" y="1275207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2094486" y="1280922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2089854" y="1286637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6905625" y="7810500"/>
            <a:ext cx="1428750" cy="1743075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219950" y="8089392"/>
            <a:ext cx="171450" cy="348615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7534275" y="951547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7620000" y="9648825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7638923" y="9705975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7657092" y="9763125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7673782" y="9820275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7688328" y="9877425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7700150" y="9934575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7708776" y="9991725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7713864" y="10048875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7712758" y="10106025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7706610" y="10163175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7697009" y="10220325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7684337" y="10277475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7669101" y="10334625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7651907" y="10391775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7633441" y="10448925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7614439" y="10506075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7595659" y="10563225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7577849" y="10620375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7561720" y="10677525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7547914" y="10734675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7536982" y="10791825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7529359" y="10848975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7525350" y="10906125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7525115" y="10963275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7525115" y="11020425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7528662" y="11077575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7535850" y="11134725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7546394" y="11191875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7559871" y="11249025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7575746" y="11306175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7593385" y="11363325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7612085" y="11420475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7631101" y="11477625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7649674" y="11534775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7667064" y="11591925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7682577" y="11649075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7695596" y="11706225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7705601" y="11763375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7712194" y="11820525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7714236" y="11877675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7709604" y="11934825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7701400" y="11991975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7689951" y="12049125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7675713" y="12106275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7659254" y="12163425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7641230" y="12220575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7622359" y="12277725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7603395" y="12334875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7585092" y="12392025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7568181" y="12449175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7553336" y="12506325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7541149" y="12563475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7532105" y="12620625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7526565" y="12677775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7524750" y="12734925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7524750" y="12792075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7526733" y="12849225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8096250" y="7239000"/>
            <a:ext cx="1524000" cy="1859280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8431530" y="7536484"/>
            <a:ext cx="182880" cy="371856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8772525" y="906018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8858250" y="919353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8877173" y="925068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8895342" y="930783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8912032" y="936498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8926578" y="942213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8938400" y="947928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8947026" y="953643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8952114" y="959358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8951008" y="965073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8944860" y="970788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8935259" y="976503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8922587" y="982218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8907351" y="987933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8890157" y="993648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8871691" y="999363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8852689" y="1005078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8833909" y="1010793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8816099" y="1016508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8799970" y="1022223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8786164" y="1027938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8775232" y="1033653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8767609" y="1039368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8763600" y="1045083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8763365" y="1050798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8763365" y="1056513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8766912" y="1062228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8774100" y="1067943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8784644" y="1073658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8798121" y="1079373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8813996" y="1085088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8831635" y="1090803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8850335" y="1096518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8869351" y="1102233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8887924" y="1107948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8905314" y="1113663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8920827" y="1119378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8933846" y="1125093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8943851" y="1130808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8950444" y="1136523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8952486" y="1142238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8947854" y="1147953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8939650" y="11536680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8928201" y="11593830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8913963" y="11650980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8897504" y="11708130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8879480" y="11765280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8860609" y="11822430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8841645" y="11879580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8823342" y="11936730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8806431" y="11993880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8791586" y="12051030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8779399" y="12108180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8770355" y="12165330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8764815" y="12222480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8763000" y="12279630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8763000" y="12336780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8764983" y="12393930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8770683" y="12451080"/>
            <a:ext cx="28241" cy="57150"/>
          </a:xfrm>
          <a:custGeom>
            <a:avLst/>
            <a:gdLst/>
            <a:ahLst/>
            <a:cxnLst/>
            <a:rect l="l" t="t" r="r" b="b"/>
            <a:pathLst>
              <a:path w="28242" h="57150">
                <a:moveTo>
                  <a:pt x="0" y="0"/>
                </a:moveTo>
                <a:lnTo>
                  <a:pt x="9192" y="57150"/>
                </a:lnTo>
                <a:lnTo>
                  <a:pt x="2824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8779875" y="12508230"/>
            <a:ext cx="31366" cy="57150"/>
          </a:xfrm>
          <a:custGeom>
            <a:avLst/>
            <a:gdLst/>
            <a:ahLst/>
            <a:cxnLst/>
            <a:rect l="l" t="t" r="r" b="b"/>
            <a:pathLst>
              <a:path w="31366" h="57150">
                <a:moveTo>
                  <a:pt x="0" y="0"/>
                </a:moveTo>
                <a:lnTo>
                  <a:pt x="12316" y="57150"/>
                </a:lnTo>
                <a:lnTo>
                  <a:pt x="313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8792191" y="12565380"/>
            <a:ext cx="33999" cy="57150"/>
          </a:xfrm>
          <a:custGeom>
            <a:avLst/>
            <a:gdLst/>
            <a:ahLst/>
            <a:cxnLst/>
            <a:rect l="l" t="t" r="r" b="b"/>
            <a:pathLst>
              <a:path w="34000" h="57150">
                <a:moveTo>
                  <a:pt x="0" y="0"/>
                </a:moveTo>
                <a:lnTo>
                  <a:pt x="14950" y="57150"/>
                </a:lnTo>
                <a:lnTo>
                  <a:pt x="3400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8807141" y="12622530"/>
            <a:ext cx="36037" cy="57150"/>
          </a:xfrm>
          <a:custGeom>
            <a:avLst/>
            <a:gdLst/>
            <a:ahLst/>
            <a:cxnLst/>
            <a:rect l="l" t="t" r="r" b="b"/>
            <a:pathLst>
              <a:path w="36037" h="57150">
                <a:moveTo>
                  <a:pt x="0" y="0"/>
                </a:moveTo>
                <a:lnTo>
                  <a:pt x="16987" y="57150"/>
                </a:lnTo>
                <a:lnTo>
                  <a:pt x="3603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8824128" y="12679680"/>
            <a:ext cx="37397" cy="57150"/>
          </a:xfrm>
          <a:custGeom>
            <a:avLst/>
            <a:gdLst/>
            <a:ahLst/>
            <a:cxnLst/>
            <a:rect l="l" t="t" r="r" b="b"/>
            <a:pathLst>
              <a:path w="37398" h="57150">
                <a:moveTo>
                  <a:pt x="0" y="0"/>
                </a:moveTo>
                <a:lnTo>
                  <a:pt x="18348" y="57150"/>
                </a:lnTo>
                <a:lnTo>
                  <a:pt x="3739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8842476" y="12736830"/>
            <a:ext cx="38026" cy="57150"/>
          </a:xfrm>
          <a:custGeom>
            <a:avLst/>
            <a:gdLst/>
            <a:ahLst/>
            <a:cxnLst/>
            <a:rect l="l" t="t" r="r" b="b"/>
            <a:pathLst>
              <a:path w="38026" h="57150">
                <a:moveTo>
                  <a:pt x="0" y="0"/>
                </a:moveTo>
                <a:lnTo>
                  <a:pt x="18976" y="57150"/>
                </a:lnTo>
                <a:lnTo>
                  <a:pt x="3802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8861452" y="12793980"/>
            <a:ext cx="37898" cy="57150"/>
          </a:xfrm>
          <a:custGeom>
            <a:avLst/>
            <a:gdLst/>
            <a:ahLst/>
            <a:cxnLst/>
            <a:rect l="l" t="t" r="r" b="b"/>
            <a:pathLst>
              <a:path w="37899" h="57150">
                <a:moveTo>
                  <a:pt x="0" y="0"/>
                </a:moveTo>
                <a:lnTo>
                  <a:pt x="18849" y="57150"/>
                </a:lnTo>
                <a:lnTo>
                  <a:pt x="3789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8880301" y="12851130"/>
            <a:ext cx="37019" cy="57150"/>
          </a:xfrm>
          <a:custGeom>
            <a:avLst/>
            <a:gdLst/>
            <a:ahLst/>
            <a:cxnLst/>
            <a:rect l="l" t="t" r="r" b="b"/>
            <a:pathLst>
              <a:path w="37019" h="57150">
                <a:moveTo>
                  <a:pt x="0" y="0"/>
                </a:moveTo>
                <a:lnTo>
                  <a:pt x="17969" y="57150"/>
                </a:lnTo>
                <a:lnTo>
                  <a:pt x="370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7620000" y="8858250"/>
            <a:ext cx="1333500" cy="1626869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7913370" y="9118549"/>
            <a:ext cx="160020" cy="32537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8201025" y="1044702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8286750" y="1058037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8305673" y="1063752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8323842" y="1069467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8340532" y="1075182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8355078" y="1080897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8366900" y="1086612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8375526" y="1092327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8380614" y="1098042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8379508" y="1103757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8373360" y="1109472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8363759" y="1115187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8351087" y="1120902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8335851" y="1126617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8318657" y="1132332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8300191" y="1138047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8281189" y="1143762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8262409" y="1149477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8244599" y="1155192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8228470" y="1160907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8214664" y="1166622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8203732" y="1172337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8196109" y="1178052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8192100" y="1183767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8191865" y="1189482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8191865" y="1195197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8195412" y="1200912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8202600" y="1206627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8213144" y="1212342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8226621" y="1218057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8242496" y="1223772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8260135" y="1229487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8278835" y="1235202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8297851" y="1240917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8316424" y="1246632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8333814" y="1252347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8349327" y="1258062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8362346" y="1263777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8372351" y="1269492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8378944" y="1275207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8380986" y="1280922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8376354" y="1286637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5" name="Picture 414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7239000"/>
            <a:ext cx="2857500" cy="2569057"/>
          </a:xfrm>
          <a:prstGeom prst="rect">
            <a:avLst/>
          </a:prstGeom>
        </p:spPr>
      </p:pic>
      <p:sp>
        <p:nvSpPr>
          <p:cNvPr id="416" name="TextBox 415"/>
          <p:cNvSpPr txBox="1"/>
          <p:nvPr/>
        </p:nvSpPr>
        <p:spPr>
          <a:xfrm>
            <a:off x="762000" y="1066800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