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Leave y=1100 to 1450 empty for the poll sticker.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31490378305950117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2371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4118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The biggest habitat on Earth is under your feet.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404759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DBE6A7"/>
                </a:solidFill>
                <a:latin typeface="Source Sans 3"/>
              </a:rPr>
              <a:t>More than half of all species live in soil.</a:t>
            </a:r>
          </a:p>
        </p:txBody>
      </p:sp>
      <p:sp>
        <p:nvSpPr>
          <p:cNvPr id="6" name="Oval 5"/>
          <p:cNvSpPr/>
          <p:nvPr/>
        </p:nvSpPr>
        <p:spPr>
          <a:xfrm>
            <a:off x="4714875" y="14287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14875" y="14287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