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7. Leave y=1100 to 1450 empty for the poll sticker.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7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514457573613666127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22371F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4000500"/>
            <a:ext cx="8382000" cy="4118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7200" b="1" i="0">
                <a:solidFill>
                  <a:srgbClr val="F4F1EA"/>
                </a:solidFill>
                <a:latin typeface="Montserrat"/>
              </a:rPr>
              <a:t>The biggest habitat on Earth is under your feet.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8404759"/>
            <a:ext cx="8382000" cy="1428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4400" b="0" i="0">
                <a:solidFill>
                  <a:srgbClr val="DBE6A7"/>
                </a:solidFill>
                <a:latin typeface="Source Sans 3"/>
              </a:rPr>
              <a:t>More than half of all species live in soil.</a:t>
            </a:r>
          </a:p>
        </p:txBody>
      </p:sp>
      <p:sp>
        <p:nvSpPr>
          <p:cNvPr id="6" name="Oval 5"/>
          <p:cNvSpPr/>
          <p:nvPr/>
        </p:nvSpPr>
        <p:spPr>
          <a:xfrm>
            <a:off x="4714875" y="14287500"/>
            <a:ext cx="857250" cy="857250"/>
          </a:xfrm>
          <a:prstGeom prst="ellipse">
            <a:avLst/>
          </a:prstGeom>
          <a:noFill/>
          <a:ln w="19050">
            <a:solidFill>
              <a:srgbClr val="F4F1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14875" y="14287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F4F1EA"/>
                </a:solidFill>
                <a:latin typeface="Montserrat"/>
              </a:rPr>
              <a:t>LOGO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