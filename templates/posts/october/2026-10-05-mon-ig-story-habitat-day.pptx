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Leave y=1100 to 1450 empty for the poll sticker.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5760539404738572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41185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The biggest habitat on Earth is under your feet.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404759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More than half of all species live in soil.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