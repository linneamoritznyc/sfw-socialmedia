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Leave y=1100 to 1450 empty for the poll sticker.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4577292284353155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E3F1D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4118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3F1EA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881009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B1BCB1"/>
                </a:solidFill>
                <a:latin typeface="Source Sans 3"/>
              </a:rPr>
              <a:t>More than half of all species live in soil.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50" y="14287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