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4795545433885448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40475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More than half of all species live in soil.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