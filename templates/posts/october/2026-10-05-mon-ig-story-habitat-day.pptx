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7. Leave y=1100 to 1450 empty for the poll sticker.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11356546641661757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E3F1D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4000500"/>
            <a:ext cx="8382000" cy="41185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200" b="1" i="0">
                <a:solidFill>
                  <a:srgbClr val="F3F1EA"/>
                </a:solidFill>
                <a:latin typeface="Montserrat"/>
              </a:rPr>
              <a:t>The biggest habitat on Earth is under your feet.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8881009"/>
            <a:ext cx="8382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0" i="0">
                <a:solidFill>
                  <a:srgbClr val="B1BCB1"/>
                </a:solidFill>
                <a:latin typeface="Source Sans 3"/>
              </a:rPr>
              <a:t>More than half of all species live in soil.</a:t>
            </a:r>
          </a:p>
        </p:txBody>
      </p:sp>
      <p:pic>
        <p:nvPicPr>
          <p:cNvPr id="6" name="Picture 5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6750" y="14287500"/>
            <a:ext cx="953498" cy="8572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