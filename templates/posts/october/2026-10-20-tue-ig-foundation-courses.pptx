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2446842652997795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FOUNDATION COURSES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Every graduate you met this month started with the same course.</a:t>
            </a:r>
          </a:p>
        </p:txBody>
      </p:sp>
      <p:sp>
        <p:nvSpPr>
          <p:cNvPr id="6" name="Oval 5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Boubacar, Guinea.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Christina, Tennessee.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Jason, Indiana.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The Foundation Courses. Learn soil biology, compost, extracts and microscopy.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22370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Scholarships available.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