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0656546426937121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FOUNDATION 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334250"/>
            <a:ext cx="7620000" cy="4006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Every graduate you met this month started with the same course.</a:t>
            </a:r>
          </a:p>
        </p:txBody>
      </p:sp>
      <p:sp>
        <p:nvSpPr>
          <p:cNvPr id="6" name="Oval 5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Boubacar, small portrait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GRADUATE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Boubacar, Guinea.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Christina, small portrait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GRADUATE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Christina, Tennessee.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Jason, small portrait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GRADUATE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Jason, Indiana.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2206049"/>
            <a:ext cx="8382000" cy="482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4F1EA"/>
                </a:solidFill>
                <a:latin typeface="Montserrat"/>
              </a:rPr>
              <a:t>The Foundation Courses. Learn soil biology, compost, extracts and microscopy.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722370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0" i="0">
                <a:solidFill>
                  <a:srgbClr val="DBE6A7"/>
                </a:solidFill>
                <a:latin typeface="Source Sans 3"/>
              </a:rPr>
              <a:t>Scholarships available.</a:t>
            </a:r>
          </a:p>
        </p:txBody>
      </p:sp>
      <p:sp>
        <p:nvSpPr>
          <p:cNvPr id="4" name="Freeform 3"/>
          <p:cNvSpPr/>
          <p:nvPr/>
        </p:nvSpPr>
        <p:spPr>
          <a:xfrm>
            <a:off x="3333750" y="85725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285750" y="552450"/>
                </a:lnTo>
                <a:lnTo>
                  <a:pt x="0" y="76200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409950" y="8648700"/>
            <a:ext cx="419100" cy="533400"/>
          </a:xfrm>
          <a:custGeom>
            <a:avLst/>
            <a:gdLst/>
            <a:ahLst/>
            <a:cxnLst/>
            <a:rect l="l" t="t" r="r" b="b"/>
            <a:pathLst>
              <a:path w="419100" h="533400">
                <a:moveTo>
                  <a:pt x="0" y="0"/>
                </a:moveTo>
                <a:lnTo>
                  <a:pt x="419100" y="0"/>
                </a:lnTo>
                <a:lnTo>
                  <a:pt x="419100" y="533400"/>
                </a:lnTo>
                <a:lnTo>
                  <a:pt x="209550" y="381000"/>
                </a:lnTo>
                <a:lnTo>
                  <a:pt x="0" y="53340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67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7" name="Freeform 6"/>
          <p:cNvSpPr/>
          <p:nvPr/>
        </p:nvSpPr>
        <p:spPr>
          <a:xfrm>
            <a:off x="6248400" y="85725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42900"/>
                </a:moveTo>
                <a:lnTo>
                  <a:pt x="838200" y="0"/>
                </a:lnTo>
                <a:lnTo>
                  <a:pt x="514350" y="762000"/>
                </a:lnTo>
                <a:lnTo>
                  <a:pt x="381000" y="4381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43650" y="8667750"/>
            <a:ext cx="609600" cy="285750"/>
          </a:xfrm>
          <a:custGeom>
            <a:avLst/>
            <a:gdLst/>
            <a:ahLst/>
            <a:cxnLst/>
            <a:rect l="l" t="t" r="r" b="b"/>
            <a:pathLst>
              <a:path w="609600" h="285750">
                <a:moveTo>
                  <a:pt x="0" y="247650"/>
                </a:moveTo>
                <a:lnTo>
                  <a:pt x="60960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Send this</a:t>
            </a:r>
          </a:p>
        </p:txBody>
      </p:sp>
      <p:sp>
        <p:nvSpPr>
          <p:cNvPr id="10" name="Oval 9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