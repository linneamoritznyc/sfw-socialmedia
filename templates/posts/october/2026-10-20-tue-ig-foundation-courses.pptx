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3704882035698844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Every graduate you met this month started with the same course.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