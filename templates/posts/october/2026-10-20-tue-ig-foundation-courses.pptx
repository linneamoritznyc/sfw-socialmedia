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5028373381281055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FOUNDATION COURSES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Every graduate you met this month started with the same course.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Boubacar,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Boubacar, Guinea.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Christina, Tennessee.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Jason, Indiana.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The Foundation Courses. Learn soil biology, compost, extracts and microscopy.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22370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Scholarships available.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