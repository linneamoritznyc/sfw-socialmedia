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 HealTerra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Elena Lininger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HealTerra, Southern Oregon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623463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B1BCB1"/>
                </a:solidFill>
                <a:latin typeface="Montserrat"/>
              </a:rPr>
              <a:t>WHAT HAPPENS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290213"/>
            <a:ext cx="8382000" cy="23735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Food waste goes in, living compost comes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worm castings in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WORM DIGESTER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Compost and worm castings from a worm digester.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24374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B1BCB1"/>
                </a:solidFill>
                <a:latin typeface="Montserrat"/>
              </a:rPr>
              <a:t>HEALTERRA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10492"/>
            <a:ext cx="8382000" cy="3133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Part of a nonprofit that runs outdoor programs for veterans.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84301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B1BCB1"/>
                </a:solidFill>
                <a:latin typeface="Montserrat"/>
              </a:rPr>
              <a:t>WITH SFW GRADUATES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1051"/>
            <a:ext cx="8382000" cy="4651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A compost extractor built by SFW graduates, and biological testing with another graduate.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11670" y="5334000"/>
            <a:ext cx="7863658" cy="1015984"/>
          </a:xfrm>
          <a:prstGeom prst="roundRect">
            <a:avLst>
              <a:gd name="adj" fmla="val 37500"/>
            </a:avLst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16470" y="5334000"/>
            <a:ext cx="7254058" cy="1015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F3F1EA"/>
                </a:solidFill>
                <a:latin typeface="Montserrat"/>
              </a:rPr>
              <a:t>Follow @healterra_org</a:t>
            </a:r>
          </a:p>
        </p:txBody>
      </p:sp>
      <p:pic>
        <p:nvPicPr>
          <p:cNvPr id="4" name="Picture 3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