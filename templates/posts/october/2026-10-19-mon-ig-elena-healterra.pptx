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1A. Series cover. Same cover on every Soil Regenerators post.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the HealTerra 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077075"/>
            <a:ext cx="10287000" cy="5781675"/>
          </a:xfrm>
          <a:prstGeom prst="rect">
            <a:avLst/>
          </a:prstGeom>
          <a:gradFill rotWithShape="1">
            <a:gsLst>
              <a:gs pos="0">
                <a:srgbClr val="22371F">
                  <a:alpha val="0"/>
                </a:srgbClr>
              </a:gs>
              <a:gs pos="100000">
                <a:srgbClr val="22371F">
                  <a:alpha val="8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762000"/>
            <a:ext cx="7239000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62000"/>
            <a:ext cx="7239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10058400"/>
            <a:ext cx="1143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0382250"/>
            <a:ext cx="7620000" cy="95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Elena Lininger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1447757"/>
            <a:ext cx="742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HealTerra, Southern Oregon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4623463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BE6A7"/>
                </a:solidFill>
                <a:latin typeface="Montserrat"/>
              </a:rPr>
              <a:t>WHAT HAPPENS THERE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290213"/>
            <a:ext cx="8382000" cy="23735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i="0">
                <a:solidFill>
                  <a:srgbClr val="F4F1EA"/>
                </a:solidFill>
                <a:latin typeface="Montserrat"/>
              </a:rPr>
              <a:t>Food waste goes in, living compost comes 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2/6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worm castings in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WORM DIGESTER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Compost and worm castings from a worm digester.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4243742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BE6A7"/>
                </a:solidFill>
                <a:latin typeface="Montserrat"/>
              </a:rPr>
              <a:t>HEALTERRA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10492"/>
            <a:ext cx="8382000" cy="31330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i="0">
                <a:solidFill>
                  <a:srgbClr val="F4F1EA"/>
                </a:solidFill>
                <a:latin typeface="Montserrat"/>
              </a:rPr>
              <a:t>Part of a nonprofit that runs outdoor programs for veterans.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4/6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484301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BE6A7"/>
                </a:solidFill>
                <a:latin typeface="Montserrat"/>
              </a:rPr>
              <a:t>WITH SFW GRADUATES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151051"/>
            <a:ext cx="8382000" cy="4651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i="0">
                <a:solidFill>
                  <a:srgbClr val="F4F1EA"/>
                </a:solidFill>
                <a:latin typeface="Montserrat"/>
              </a:rPr>
              <a:t>A compost extractor built by SFW graduates, and biological testing with another graduate.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11670" y="5334000"/>
            <a:ext cx="7863658" cy="1015984"/>
          </a:xfrm>
          <a:prstGeom prst="roundRect">
            <a:avLst>
              <a:gd name="adj" fmla="val 37500"/>
            </a:avLst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16470" y="5334000"/>
            <a:ext cx="7254058" cy="10159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1" i="0">
                <a:solidFill>
                  <a:srgbClr val="F4F1EA"/>
                </a:solidFill>
                <a:latin typeface="Montserrat"/>
              </a:rPr>
              <a:t>Follow @healterra_org</a:t>
            </a:r>
          </a:p>
        </p:txBody>
      </p:sp>
      <p:pic>
        <p:nvPicPr>
          <p:cNvPr id="4" name="Picture 3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6/6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