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Cover: Glow strikethrough marks it as a myth.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Microscopy image: soil sample with bacterial rods (general).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wet coffee grounds on soil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Coffee grounds make your soil acidic.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618186"/>
            <a:ext cx="8001000" cy="1143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254547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Mostly wrong. Here is the chemistry.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Hot water pulls most of the acid into your cup. Used grounds are close to neutral.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What stays in the grounds: nitrogen, plus leftover caffeine and tannins.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Caffeine is the coffee plant's own pesticide. It protects young leaves from insects and snails.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So fresh grounds spread on soil can slow seedlings down.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Compost flips it. Soil bacteria break down caffeine. One strain, found in a university flower bed, lives on caffeine alone.</a:t>
            </a:r>
          </a:p>
        </p:txBody>
      </p:sp>
      <p:pic>
        <p:nvPicPr>
          <p:cNvPr id="4" name="Picture 3" descr="76937753058747502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Grounds go in the compost first, mixed with leaves or cardboard. Then onto the garden.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