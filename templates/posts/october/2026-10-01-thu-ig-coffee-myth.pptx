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Mostly wrong. Here is the chemistry.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88890759695770390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