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Cover: Glow strikethrough marks it as a myth.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Microscopy image: soil sample with bacterial rods (general).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wet coffee grounds on soil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DID YOU KNOW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34250"/>
            <a:ext cx="7620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Coffee grounds make your soil acidic.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618186"/>
            <a:ext cx="8001000" cy="1143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254547"/>
            <a:ext cx="7620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B1BCB1"/>
                </a:solidFill>
                <a:latin typeface="Source Sans 3"/>
              </a:rPr>
              <a:t>Mostly wrong. Here is the chemistry.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Hot water pulls most of the acid into your cup. Used grounds are close to neutral.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What stays in the grounds: nitrogen, plus leftover caffeine and tannins.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3082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Caffeine is the coffee plant's own pesticide. It protects young leaves from insects and snails.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023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So fresh grounds spread on soil can slow seedlings down.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Compost flips it. Soil bacteria break down caffeine. One strain, found in a university flower bed, lives on caffeine alone.</a:t>
            </a:r>
          </a:p>
        </p:txBody>
      </p:sp>
      <p:pic>
        <p:nvPicPr>
          <p:cNvPr id="4" name="Picture 3" descr="55512724693190666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206049"/>
            <a:ext cx="8382000" cy="4827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3F1EA"/>
                </a:solidFill>
                <a:latin typeface="Montserrat"/>
              </a:rPr>
              <a:t>Grounds go in the compost first, mixed with leaves or cardboard. Then onto the garden.</a:t>
            </a:r>
          </a:p>
        </p:txBody>
      </p:sp>
      <p:sp>
        <p:nvSpPr>
          <p:cNvPr id="3" name="Freeform 2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3F1EA"/>
                </a:solidFill>
                <a:latin typeface="Montserrat"/>
              </a:rPr>
              <a:t>Save this</a:t>
            </a:r>
          </a:p>
        </p:txBody>
      </p:sp>
      <p:sp>
        <p:nvSpPr>
          <p:cNvPr id="6" name="Freeform 5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3F1EA"/>
                </a:solidFill>
                <a:latin typeface="Montserrat"/>
              </a:rPr>
              <a:t>Send this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