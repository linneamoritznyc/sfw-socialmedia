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11125200" cy="5972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Michael's family garden</a:t>
            </a:r>
          </a:p>
        </p:txBody>
      </p:sp>
      <p:sp>
        <p:nvSpPr>
          <p:cNvPr id="4" name="Oval 3"/>
          <p:cNvSpPr/>
          <p:nvPr/>
        </p:nvSpPr>
        <p:spPr>
          <a:xfrm>
            <a:off x="10287000" y="4829175"/>
            <a:ext cx="666750" cy="6667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0" y="4829175"/>
            <a:ext cx="6667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