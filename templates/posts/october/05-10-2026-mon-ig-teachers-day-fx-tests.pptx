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1: ripped paper.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2: gold brush stroke.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3: light leak and film grain.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4: blurry brand gradient.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5: gradient fade on the photos.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6: halftone dots.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7: gold sparkles.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8: arch frames.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9: drop shadow and white border.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10: brand terrazzo.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torn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50000">
            <a:off x="333375" y="1381125"/>
            <a:ext cx="5334000" cy="5334000"/>
          </a:xfrm>
          <a:prstGeom prst="rect">
            <a:avLst/>
          </a:prstGeom>
        </p:spPr>
      </p:pic>
      <p:pic>
        <p:nvPicPr>
          <p:cNvPr id="4" name="Picture 3" descr="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50000">
            <a:off x="762000" y="1809750"/>
            <a:ext cx="4476750" cy="4476750"/>
          </a:xfrm>
          <a:prstGeom prst="rect">
            <a:avLst/>
          </a:prstGeom>
        </p:spPr>
      </p:pic>
      <p:pic>
        <p:nvPicPr>
          <p:cNvPr id="5" name="Picture 4" descr="ta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10000">
            <a:off x="2286000" y="1543050"/>
            <a:ext cx="1428750" cy="41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8" name="Picture 7" descr="torn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">
            <a:off x="333375" y="6238875"/>
            <a:ext cx="5334000" cy="5334000"/>
          </a:xfrm>
          <a:prstGeom prst="rect">
            <a:avLst/>
          </a:prstGeom>
        </p:spPr>
      </p:pic>
      <p:pic>
        <p:nvPicPr>
          <p:cNvPr id="9" name="Picture 8" descr="p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20000">
            <a:off x="762000" y="6667500"/>
            <a:ext cx="4476750" cy="4476750"/>
          </a:xfrm>
          <a:prstGeom prst="rect">
            <a:avLst/>
          </a:prstGeom>
        </p:spPr>
      </p:pic>
      <p:pic>
        <p:nvPicPr>
          <p:cNvPr id="10" name="Picture 9" descr="ta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80000">
            <a:off x="2286000" y="6400800"/>
            <a:ext cx="142875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13" name="Freeform 1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foundation-logo-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81" name="Picture 80" descr="soil-flatlay-bord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pic>
        <p:nvPicPr>
          <p:cNvPr id="4" name="Picture 3" descr="brus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625" y="3857625"/>
            <a:ext cx="419100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7" name="Picture 6" descr="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pic>
        <p:nvPicPr>
          <p:cNvPr id="8" name="Picture 7" descr="brush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1625" y="8715375"/>
            <a:ext cx="4191000" cy="1047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11" name="Freeform 10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foundation-logo-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9" name="Picture 78" descr="soil-flatlay-bord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6" name="Picture 5" descr="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9" name="Freeform 8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7" name="Picture 76" descr="soil-flatlay-bor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  <p:pic>
        <p:nvPicPr>
          <p:cNvPr id="78" name="Picture 77" descr="lea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79" name="Picture 78" descr="g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blurgr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7" name="Picture 6" descr="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10" name="Freeform 9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8" name="Picture 77" descr="soil-flatlay-bor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fad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09750"/>
            <a:ext cx="5524500" cy="447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6" name="Picture 5" descr="fad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67500"/>
            <a:ext cx="5524500" cy="447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9" name="Freeform 8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7" name="Picture 76" descr="soil-flatlay-bor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halft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05750"/>
            <a:ext cx="10287000" cy="4953000"/>
          </a:xfrm>
          <a:prstGeom prst="rect">
            <a:avLst/>
          </a:prstGeom>
        </p:spPr>
      </p:pic>
      <p:pic>
        <p:nvPicPr>
          <p:cNvPr id="4" name="Picture 3" descr="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7" name="Picture 6" descr="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10" name="Freeform 9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8" name="Picture 77" descr="soil-flatlay-bor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6" name="Picture 5" descr="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9" name="Picture 8" descr="spark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2075" y="2647950"/>
            <a:ext cx="419100" cy="419100"/>
          </a:xfrm>
          <a:prstGeom prst="rect">
            <a:avLst/>
          </a:prstGeom>
        </p:spPr>
      </p:pic>
      <p:pic>
        <p:nvPicPr>
          <p:cNvPr id="10" name="Picture 9" descr="spark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2125" y="2047875"/>
            <a:ext cx="285750" cy="285750"/>
          </a:xfrm>
          <a:prstGeom prst="rect">
            <a:avLst/>
          </a:prstGeom>
        </p:spPr>
      </p:pic>
      <p:pic>
        <p:nvPicPr>
          <p:cNvPr id="11" name="Picture 10" descr="spark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875" y="7858125"/>
            <a:ext cx="285750" cy="285750"/>
          </a:xfrm>
          <a:prstGeom prst="rect">
            <a:avLst/>
          </a:prstGeom>
        </p:spPr>
      </p:pic>
      <p:pic>
        <p:nvPicPr>
          <p:cNvPr id="12" name="Picture 11" descr="spark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0675" y="7019925"/>
            <a:ext cx="438150" cy="438150"/>
          </a:xfrm>
          <a:prstGeom prst="rect">
            <a:avLst/>
          </a:prstGeom>
        </p:spPr>
      </p:pic>
      <p:pic>
        <p:nvPicPr>
          <p:cNvPr id="13" name="Picture 12" descr="spark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725" y="6181725"/>
            <a:ext cx="209550" cy="209550"/>
          </a:xfrm>
          <a:prstGeom prst="rect">
            <a:avLst/>
          </a:prstGeom>
        </p:spPr>
      </p:pic>
      <p:pic>
        <p:nvPicPr>
          <p:cNvPr id="14" name="Picture 13" descr="spark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8934450"/>
            <a:ext cx="228600" cy="228600"/>
          </a:xfrm>
          <a:prstGeom prst="rect">
            <a:avLst/>
          </a:prstGeom>
        </p:spPr>
      </p:pic>
      <p:sp>
        <p:nvSpPr>
          <p:cNvPr id="15" name="Freeform 14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83" name="Picture 82" descr="soil-flatlay-bor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arch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6" name="Picture 5" descr="arc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9" name="Freeform 8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7" name="Picture 76" descr="soil-flatlay-bor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lif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10000">
            <a:off x="381000" y="1428750"/>
            <a:ext cx="5238750" cy="5238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6" name="Picture 5" descr="lif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">
            <a:off x="381000" y="6286500"/>
            <a:ext cx="5238750" cy="5238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9" name="Freeform 8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7" name="Picture 76" descr="soil-flatlay-bor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terrazz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7" name="Picture 6" descr="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sp>
        <p:nvSpPr>
          <p:cNvPr id="10" name="Freeform 9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  <p:pic>
        <p:nvPicPr>
          <p:cNvPr id="78" name="Picture 77" descr="soil-flatlay-bor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0" y="9300046"/>
            <a:ext cx="10287000" cy="49676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