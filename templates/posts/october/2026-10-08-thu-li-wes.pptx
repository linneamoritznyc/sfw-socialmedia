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conventional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0287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028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biologically active compost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3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3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4F1EA"/>
                </a:solidFill>
                <a:latin typeface="Montserrat"/>
              </a:rPr>
              <a:t>Conventional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6875" y="7620000"/>
            <a:ext cx="4476750" cy="1047750"/>
          </a:xfrm>
          <a:prstGeom prst="roundRect">
            <a:avLst>
              <a:gd name="adj" fmla="val 36363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76875" y="7620000"/>
            <a:ext cx="447675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4F1EA"/>
                </a:solidFill>
                <a:latin typeface="Montserrat"/>
              </a:rPr>
              <a:t>Biologically active compost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9144000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9144000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