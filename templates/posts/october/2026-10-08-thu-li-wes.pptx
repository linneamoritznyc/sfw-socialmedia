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143500" cy="10287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4838700" cy="1028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microscopy: conventional field</a:t>
            </a:r>
          </a:p>
        </p:txBody>
      </p:sp>
      <p:sp>
        <p:nvSpPr>
          <p:cNvPr id="4" name="Rectangle 3"/>
          <p:cNvSpPr/>
          <p:nvPr/>
        </p:nvSpPr>
        <p:spPr>
          <a:xfrm>
            <a:off x="5143500" y="0"/>
            <a:ext cx="5143500" cy="10287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295900" y="0"/>
            <a:ext cx="4838700" cy="1028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microscopy: biologically active compost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3375" y="7620000"/>
            <a:ext cx="4476750" cy="1047750"/>
          </a:xfrm>
          <a:prstGeom prst="roundRect">
            <a:avLst>
              <a:gd name="adj" fmla="val 36363"/>
            </a:avLst>
          </a:prstGeom>
          <a:solidFill>
            <a:srgbClr val="1E3F1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3375" y="7620000"/>
            <a:ext cx="447675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>
                <a:solidFill>
                  <a:srgbClr val="F3F1EA"/>
                </a:solidFill>
                <a:latin typeface="Montserrat"/>
              </a:rPr>
              <a:t>Conventional field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76875" y="7620000"/>
            <a:ext cx="4476750" cy="1047750"/>
          </a:xfrm>
          <a:prstGeom prst="roundRect">
            <a:avLst>
              <a:gd name="adj" fmla="val 36363"/>
            </a:avLst>
          </a:prstGeom>
          <a:solidFill>
            <a:srgbClr val="1E3F1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76875" y="7620000"/>
            <a:ext cx="447675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>
                <a:solidFill>
                  <a:srgbClr val="F3F1EA"/>
                </a:solidFill>
                <a:latin typeface="Montserrat"/>
              </a:rPr>
              <a:t>Biologically active compost</a:t>
            </a:r>
          </a:p>
        </p:txBody>
      </p:sp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9140" y="9144000"/>
            <a:ext cx="741609" cy="6667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