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10287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4838700" cy="1028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microscopy: conventional 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143500" y="0"/>
            <a:ext cx="5143500" cy="10287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95900" y="0"/>
            <a:ext cx="4838700" cy="1028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microscopy: biologically active compost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375" y="7620000"/>
            <a:ext cx="4476750" cy="1047750"/>
          </a:xfrm>
          <a:prstGeom prst="roundRect">
            <a:avLst>
              <a:gd name="adj" fmla="val 36363"/>
            </a:avLst>
          </a:prstGeom>
          <a:solidFill>
            <a:srgbClr val="1E3F1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375" y="7620000"/>
            <a:ext cx="447675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F3F1EA"/>
                </a:solidFill>
                <a:latin typeface="Montserrat"/>
              </a:rPr>
              <a:t>Conventional field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76875" y="7620000"/>
            <a:ext cx="4476750" cy="1047750"/>
          </a:xfrm>
          <a:prstGeom prst="roundRect">
            <a:avLst>
              <a:gd name="adj" fmla="val 36363"/>
            </a:avLst>
          </a:prstGeom>
          <a:solidFill>
            <a:srgbClr val="1E3F1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76875" y="7620000"/>
            <a:ext cx="447675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F3F1EA"/>
                </a:solidFill>
                <a:latin typeface="Montserrat"/>
              </a:rPr>
              <a:t>Biologically active compost</a:t>
            </a:r>
          </a:p>
        </p:txBody>
      </p:sp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9140" y="9144000"/>
            <a:ext cx="741609" cy="666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