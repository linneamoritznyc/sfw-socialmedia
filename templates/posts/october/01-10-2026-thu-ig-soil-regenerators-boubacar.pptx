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1, scrapbook. Instagram collab: @tidia.diallo.1.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slide. Photo: assets/photo/boubacar/boubacar-field-mulch.jpg (his covered soil). Confirm the man in the green shirt is Boubacar [VERIFY].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Main: assets/photo/boubacar/boubacar-compost-pile.jpeg (WhatsApp, 17 Aug 2026). Inset: assets/photo/boubacar/still-biochar-kiln-smoke-73s.png, from assets/video/boubacar/making-biochar-in-barrel-kiln.mp4 (WhatsApp Video 2026-08-17 at 13.46.34) at 1:13. The hand-with-worm photo moved to slide 5 (earthworms).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Main: assets/photo/boubacar/agroforestry-understory.jpg. Inset: assets/photo/boubacar/banana-bunch.jpg. Cut-paper crops: coffee, cacao, citrus, pineapple.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Main: assets/photo/boubacar/millipede-leaf-litter.jpg (active decomposition). Inset: assets/photo/boubacar/boubacar-hand-compost-worm.jpg (earthworm).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slide. Photo: assets/photo/boubacar/young-coffee-plant.jpg (sharper than the groundcover photo).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6.jp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4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8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18.jpg"/><Relationship Id="rId5" Type="http://schemas.openxmlformats.org/officeDocument/2006/relationships/image" Target="../media/image7.png"/><Relationship Id="rId6" Type="http://schemas.openxmlformats.org/officeDocument/2006/relationships/image" Target="../media/image5.png"/><Relationship Id="rId7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733550" y="1257300"/>
            <a:ext cx="6819900" cy="8153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9940289072355713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1428750"/>
            <a:ext cx="6477000" cy="781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1428750" y="1123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7334250" y="1123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571500"/>
            <a:ext cx="5905500" cy="6858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" y="571500"/>
            <a:ext cx="5905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9810750"/>
            <a:ext cx="9144000" cy="2381250"/>
          </a:xfrm>
          <a:prstGeom prst="rect">
            <a:avLst/>
          </a:prstGeom>
          <a:solidFill>
            <a:srgbClr val="22371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9920000">
            <a:off x="238125" y="957262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1680000">
            <a:off x="8429625" y="957262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750" y="10191750"/>
            <a:ext cx="7239000" cy="171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F4F1EA"/>
                </a:solidFill>
                <a:latin typeface="Montserrat"/>
              </a:rPr>
              <a:t>Boubacar Tidiane Diallo, Guinea</a:t>
            </a:r>
          </a:p>
        </p:txBody>
      </p:sp>
      <p:pic>
        <p:nvPicPr>
          <p:cNvPr id="13" name="Picture 12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11144250"/>
            <a:ext cx="857250" cy="770717"/>
          </a:xfrm>
          <a:prstGeom prst="rect">
            <a:avLst/>
          </a:prstGeom>
        </p:spPr>
      </p:pic>
      <p:pic>
        <p:nvPicPr>
          <p:cNvPr id="14" name="Picture 13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7429500" y="7114151"/>
            <a:ext cx="2857500" cy="2916697"/>
          </a:xfrm>
          <a:prstGeom prst="rect">
            <a:avLst/>
          </a:prstGeom>
        </p:spPr>
      </p:pic>
      <p:pic>
        <p:nvPicPr>
          <p:cNvPr id="15" name="Picture 14" descr="trim-leaf-sprig-paper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400000">
            <a:off x="285750" y="952500"/>
            <a:ext cx="19050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381000"/>
            <a:ext cx="3810000" cy="272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1" i="0">
                <a:solidFill>
                  <a:srgbClr val="C9A227"/>
                </a:solidFill>
                <a:latin typeface="Montserrat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381250"/>
            <a:ext cx="8572500" cy="47890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“Today, I ask a different question: What does the soil food web need to thrive?”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1447800" y="7570352"/>
            <a:ext cx="7391400" cy="4602597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8592800723948972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250" y="7741802"/>
            <a:ext cx="7048500" cy="425969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800000">
            <a:off x="1143000" y="7437002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800000">
            <a:off x="7620000" y="7437002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im-happy-seedling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142875" y="10572083"/>
            <a:ext cx="1524000" cy="1715832"/>
          </a:xfrm>
          <a:prstGeom prst="rect">
            <a:avLst/>
          </a:prstGeom>
        </p:spPr>
      </p:pic>
      <p:pic>
        <p:nvPicPr>
          <p:cNvPr id="10" name="Picture 9" descr="trim-mushroom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60000">
            <a:off x="8620125" y="10612991"/>
            <a:ext cx="1524000" cy="16340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5676900" cy="6819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904832020384805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5334000" cy="6477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53340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86550" y="2971800"/>
            <a:ext cx="2819400" cy="4152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73526370694744947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143250"/>
            <a:ext cx="2476500" cy="381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9800000">
            <a:off x="638175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28675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im-leaf-sprig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0000">
            <a:off x="7239000" y="285750"/>
            <a:ext cx="1905000" cy="304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71500" y="8191500"/>
            <a:ext cx="9144000" cy="40957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84772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9239250"/>
            <a:ext cx="8382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5486400" cy="7010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79722000054152741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5143500" cy="666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5143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86550" y="3543300"/>
            <a:ext cx="2914650" cy="3771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42938371214786703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714750"/>
            <a:ext cx="2571750" cy="3429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9800000">
            <a:off x="6381750" y="3409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382000" y="3409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80000">
            <a:off x="6953250" y="641097"/>
            <a:ext cx="2476500" cy="2527804"/>
          </a:xfrm>
          <a:prstGeom prst="rect">
            <a:avLst/>
          </a:prstGeom>
        </p:spPr>
      </p:pic>
      <p:pic>
        <p:nvPicPr>
          <p:cNvPr id="12" name="Picture 11" descr="trim-cacao-pod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700000">
            <a:off x="285750" y="6314722"/>
            <a:ext cx="1238250" cy="261055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71500" y="8572500"/>
            <a:ext cx="9144000" cy="28575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88582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9620250"/>
            <a:ext cx="8382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coffee, cacao, bananas, citrus, and pineapple.</a:t>
            </a:r>
          </a:p>
        </p:txBody>
      </p:sp>
      <p:pic>
        <p:nvPicPr>
          <p:cNvPr id="16" name="Picture 15" descr="trim-citrus-orang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120000">
            <a:off x="8715375" y="7113024"/>
            <a:ext cx="1333500" cy="1204451"/>
          </a:xfrm>
          <a:prstGeom prst="rect">
            <a:avLst/>
          </a:prstGeom>
        </p:spPr>
      </p:pic>
      <p:pic>
        <p:nvPicPr>
          <p:cNvPr id="17" name="Picture 16" descr="trim-pineapple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600000">
            <a:off x="8667750" y="10385068"/>
            <a:ext cx="1428750" cy="26613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5486400" cy="7010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8822222436391225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5143500" cy="666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5143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86550" y="2971800"/>
            <a:ext cx="2914650" cy="4152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27675710003907835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143250"/>
            <a:ext cx="2571750" cy="381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9800000">
            <a:off x="638175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38200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im-mushroom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80000">
            <a:off x="7381875" y="941678"/>
            <a:ext cx="1619250" cy="1736142"/>
          </a:xfrm>
          <a:prstGeom prst="rect">
            <a:avLst/>
          </a:prstGeom>
        </p:spPr>
      </p:pic>
      <p:pic>
        <p:nvPicPr>
          <p:cNvPr id="12" name="Picture 11" descr="trim-happy-seedling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240000">
            <a:off x="5857875" y="7101453"/>
            <a:ext cx="1428750" cy="160859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71500" y="8572500"/>
            <a:ext cx="9144000" cy="34290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88582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What he's seeing: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9620250"/>
            <a:ext cx="8382000" cy="219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285750"/>
            <a:ext cx="3810000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4000" b="1" i="0">
                <a:solidFill>
                  <a:srgbClr val="C9A227"/>
                </a:solidFill>
                <a:latin typeface="Montserrat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90750"/>
            <a:ext cx="8572500" cy="42861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2590800" y="6781695"/>
            <a:ext cx="5105400" cy="4343504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0989027848738866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2250" y="6953145"/>
            <a:ext cx="4762500" cy="40006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800000">
            <a:off x="2286000" y="6648345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800000">
            <a:off x="6477000" y="6648345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09750" y="11334750"/>
            <a:ext cx="6667500" cy="723900"/>
          </a:xfrm>
          <a:prstGeom prst="roundRect">
            <a:avLst>
              <a:gd name="adj" fmla="val 500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9750" y="11334750"/>
            <a:ext cx="66675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F4F1EA"/>
                </a:solidFill>
                <a:latin typeface="Montserrat"/>
              </a:rPr>
              <a:t>Follow him: @tidia.diallo.1</a:t>
            </a:r>
          </a:p>
        </p:txBody>
      </p:sp>
      <p:pic>
        <p:nvPicPr>
          <p:cNvPr id="11" name="Picture 10" descr="trim-happy-seedling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571500" y="8559844"/>
            <a:ext cx="1714500" cy="1930311"/>
          </a:xfrm>
          <a:prstGeom prst="rect">
            <a:avLst/>
          </a:prstGeom>
        </p:spPr>
      </p:pic>
      <p:pic>
        <p:nvPicPr>
          <p:cNvPr id="12" name="Picture 11" descr="trim-leaf-sprig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7953375" y="7886700"/>
            <a:ext cx="1809750" cy="2895600"/>
          </a:xfrm>
          <a:prstGeom prst="rect">
            <a:avLst/>
          </a:prstGeom>
        </p:spPr>
      </p:pic>
      <p:pic>
        <p:nvPicPr>
          <p:cNvPr id="13" name="Picture 12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3000" y="476250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