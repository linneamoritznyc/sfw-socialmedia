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1, scrapbook.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Photo: assets/photo/boubacar/boubacar-field-mulch.jpg (his covered soil). Confirm the man in the green shirt is Boubacar [VERIFY].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assets/photo/boubacar/boubacar-compost-pile.jpeg (WhatsApp, 17 Aug 2026). Inset: assets/photo/boubacar/still-biochar-kiln-smoke-73s.png, from assets/video/boubacar/making-biochar-in-barrel-kiln.mp4 (WhatsApp Video 2026-08-17 at 13.46.34) at 1:13. The hand-with-worm photo moved to slide 5 (earthworms).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assets/photo/boubacar/agroforestry-understory.jpg. Inset: assets/photo/boubacar/banana-bunch.jpg. Cut-paper crops: coffee, cacao, citrus, pineapple.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slide. Main: assets/photo/boubacar/millipede-leaf-litter.jpg (active decomposition). Inset: assets/photo/boubacar/boubacar-hand-compost-worm.jpg (earthworm).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slide. Photo: assets/photo/boubacar/young-coffee-plant.jpg (sharper than the groundcover photo).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6.jp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8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8.jpg"/><Relationship Id="rId5" Type="http://schemas.openxmlformats.org/officeDocument/2006/relationships/image" Target="../media/image19.png"/><Relationship Id="rId6" Type="http://schemas.openxmlformats.org/officeDocument/2006/relationships/image" Target="../media/image5.png"/><Relationship Id="rId7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733550" y="1257300"/>
            <a:ext cx="6819900" cy="8153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2519697642131558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1428750"/>
            <a:ext cx="6477000" cy="781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14287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7334250" y="1123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1500" y="57150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571500"/>
            <a:ext cx="5905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9810750"/>
            <a:ext cx="9144000" cy="2381250"/>
          </a:xfrm>
          <a:prstGeom prst="rect">
            <a:avLst/>
          </a:prstGeom>
          <a:solidFill>
            <a:srgbClr val="22371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9920000">
            <a:off x="2381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680000">
            <a:off x="8429625" y="957262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750" y="10191750"/>
            <a:ext cx="7239000" cy="171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Boubacar Tidiane Diallo, Guinea</a:t>
            </a:r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144250"/>
            <a:ext cx="857250" cy="770717"/>
          </a:xfrm>
          <a:prstGeom prst="rect">
            <a:avLst/>
          </a:prstGeom>
        </p:spPr>
      </p:pic>
      <p:pic>
        <p:nvPicPr>
          <p:cNvPr id="14" name="Picture 13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7429500" y="7114151"/>
            <a:ext cx="2857500" cy="2916697"/>
          </a:xfrm>
          <a:prstGeom prst="rect">
            <a:avLst/>
          </a:prstGeom>
        </p:spPr>
      </p:pic>
      <p:pic>
        <p:nvPicPr>
          <p:cNvPr id="15" name="Picture 14" descr="trim-leaf-sprig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285750" y="952500"/>
            <a:ext cx="1905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81000"/>
            <a:ext cx="3810000" cy="272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8572500" cy="47890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209800" y="7570352"/>
            <a:ext cx="5867400" cy="4507347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9141785563394056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0" y="7741802"/>
            <a:ext cx="5524500" cy="41644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800000">
            <a:off x="1905000" y="7437002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800000">
            <a:off x="6858000" y="7437002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im-earthwor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476250" y="10298183"/>
            <a:ext cx="1905000" cy="1882632"/>
          </a:xfrm>
          <a:prstGeom prst="rect">
            <a:avLst/>
          </a:prstGeom>
        </p:spPr>
      </p:pic>
      <p:pic>
        <p:nvPicPr>
          <p:cNvPr id="10" name="Picture 9" descr="trim-mushroom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60000">
            <a:off x="8239125" y="10371428"/>
            <a:ext cx="1619250" cy="1736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676900" cy="6819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6532946168211810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334000" cy="647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3340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2971800"/>
            <a:ext cx="2819400" cy="4152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86660319863389979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143250"/>
            <a:ext cx="247650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286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7239000" y="285750"/>
            <a:ext cx="1905000" cy="304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71500" y="8191500"/>
            <a:ext cx="9144000" cy="4095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8477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9239250"/>
            <a:ext cx="8382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4864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8207703094070779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1435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143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3543300"/>
            <a:ext cx="2914650" cy="3771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93039491023251217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714750"/>
            <a:ext cx="2571750" cy="3429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3409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382000" y="3409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6953250" y="641097"/>
            <a:ext cx="2476500" cy="2527804"/>
          </a:xfrm>
          <a:prstGeom prst="rect">
            <a:avLst/>
          </a:prstGeom>
        </p:spPr>
      </p:pic>
      <p:pic>
        <p:nvPicPr>
          <p:cNvPr id="12" name="Picture 11" descr="trim-cacao-pod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700000">
            <a:off x="285750" y="6314722"/>
            <a:ext cx="1238250" cy="261055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71500" y="8572500"/>
            <a:ext cx="9144000" cy="2857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8858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9620250"/>
            <a:ext cx="8382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coffee, cacao, bananas, citrus, and pineapple.</a:t>
            </a:r>
          </a:p>
        </p:txBody>
      </p:sp>
      <p:pic>
        <p:nvPicPr>
          <p:cNvPr id="16" name="Picture 15" descr="trim-citrus-orang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120000">
            <a:off x="8715375" y="7113024"/>
            <a:ext cx="1333500" cy="1204451"/>
          </a:xfrm>
          <a:prstGeom prst="rect">
            <a:avLst/>
          </a:prstGeom>
        </p:spPr>
      </p:pic>
      <p:pic>
        <p:nvPicPr>
          <p:cNvPr id="17" name="Picture 16" descr="trim-pineapple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00000">
            <a:off x="8667750" y="10385068"/>
            <a:ext cx="1428750" cy="26613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6300" y="876300"/>
            <a:ext cx="5486400" cy="70104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3753898914086398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1047750"/>
            <a:ext cx="5143500" cy="666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571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5143500" y="742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86550" y="2971800"/>
            <a:ext cx="2914650" cy="4152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1608877543169958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3143250"/>
            <a:ext cx="257175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9800000">
            <a:off x="638175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0">
            <a:off x="8382000" y="28384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im-mushroom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7381875" y="941678"/>
            <a:ext cx="1619250" cy="1736142"/>
          </a:xfrm>
          <a:prstGeom prst="rect">
            <a:avLst/>
          </a:prstGeom>
        </p:spPr>
      </p:pic>
      <p:pic>
        <p:nvPicPr>
          <p:cNvPr id="12" name="Picture 11" descr="trim-earthworm-paper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240000">
            <a:off x="5857875" y="7105631"/>
            <a:ext cx="1619250" cy="16002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71500" y="8572500"/>
            <a:ext cx="9144000" cy="34290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8858250"/>
            <a:ext cx="8382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>
                <a:solidFill>
                  <a:srgbClr val="156826"/>
                </a:solidFill>
                <a:latin typeface="Montserrat"/>
              </a:rPr>
              <a:t>What he's seeing: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9620250"/>
            <a:ext cx="838200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85750"/>
            <a:ext cx="381000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4000" b="1" i="0">
                <a:solidFill>
                  <a:srgbClr val="C9A227"/>
                </a:solidFill>
                <a:latin typeface="Montserrat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90750"/>
            <a:ext cx="8572500" cy="42861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590800" y="6781695"/>
            <a:ext cx="5105400" cy="4343504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9235912210396165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250" y="6953145"/>
            <a:ext cx="4762500" cy="40006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800000">
            <a:off x="2286000" y="6648345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800000">
            <a:off x="6477000" y="6648345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09750" y="11334750"/>
            <a:ext cx="6667500" cy="7239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9750" y="11334750"/>
            <a:ext cx="66675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F4F1EA"/>
                </a:solidFill>
                <a:latin typeface="Montserrat"/>
              </a:rPr>
              <a:t>Follow him: @tidia.diallo.1</a:t>
            </a:r>
          </a:p>
        </p:txBody>
      </p:sp>
      <p:pic>
        <p:nvPicPr>
          <p:cNvPr id="11" name="Picture 10" descr="trim-happy-seedling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571500" y="8559844"/>
            <a:ext cx="1714500" cy="1930311"/>
          </a:xfrm>
          <a:prstGeom prst="rect">
            <a:avLst/>
          </a:prstGeom>
        </p:spPr>
      </p:pic>
      <p:pic>
        <p:nvPicPr>
          <p:cNvPr id="12" name="Picture 11" descr="trim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7953375" y="7886700"/>
            <a:ext cx="1809750" cy="2895600"/>
          </a:xfrm>
          <a:prstGeom prst="rect">
            <a:avLst/>
          </a:prstGeom>
        </p:spPr>
      </p:pic>
      <p:pic>
        <p:nvPicPr>
          <p:cNvPr id="13" name="Picture 12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0" y="47625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