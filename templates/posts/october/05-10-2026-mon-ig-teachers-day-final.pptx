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Cover: plain cream, no texture (Linnea).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(soil background): Ib Borup Pedersen, Brian Daubenspeck.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(sage background): Elena Kalli, Nick Padwick.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(dark background): Carla Ribeiro Machado e Portugal, Gerald Ramírez.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(soil background): Kavi Reddy, Wesley Sander.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(sage background): Isadora Schmidt, Delvin Solkinson.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(dark background): Tommy Tepper, Dora Tkalec.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(soil background): Ayşen Üstünay, Loida Vasquez.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(sage background): Casey Williams.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in one grid.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2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jpg"/><Relationship Id="rId7" Type="http://schemas.openxmlformats.org/officeDocument/2006/relationships/image" Target="../media/image14.jpg"/><Relationship Id="rId8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2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9.jpg"/><Relationship Id="rId7" Type="http://schemas.openxmlformats.org/officeDocument/2006/relationships/image" Target="../media/image20.jpg"/><Relationship Id="rId8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3.jp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4.jpg"/><Relationship Id="rId5" Type="http://schemas.openxmlformats.org/officeDocument/2006/relationships/image" Target="../media/image25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Relationship Id="rId8" Type="http://schemas.openxmlformats.org/officeDocument/2006/relationships/image" Target="../media/image28.jpg"/><Relationship Id="rId9" Type="http://schemas.openxmlformats.org/officeDocument/2006/relationships/image" Target="../media/image29.jpg"/><Relationship Id="rId10" Type="http://schemas.openxmlformats.org/officeDocument/2006/relationships/image" Target="../media/image30.jpg"/><Relationship Id="rId11" Type="http://schemas.openxmlformats.org/officeDocument/2006/relationships/image" Target="../media/image31.jpg"/><Relationship Id="rId12" Type="http://schemas.openxmlformats.org/officeDocument/2006/relationships/image" Target="../media/image32.jpg"/><Relationship Id="rId13" Type="http://schemas.openxmlformats.org/officeDocument/2006/relationships/image" Target="../media/image33.jpg"/><Relationship Id="rId14" Type="http://schemas.openxmlformats.org/officeDocument/2006/relationships/image" Target="../media/image34.jpg"/><Relationship Id="rId15" Type="http://schemas.openxmlformats.org/officeDocument/2006/relationships/image" Target="../media/image35.jpg"/><Relationship Id="rId16" Type="http://schemas.openxmlformats.org/officeDocument/2006/relationships/image" Target="../media/image36.jpg"/><Relationship Id="rId17" Type="http://schemas.openxmlformats.org/officeDocument/2006/relationships/image" Target="../media/image37.jpg"/><Relationship Id="rId18" Type="http://schemas.openxmlformats.org/officeDocument/2006/relationships/image" Target="../media/image38.jpg"/><Relationship Id="rId19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200275"/>
            <a:ext cx="323850" cy="323850"/>
          </a:xfrm>
          <a:prstGeom prst="star5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200275"/>
            <a:ext cx="323850" cy="323850"/>
          </a:xfrm>
          <a:prstGeom prst="star5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14312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2714625"/>
            <a:ext cx="8763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05000" y="5191125"/>
            <a:ext cx="6477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Thank you to our instructors and education staff.</a:t>
            </a:r>
          </a:p>
        </p:txBody>
      </p:sp>
      <p:sp>
        <p:nvSpPr>
          <p:cNvPr id="72" name="Oval 71"/>
          <p:cNvSpPr/>
          <p:nvPr/>
        </p:nvSpPr>
        <p:spPr>
          <a:xfrm>
            <a:off x="1214437" y="6096000"/>
            <a:ext cx="1190625" cy="1452562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476375" y="6328410"/>
            <a:ext cx="142875" cy="290512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724025" y="7510462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809750" y="7643812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828673" y="7700962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1846842" y="7758112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1863532" y="7815262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1878078" y="7872412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889900" y="7929562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898526" y="7986712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903614" y="8043862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902508" y="8101012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896360" y="8158162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886759" y="8215312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874087" y="8272462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858851" y="8329612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1841657" y="8386762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823191" y="8443912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804189" y="8501062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785409" y="8558212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1767599" y="8615362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1751470" y="8672512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1737664" y="8729662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1726732" y="8786812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1719109" y="8843962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1715100" y="8901112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1714865" y="8958262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1714865" y="9015412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1718412" y="9072562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1725600" y="9129712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1736144" y="9186862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1749621" y="9244012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1765496" y="9301162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1783135" y="9358312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1801835" y="9415462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1820851" y="9472612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1839424" y="9529762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1856814" y="9586912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1872327" y="9644062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1885346" y="9701212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1895351" y="9758362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1901944" y="9815512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1903986" y="9872662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1899354" y="9929812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1891150" y="9986962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1879701" y="10044112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1865463" y="10101262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1849004" y="10158412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1830980" y="10215562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1812109" y="10272712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1793145" y="10329862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1774842" y="10387012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1757931" y="10444162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1743086" y="10501312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730899" y="10558462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721855" y="10615612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1716315" y="10672762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714500" y="10729912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1714500" y="10787062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1716483" y="10844212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22183" y="10901362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1731375" y="10958512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743691" y="11015662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758641" y="11072812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775628" y="11129962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793976" y="11187112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812952" y="11244262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831801" y="11301412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849770" y="11358562"/>
            <a:ext cx="35424" cy="57150"/>
          </a:xfrm>
          <a:custGeom>
            <a:avLst/>
            <a:gdLst/>
            <a:ahLst/>
            <a:cxnLst/>
            <a:rect l="l" t="t" r="r" b="b"/>
            <a:pathLst>
              <a:path w="35425" h="57150">
                <a:moveTo>
                  <a:pt x="0" y="0"/>
                </a:moveTo>
                <a:lnTo>
                  <a:pt x="16375" y="57150"/>
                </a:lnTo>
                <a:lnTo>
                  <a:pt x="354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66145" y="11415712"/>
            <a:ext cx="33175" cy="57150"/>
          </a:xfrm>
          <a:custGeom>
            <a:avLst/>
            <a:gdLst/>
            <a:ahLst/>
            <a:cxnLst/>
            <a:rect l="l" t="t" r="r" b="b"/>
            <a:pathLst>
              <a:path w="33175" h="57150">
                <a:moveTo>
                  <a:pt x="0" y="0"/>
                </a:moveTo>
                <a:lnTo>
                  <a:pt x="14125" y="57150"/>
                </a:lnTo>
                <a:lnTo>
                  <a:pt x="3317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880270" y="11472862"/>
            <a:ext cx="30364" cy="57150"/>
          </a:xfrm>
          <a:custGeom>
            <a:avLst/>
            <a:gdLst/>
            <a:ahLst/>
            <a:cxnLst/>
            <a:rect l="l" t="t" r="r" b="b"/>
            <a:pathLst>
              <a:path w="30365" h="57150">
                <a:moveTo>
                  <a:pt x="0" y="0"/>
                </a:moveTo>
                <a:lnTo>
                  <a:pt x="11315" y="57150"/>
                </a:lnTo>
                <a:lnTo>
                  <a:pt x="3036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57187" y="5619750"/>
            <a:ext cx="1285875" cy="1568767"/>
          </a:xfrm>
          <a:prstGeom prst="ellipse">
            <a:avLst/>
          </a:prstGeom>
          <a:solidFill>
            <a:srgbClr val="654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640079" y="5870752"/>
            <a:ext cx="154305" cy="31375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914400" y="7150417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654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000125" y="7283767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019048" y="7340917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037217" y="7398067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053907" y="7455217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068453" y="7512367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080275" y="7569517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088901" y="7626667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093989" y="7683817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092883" y="7740967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086735" y="7798117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077134" y="7855267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064462" y="7912417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049226" y="7969567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032032" y="8026717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013566" y="8083867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994564" y="8141017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975784" y="8198167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957974" y="8255317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941845" y="8312467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928039" y="8369617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917107" y="8426767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909484" y="8483917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905475" y="8541067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905240" y="8598217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905240" y="8655367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908787" y="8712517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915975" y="8769667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926519" y="8826817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939996" y="8883967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955871" y="8941117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973510" y="8998267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992210" y="9055417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011226" y="9112567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029799" y="9169717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047189" y="9226867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062702" y="9284017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075721" y="9341167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085726" y="9398317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092319" y="9455467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094361" y="9512617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089729" y="9569767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081525" y="9626917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070076" y="9684067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055838" y="9741217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039379" y="9798367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021355" y="9855517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002484" y="9912667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983520" y="9969817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965217" y="10026967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948306" y="10084117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933461" y="10141267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921274" y="10198417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912230" y="10255567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906690" y="10312717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904875" y="10369867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904875" y="10427017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906858" y="10484167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912558" y="10541317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921750" y="10598467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934066" y="10655617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949016" y="10712767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966003" y="10769917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984351" y="10827067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1003327" y="10884217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1022176" y="10941367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1040145" y="10998517"/>
            <a:ext cx="35424" cy="57150"/>
          </a:xfrm>
          <a:custGeom>
            <a:avLst/>
            <a:gdLst/>
            <a:ahLst/>
            <a:cxnLst/>
            <a:rect l="l" t="t" r="r" b="b"/>
            <a:pathLst>
              <a:path w="35425" h="57150">
                <a:moveTo>
                  <a:pt x="0" y="0"/>
                </a:moveTo>
                <a:lnTo>
                  <a:pt x="16375" y="57150"/>
                </a:lnTo>
                <a:lnTo>
                  <a:pt x="354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1056520" y="11055667"/>
            <a:ext cx="33175" cy="57150"/>
          </a:xfrm>
          <a:custGeom>
            <a:avLst/>
            <a:gdLst/>
            <a:ahLst/>
            <a:cxnLst/>
            <a:rect l="l" t="t" r="r" b="b"/>
            <a:pathLst>
              <a:path w="33175" h="57150">
                <a:moveTo>
                  <a:pt x="0" y="0"/>
                </a:moveTo>
                <a:lnTo>
                  <a:pt x="14125" y="57150"/>
                </a:lnTo>
                <a:lnTo>
                  <a:pt x="3317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1070645" y="11112817"/>
            <a:ext cx="30364" cy="57150"/>
          </a:xfrm>
          <a:custGeom>
            <a:avLst/>
            <a:gdLst/>
            <a:ahLst/>
            <a:cxnLst/>
            <a:rect l="l" t="t" r="r" b="b"/>
            <a:pathLst>
              <a:path w="30365" h="57150">
                <a:moveTo>
                  <a:pt x="0" y="0"/>
                </a:moveTo>
                <a:lnTo>
                  <a:pt x="11315" y="57150"/>
                </a:lnTo>
                <a:lnTo>
                  <a:pt x="3036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1081960" y="11169967"/>
            <a:ext cx="27101" cy="57150"/>
          </a:xfrm>
          <a:custGeom>
            <a:avLst/>
            <a:gdLst/>
            <a:ahLst/>
            <a:cxnLst/>
            <a:rect l="l" t="t" r="r" b="b"/>
            <a:pathLst>
              <a:path w="27102" h="57150">
                <a:moveTo>
                  <a:pt x="0" y="0"/>
                </a:moveTo>
                <a:lnTo>
                  <a:pt x="8052" y="57150"/>
                </a:lnTo>
                <a:lnTo>
                  <a:pt x="2710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1090012" y="11227117"/>
            <a:ext cx="23518" cy="57150"/>
          </a:xfrm>
          <a:custGeom>
            <a:avLst/>
            <a:gdLst/>
            <a:ahLst/>
            <a:cxnLst/>
            <a:rect l="l" t="t" r="r" b="b"/>
            <a:pathLst>
              <a:path w="23518" h="57150">
                <a:moveTo>
                  <a:pt x="0" y="0"/>
                </a:moveTo>
                <a:lnTo>
                  <a:pt x="4468" y="57150"/>
                </a:lnTo>
                <a:lnTo>
                  <a:pt x="2351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1094480" y="11284267"/>
            <a:ext cx="19756" cy="57150"/>
          </a:xfrm>
          <a:custGeom>
            <a:avLst/>
            <a:gdLst/>
            <a:ahLst/>
            <a:cxnLst/>
            <a:rect l="l" t="t" r="r" b="b"/>
            <a:pathLst>
              <a:path w="19757" h="57150">
                <a:moveTo>
                  <a:pt x="0" y="0"/>
                </a:moveTo>
                <a:lnTo>
                  <a:pt x="707" y="57150"/>
                </a:lnTo>
                <a:lnTo>
                  <a:pt x="1975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1092103" y="11341417"/>
            <a:ext cx="22133" cy="57150"/>
          </a:xfrm>
          <a:custGeom>
            <a:avLst/>
            <a:gdLst/>
            <a:ahLst/>
            <a:cxnLst/>
            <a:rect l="l" t="t" r="r" b="b"/>
            <a:pathLst>
              <a:path w="22134" h="57150">
                <a:moveTo>
                  <a:pt x="308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213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085353" y="11398567"/>
            <a:ext cx="25800" cy="57150"/>
          </a:xfrm>
          <a:custGeom>
            <a:avLst/>
            <a:gdLst/>
            <a:ahLst/>
            <a:cxnLst/>
            <a:rect l="l" t="t" r="r" b="b"/>
            <a:pathLst>
              <a:path w="25800" h="57150">
                <a:moveTo>
                  <a:pt x="675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80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075206" y="11455717"/>
            <a:ext cx="29197" cy="57150"/>
          </a:xfrm>
          <a:custGeom>
            <a:avLst/>
            <a:gdLst/>
            <a:ahLst/>
            <a:cxnLst/>
            <a:rect l="l" t="t" r="r" b="b"/>
            <a:pathLst>
              <a:path w="29197" h="57150">
                <a:moveTo>
                  <a:pt x="1014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19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881062" y="6858000"/>
            <a:ext cx="1095375" cy="1336357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122045" y="7071817"/>
            <a:ext cx="131445" cy="267271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343025" y="8156257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428750" y="8289607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447673" y="8346757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465842" y="8403907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482532" y="8461057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497078" y="8518207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508900" y="8575357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517526" y="8632507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522614" y="8689657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521508" y="8746807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515360" y="8803957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505759" y="8861107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493087" y="8918257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1477851" y="8975407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1460657" y="9032557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1442191" y="9089707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1423189" y="9146857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1404409" y="9204007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1386599" y="9261157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1370470" y="9318307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1356664" y="9375457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1345732" y="9432607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1338109" y="9489757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1334100" y="9546907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1333865" y="9604057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1333865" y="9661207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1337412" y="9718357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1344600" y="9775507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1355144" y="9832657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1368621" y="9889807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1384496" y="9946957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1402135" y="10004107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1420835" y="10061257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1439851" y="10118407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1458424" y="10175557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1475814" y="10232707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1491327" y="10289857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1504346" y="10347007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1514351" y="10404157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1520944" y="10461307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1522986" y="10518457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1518354" y="10575607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1510150" y="10632757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1498701" y="10689907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1484463" y="10747057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1468004" y="10804207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1449980" y="10861357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1431109" y="10918507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1412145" y="10975657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1393842" y="11032807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1376931" y="11089957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1362086" y="11147107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1349899" y="11204257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1340855" y="11261407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1335315" y="11318557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1333500" y="11375707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1333500" y="11432857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1335483" y="11490007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7881937" y="6096000"/>
            <a:ext cx="1190625" cy="1452562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8143875" y="6328410"/>
            <a:ext cx="142875" cy="290512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8391525" y="7510462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8477250" y="7643812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8496173" y="7700962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8514342" y="7758112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8531032" y="7815262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8545578" y="7872412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8557400" y="7929562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8566026" y="7986712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8571114" y="8043862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8570008" y="8101012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8563860" y="8158162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8554259" y="8215312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8541587" y="8272462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8526351" y="8329612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8509157" y="8386762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8490691" y="8443912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8471689" y="8501062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8452909" y="8558212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8435099" y="8615362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8418970" y="8672512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8405164" y="8729662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8394232" y="8786812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8386609" y="8843962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8382600" y="8901112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382365" y="8958262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382365" y="9015412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385912" y="9072562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393100" y="9129712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403644" y="9186862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417121" y="9244012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432996" y="9301162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450635" y="9358312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469335" y="9415462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488351" y="9472612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506924" y="9529762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524314" y="9586912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539827" y="9644062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552846" y="9701212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562851" y="9758362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569444" y="9815512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571486" y="9872662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566854" y="9929812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558650" y="9986962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547201" y="10044112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532963" y="10101262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516504" y="10158412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498480" y="10215562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479609" y="10272712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460645" y="10329862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442342" y="10387012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425431" y="10444162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410586" y="10501312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398399" y="10558462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389355" y="10615612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383815" y="10672762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382000" y="10729912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382000" y="10787062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383983" y="10844212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389683" y="10901362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398875" y="10958512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411191" y="11015662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426141" y="11072812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443128" y="11129962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461476" y="11187112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480452" y="11244262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499301" y="11301412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517270" y="11358562"/>
            <a:ext cx="35424" cy="57150"/>
          </a:xfrm>
          <a:custGeom>
            <a:avLst/>
            <a:gdLst/>
            <a:ahLst/>
            <a:cxnLst/>
            <a:rect l="l" t="t" r="r" b="b"/>
            <a:pathLst>
              <a:path w="35425" h="57150">
                <a:moveTo>
                  <a:pt x="0" y="0"/>
                </a:moveTo>
                <a:lnTo>
                  <a:pt x="16375" y="57150"/>
                </a:lnTo>
                <a:lnTo>
                  <a:pt x="354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533645" y="11415712"/>
            <a:ext cx="33175" cy="57150"/>
          </a:xfrm>
          <a:custGeom>
            <a:avLst/>
            <a:gdLst/>
            <a:ahLst/>
            <a:cxnLst/>
            <a:rect l="l" t="t" r="r" b="b"/>
            <a:pathLst>
              <a:path w="33175" h="57150">
                <a:moveTo>
                  <a:pt x="0" y="0"/>
                </a:moveTo>
                <a:lnTo>
                  <a:pt x="14125" y="57150"/>
                </a:lnTo>
                <a:lnTo>
                  <a:pt x="3317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547770" y="11472862"/>
            <a:ext cx="30364" cy="57150"/>
          </a:xfrm>
          <a:custGeom>
            <a:avLst/>
            <a:gdLst/>
            <a:ahLst/>
            <a:cxnLst/>
            <a:rect l="l" t="t" r="r" b="b"/>
            <a:pathLst>
              <a:path w="30365" h="57150">
                <a:moveTo>
                  <a:pt x="0" y="0"/>
                </a:moveTo>
                <a:lnTo>
                  <a:pt x="11315" y="57150"/>
                </a:lnTo>
                <a:lnTo>
                  <a:pt x="3036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8643937" y="5619750"/>
            <a:ext cx="1285875" cy="1568767"/>
          </a:xfrm>
          <a:prstGeom prst="ellipse">
            <a:avLst/>
          </a:prstGeom>
          <a:solidFill>
            <a:srgbClr val="4B7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8926830" y="5870752"/>
            <a:ext cx="154305" cy="31375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9201150" y="7150417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4B7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9286875" y="7283767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9305798" y="7340917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9323967" y="7398067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9340657" y="7455217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9355203" y="7512367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9367025" y="7569517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9375651" y="7626667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9380739" y="7683817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9379633" y="7740967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9373485" y="7798117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9363884" y="7855267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9351212" y="7912417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9335976" y="7969567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9318782" y="8026717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9300316" y="8083867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9281314" y="8141017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9262534" y="8198167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9244724" y="8255317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Freeform 371"/>
          <p:cNvSpPr/>
          <p:nvPr/>
        </p:nvSpPr>
        <p:spPr>
          <a:xfrm>
            <a:off x="9228595" y="8312467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9214789" y="8369617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9203857" y="8426767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9196234" y="8483917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9192225" y="8541067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9191990" y="8598217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9191990" y="8655367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9195537" y="8712517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9202725" y="8769667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9213269" y="8826817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9226746" y="8883967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9242621" y="8941117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9260260" y="8998267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9278960" y="9055417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9297976" y="9112567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9316549" y="9169717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9333939" y="9226867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9349452" y="9284017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9362471" y="9341167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9372476" y="9398317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9379069" y="9455467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9381111" y="9512617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9376479" y="9569767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9368275" y="9626917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9356826" y="9684067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9342588" y="9741217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9326129" y="9798367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9308105" y="9855517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9289234" y="9912667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9270270" y="9969817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9251967" y="10026967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9235056" y="10084117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9220211" y="10141267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9208024" y="10198417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9198980" y="10255567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9193440" y="10312717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9191625" y="10369867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9191625" y="10427017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9193608" y="10484167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9199308" y="10541317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9208500" y="10598467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9220816" y="10655617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9235766" y="10712767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9252753" y="10769917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Freeform 415"/>
          <p:cNvSpPr/>
          <p:nvPr/>
        </p:nvSpPr>
        <p:spPr>
          <a:xfrm>
            <a:off x="9271101" y="10827067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Freeform 416"/>
          <p:cNvSpPr/>
          <p:nvPr/>
        </p:nvSpPr>
        <p:spPr>
          <a:xfrm>
            <a:off x="9290077" y="10884217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Freeform 417"/>
          <p:cNvSpPr/>
          <p:nvPr/>
        </p:nvSpPr>
        <p:spPr>
          <a:xfrm>
            <a:off x="9308926" y="10941367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Freeform 418"/>
          <p:cNvSpPr/>
          <p:nvPr/>
        </p:nvSpPr>
        <p:spPr>
          <a:xfrm>
            <a:off x="9326895" y="10998517"/>
            <a:ext cx="35424" cy="57150"/>
          </a:xfrm>
          <a:custGeom>
            <a:avLst/>
            <a:gdLst/>
            <a:ahLst/>
            <a:cxnLst/>
            <a:rect l="l" t="t" r="r" b="b"/>
            <a:pathLst>
              <a:path w="35425" h="57150">
                <a:moveTo>
                  <a:pt x="0" y="0"/>
                </a:moveTo>
                <a:lnTo>
                  <a:pt x="16375" y="57150"/>
                </a:lnTo>
                <a:lnTo>
                  <a:pt x="354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Freeform 419"/>
          <p:cNvSpPr/>
          <p:nvPr/>
        </p:nvSpPr>
        <p:spPr>
          <a:xfrm>
            <a:off x="9343270" y="11055667"/>
            <a:ext cx="33175" cy="57150"/>
          </a:xfrm>
          <a:custGeom>
            <a:avLst/>
            <a:gdLst/>
            <a:ahLst/>
            <a:cxnLst/>
            <a:rect l="l" t="t" r="r" b="b"/>
            <a:pathLst>
              <a:path w="33175" h="57150">
                <a:moveTo>
                  <a:pt x="0" y="0"/>
                </a:moveTo>
                <a:lnTo>
                  <a:pt x="14125" y="57150"/>
                </a:lnTo>
                <a:lnTo>
                  <a:pt x="3317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Freeform 420"/>
          <p:cNvSpPr/>
          <p:nvPr/>
        </p:nvSpPr>
        <p:spPr>
          <a:xfrm>
            <a:off x="9357395" y="11112817"/>
            <a:ext cx="30364" cy="57150"/>
          </a:xfrm>
          <a:custGeom>
            <a:avLst/>
            <a:gdLst/>
            <a:ahLst/>
            <a:cxnLst/>
            <a:rect l="l" t="t" r="r" b="b"/>
            <a:pathLst>
              <a:path w="30365" h="57150">
                <a:moveTo>
                  <a:pt x="0" y="0"/>
                </a:moveTo>
                <a:lnTo>
                  <a:pt x="11315" y="57150"/>
                </a:lnTo>
                <a:lnTo>
                  <a:pt x="3036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Freeform 421"/>
          <p:cNvSpPr/>
          <p:nvPr/>
        </p:nvSpPr>
        <p:spPr>
          <a:xfrm>
            <a:off x="9368710" y="11169967"/>
            <a:ext cx="27101" cy="57150"/>
          </a:xfrm>
          <a:custGeom>
            <a:avLst/>
            <a:gdLst/>
            <a:ahLst/>
            <a:cxnLst/>
            <a:rect l="l" t="t" r="r" b="b"/>
            <a:pathLst>
              <a:path w="27102" h="57150">
                <a:moveTo>
                  <a:pt x="0" y="0"/>
                </a:moveTo>
                <a:lnTo>
                  <a:pt x="8052" y="57150"/>
                </a:lnTo>
                <a:lnTo>
                  <a:pt x="2710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Freeform 422"/>
          <p:cNvSpPr/>
          <p:nvPr/>
        </p:nvSpPr>
        <p:spPr>
          <a:xfrm>
            <a:off x="9376762" y="11227117"/>
            <a:ext cx="23518" cy="57150"/>
          </a:xfrm>
          <a:custGeom>
            <a:avLst/>
            <a:gdLst/>
            <a:ahLst/>
            <a:cxnLst/>
            <a:rect l="l" t="t" r="r" b="b"/>
            <a:pathLst>
              <a:path w="23518" h="57150">
                <a:moveTo>
                  <a:pt x="0" y="0"/>
                </a:moveTo>
                <a:lnTo>
                  <a:pt x="4468" y="57150"/>
                </a:lnTo>
                <a:lnTo>
                  <a:pt x="2351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Freeform 423"/>
          <p:cNvSpPr/>
          <p:nvPr/>
        </p:nvSpPr>
        <p:spPr>
          <a:xfrm>
            <a:off x="9381230" y="11284267"/>
            <a:ext cx="19756" cy="57150"/>
          </a:xfrm>
          <a:custGeom>
            <a:avLst/>
            <a:gdLst/>
            <a:ahLst/>
            <a:cxnLst/>
            <a:rect l="l" t="t" r="r" b="b"/>
            <a:pathLst>
              <a:path w="19757" h="57150">
                <a:moveTo>
                  <a:pt x="0" y="0"/>
                </a:moveTo>
                <a:lnTo>
                  <a:pt x="707" y="57150"/>
                </a:lnTo>
                <a:lnTo>
                  <a:pt x="1975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Freeform 424"/>
          <p:cNvSpPr/>
          <p:nvPr/>
        </p:nvSpPr>
        <p:spPr>
          <a:xfrm>
            <a:off x="9378853" y="11341417"/>
            <a:ext cx="22133" cy="57150"/>
          </a:xfrm>
          <a:custGeom>
            <a:avLst/>
            <a:gdLst/>
            <a:ahLst/>
            <a:cxnLst/>
            <a:rect l="l" t="t" r="r" b="b"/>
            <a:pathLst>
              <a:path w="22134" h="57150">
                <a:moveTo>
                  <a:pt x="308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213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Freeform 425"/>
          <p:cNvSpPr/>
          <p:nvPr/>
        </p:nvSpPr>
        <p:spPr>
          <a:xfrm>
            <a:off x="9372103" y="11398567"/>
            <a:ext cx="25800" cy="57150"/>
          </a:xfrm>
          <a:custGeom>
            <a:avLst/>
            <a:gdLst/>
            <a:ahLst/>
            <a:cxnLst/>
            <a:rect l="l" t="t" r="r" b="b"/>
            <a:pathLst>
              <a:path w="25800" h="57150">
                <a:moveTo>
                  <a:pt x="675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80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Freeform 426"/>
          <p:cNvSpPr/>
          <p:nvPr/>
        </p:nvSpPr>
        <p:spPr>
          <a:xfrm>
            <a:off x="9361956" y="11455717"/>
            <a:ext cx="29197" cy="57150"/>
          </a:xfrm>
          <a:custGeom>
            <a:avLst/>
            <a:gdLst/>
            <a:ahLst/>
            <a:cxnLst/>
            <a:rect l="l" t="t" r="r" b="b"/>
            <a:pathLst>
              <a:path w="29197" h="57150">
                <a:moveTo>
                  <a:pt x="1014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19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8310562" y="6858000"/>
            <a:ext cx="1095375" cy="1336357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8551545" y="7071817"/>
            <a:ext cx="131445" cy="267271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Freeform 429"/>
          <p:cNvSpPr/>
          <p:nvPr/>
        </p:nvSpPr>
        <p:spPr>
          <a:xfrm>
            <a:off x="8772525" y="8156257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Freeform 430"/>
          <p:cNvSpPr/>
          <p:nvPr/>
        </p:nvSpPr>
        <p:spPr>
          <a:xfrm>
            <a:off x="8858250" y="8289607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Freeform 431"/>
          <p:cNvSpPr/>
          <p:nvPr/>
        </p:nvSpPr>
        <p:spPr>
          <a:xfrm>
            <a:off x="8877173" y="8346757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Freeform 432"/>
          <p:cNvSpPr/>
          <p:nvPr/>
        </p:nvSpPr>
        <p:spPr>
          <a:xfrm>
            <a:off x="8895342" y="8403907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Freeform 433"/>
          <p:cNvSpPr/>
          <p:nvPr/>
        </p:nvSpPr>
        <p:spPr>
          <a:xfrm>
            <a:off x="8912032" y="8461057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Freeform 434"/>
          <p:cNvSpPr/>
          <p:nvPr/>
        </p:nvSpPr>
        <p:spPr>
          <a:xfrm>
            <a:off x="8926578" y="8518207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Freeform 435"/>
          <p:cNvSpPr/>
          <p:nvPr/>
        </p:nvSpPr>
        <p:spPr>
          <a:xfrm>
            <a:off x="8938400" y="8575357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Freeform 436"/>
          <p:cNvSpPr/>
          <p:nvPr/>
        </p:nvSpPr>
        <p:spPr>
          <a:xfrm>
            <a:off x="8947026" y="8632507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Freeform 437"/>
          <p:cNvSpPr/>
          <p:nvPr/>
        </p:nvSpPr>
        <p:spPr>
          <a:xfrm>
            <a:off x="8952114" y="8689657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Freeform 438"/>
          <p:cNvSpPr/>
          <p:nvPr/>
        </p:nvSpPr>
        <p:spPr>
          <a:xfrm>
            <a:off x="8951008" y="8746807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Freeform 439"/>
          <p:cNvSpPr/>
          <p:nvPr/>
        </p:nvSpPr>
        <p:spPr>
          <a:xfrm>
            <a:off x="8944860" y="8803957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Freeform 440"/>
          <p:cNvSpPr/>
          <p:nvPr/>
        </p:nvSpPr>
        <p:spPr>
          <a:xfrm>
            <a:off x="8935259" y="8861107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Freeform 441"/>
          <p:cNvSpPr/>
          <p:nvPr/>
        </p:nvSpPr>
        <p:spPr>
          <a:xfrm>
            <a:off x="8922587" y="8918257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Freeform 442"/>
          <p:cNvSpPr/>
          <p:nvPr/>
        </p:nvSpPr>
        <p:spPr>
          <a:xfrm>
            <a:off x="8907351" y="8975407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Freeform 443"/>
          <p:cNvSpPr/>
          <p:nvPr/>
        </p:nvSpPr>
        <p:spPr>
          <a:xfrm>
            <a:off x="8890157" y="9032557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Freeform 444"/>
          <p:cNvSpPr/>
          <p:nvPr/>
        </p:nvSpPr>
        <p:spPr>
          <a:xfrm>
            <a:off x="8871691" y="9089707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Freeform 445"/>
          <p:cNvSpPr/>
          <p:nvPr/>
        </p:nvSpPr>
        <p:spPr>
          <a:xfrm>
            <a:off x="8852689" y="9146857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Freeform 446"/>
          <p:cNvSpPr/>
          <p:nvPr/>
        </p:nvSpPr>
        <p:spPr>
          <a:xfrm>
            <a:off x="8833909" y="9204007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Freeform 447"/>
          <p:cNvSpPr/>
          <p:nvPr/>
        </p:nvSpPr>
        <p:spPr>
          <a:xfrm>
            <a:off x="8816099" y="9261157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Freeform 448"/>
          <p:cNvSpPr/>
          <p:nvPr/>
        </p:nvSpPr>
        <p:spPr>
          <a:xfrm>
            <a:off x="8799970" y="9318307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Freeform 449"/>
          <p:cNvSpPr/>
          <p:nvPr/>
        </p:nvSpPr>
        <p:spPr>
          <a:xfrm>
            <a:off x="8786164" y="9375457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Freeform 450"/>
          <p:cNvSpPr/>
          <p:nvPr/>
        </p:nvSpPr>
        <p:spPr>
          <a:xfrm>
            <a:off x="8775232" y="9432607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Freeform 451"/>
          <p:cNvSpPr/>
          <p:nvPr/>
        </p:nvSpPr>
        <p:spPr>
          <a:xfrm>
            <a:off x="8767609" y="9489757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Freeform 452"/>
          <p:cNvSpPr/>
          <p:nvPr/>
        </p:nvSpPr>
        <p:spPr>
          <a:xfrm>
            <a:off x="8763600" y="9546907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Freeform 453"/>
          <p:cNvSpPr/>
          <p:nvPr/>
        </p:nvSpPr>
        <p:spPr>
          <a:xfrm>
            <a:off x="8763365" y="9604057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Freeform 454"/>
          <p:cNvSpPr/>
          <p:nvPr/>
        </p:nvSpPr>
        <p:spPr>
          <a:xfrm>
            <a:off x="8763365" y="9661207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Freeform 455"/>
          <p:cNvSpPr/>
          <p:nvPr/>
        </p:nvSpPr>
        <p:spPr>
          <a:xfrm>
            <a:off x="8766912" y="9718357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Freeform 456"/>
          <p:cNvSpPr/>
          <p:nvPr/>
        </p:nvSpPr>
        <p:spPr>
          <a:xfrm>
            <a:off x="8774100" y="9775507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Freeform 457"/>
          <p:cNvSpPr/>
          <p:nvPr/>
        </p:nvSpPr>
        <p:spPr>
          <a:xfrm>
            <a:off x="8784644" y="9832657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Freeform 458"/>
          <p:cNvSpPr/>
          <p:nvPr/>
        </p:nvSpPr>
        <p:spPr>
          <a:xfrm>
            <a:off x="8798121" y="9889807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Freeform 459"/>
          <p:cNvSpPr/>
          <p:nvPr/>
        </p:nvSpPr>
        <p:spPr>
          <a:xfrm>
            <a:off x="8813996" y="9946957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Freeform 460"/>
          <p:cNvSpPr/>
          <p:nvPr/>
        </p:nvSpPr>
        <p:spPr>
          <a:xfrm>
            <a:off x="8831635" y="10004107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Freeform 461"/>
          <p:cNvSpPr/>
          <p:nvPr/>
        </p:nvSpPr>
        <p:spPr>
          <a:xfrm>
            <a:off x="8850335" y="10061257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Freeform 462"/>
          <p:cNvSpPr/>
          <p:nvPr/>
        </p:nvSpPr>
        <p:spPr>
          <a:xfrm>
            <a:off x="8869351" y="10118407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Freeform 463"/>
          <p:cNvSpPr/>
          <p:nvPr/>
        </p:nvSpPr>
        <p:spPr>
          <a:xfrm>
            <a:off x="8887924" y="10175557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Freeform 464"/>
          <p:cNvSpPr/>
          <p:nvPr/>
        </p:nvSpPr>
        <p:spPr>
          <a:xfrm>
            <a:off x="8905314" y="10232707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Freeform 465"/>
          <p:cNvSpPr/>
          <p:nvPr/>
        </p:nvSpPr>
        <p:spPr>
          <a:xfrm>
            <a:off x="8920827" y="10289857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Freeform 466"/>
          <p:cNvSpPr/>
          <p:nvPr/>
        </p:nvSpPr>
        <p:spPr>
          <a:xfrm>
            <a:off x="8933846" y="10347007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Freeform 467"/>
          <p:cNvSpPr/>
          <p:nvPr/>
        </p:nvSpPr>
        <p:spPr>
          <a:xfrm>
            <a:off x="8943851" y="10404157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Freeform 468"/>
          <p:cNvSpPr/>
          <p:nvPr/>
        </p:nvSpPr>
        <p:spPr>
          <a:xfrm>
            <a:off x="8950444" y="10461307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Freeform 469"/>
          <p:cNvSpPr/>
          <p:nvPr/>
        </p:nvSpPr>
        <p:spPr>
          <a:xfrm>
            <a:off x="8952486" y="10518457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Freeform 470"/>
          <p:cNvSpPr/>
          <p:nvPr/>
        </p:nvSpPr>
        <p:spPr>
          <a:xfrm>
            <a:off x="8947854" y="10575607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Freeform 471"/>
          <p:cNvSpPr/>
          <p:nvPr/>
        </p:nvSpPr>
        <p:spPr>
          <a:xfrm>
            <a:off x="8939650" y="10632757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Freeform 472"/>
          <p:cNvSpPr/>
          <p:nvPr/>
        </p:nvSpPr>
        <p:spPr>
          <a:xfrm>
            <a:off x="8928201" y="10689907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Freeform 473"/>
          <p:cNvSpPr/>
          <p:nvPr/>
        </p:nvSpPr>
        <p:spPr>
          <a:xfrm>
            <a:off x="8913963" y="10747057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Freeform 474"/>
          <p:cNvSpPr/>
          <p:nvPr/>
        </p:nvSpPr>
        <p:spPr>
          <a:xfrm>
            <a:off x="8897504" y="10804207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Freeform 475"/>
          <p:cNvSpPr/>
          <p:nvPr/>
        </p:nvSpPr>
        <p:spPr>
          <a:xfrm>
            <a:off x="8879480" y="10861357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Freeform 476"/>
          <p:cNvSpPr/>
          <p:nvPr/>
        </p:nvSpPr>
        <p:spPr>
          <a:xfrm>
            <a:off x="8860609" y="10918507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Freeform 477"/>
          <p:cNvSpPr/>
          <p:nvPr/>
        </p:nvSpPr>
        <p:spPr>
          <a:xfrm>
            <a:off x="8841645" y="10975657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Freeform 478"/>
          <p:cNvSpPr/>
          <p:nvPr/>
        </p:nvSpPr>
        <p:spPr>
          <a:xfrm>
            <a:off x="8823342" y="11032807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Freeform 479"/>
          <p:cNvSpPr/>
          <p:nvPr/>
        </p:nvSpPr>
        <p:spPr>
          <a:xfrm>
            <a:off x="8806431" y="11089957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Freeform 480"/>
          <p:cNvSpPr/>
          <p:nvPr/>
        </p:nvSpPr>
        <p:spPr>
          <a:xfrm>
            <a:off x="8791586" y="11147107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Freeform 481"/>
          <p:cNvSpPr/>
          <p:nvPr/>
        </p:nvSpPr>
        <p:spPr>
          <a:xfrm>
            <a:off x="8779399" y="11204257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Freeform 482"/>
          <p:cNvSpPr/>
          <p:nvPr/>
        </p:nvSpPr>
        <p:spPr>
          <a:xfrm>
            <a:off x="8770355" y="11261407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Freeform 483"/>
          <p:cNvSpPr/>
          <p:nvPr/>
        </p:nvSpPr>
        <p:spPr>
          <a:xfrm>
            <a:off x="8764815" y="11318557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Freeform 484"/>
          <p:cNvSpPr/>
          <p:nvPr/>
        </p:nvSpPr>
        <p:spPr>
          <a:xfrm>
            <a:off x="8763000" y="11375707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Freeform 485"/>
          <p:cNvSpPr/>
          <p:nvPr/>
        </p:nvSpPr>
        <p:spPr>
          <a:xfrm>
            <a:off x="8763000" y="11432857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Freeform 486"/>
          <p:cNvSpPr/>
          <p:nvPr/>
        </p:nvSpPr>
        <p:spPr>
          <a:xfrm>
            <a:off x="8764983" y="11490007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8" name="Picture 487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7625" y="6572250"/>
            <a:ext cx="2571750" cy="2312152"/>
          </a:xfrm>
          <a:prstGeom prst="rect">
            <a:avLst/>
          </a:prstGeom>
        </p:spPr>
      </p:pic>
      <p:sp>
        <p:nvSpPr>
          <p:cNvPr id="489" name="TextBox 488"/>
          <p:cNvSpPr txBox="1"/>
          <p:nvPr/>
        </p:nvSpPr>
        <p:spPr>
          <a:xfrm>
            <a:off x="762000" y="9144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→</a:t>
            </a:r>
          </a:p>
        </p:txBody>
      </p:sp>
      <p:pic>
        <p:nvPicPr>
          <p:cNvPr id="490" name="Picture 489" descr="soil-flatlay-bor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00046"/>
            <a:ext cx="10287000" cy="49676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mpost-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F3C88C">
                  <a:alpha val="25000"/>
                </a:srgbClr>
              </a:gs>
              <a:gs pos="100000">
                <a:srgbClr val="1E140F">
                  <a:alpha val="45000"/>
                </a:srgbClr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8650" y="1676400"/>
            <a:ext cx="9029700" cy="474345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636604747472275152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667375" y="3381375"/>
            <a:ext cx="4000500" cy="11056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7375" y="4506061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Farmer, Mentor &amp; Consultant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8650" y="6534150"/>
            <a:ext cx="9029700" cy="474345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783761913246229004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667375" y="8239125"/>
            <a:ext cx="4000500" cy="11056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7375" y="9363811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pic>
        <p:nvPicPr>
          <p:cNvPr id="79" name="Picture 78" descr="pressed-sprig-cu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720000">
            <a:off x="8096250" y="5715000"/>
            <a:ext cx="2000250" cy="1573840"/>
          </a:xfrm>
          <a:prstGeom prst="rect">
            <a:avLst/>
          </a:prstGeom>
        </p:spPr>
      </p:pic>
      <p:pic>
        <p:nvPicPr>
          <p:cNvPr id="80" name="Picture 79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DCE3DA"/>
              </a:gs>
              <a:gs pos="100000">
                <a:srgbClr val="B1BCB1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33125299076166942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667375" y="338137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7375" y="4000868"/>
            <a:ext cx="40005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School Administration Officer</a:t>
            </a:r>
          </a:p>
        </p:txBody>
      </p:sp>
      <p:pic>
        <p:nvPicPr>
          <p:cNvPr id="73" name="Picture 72" descr="242259096395969266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667375" y="823912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7375" y="885861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Farmer, Mentor &amp; Consultant</a:t>
            </a:r>
          </a:p>
        </p:txBody>
      </p:sp>
      <p:pic>
        <p:nvPicPr>
          <p:cNvPr id="76" name="Picture 75" descr="soil-flatlay-bor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0" y="9300046"/>
            <a:ext cx="10287000" cy="4967696"/>
          </a:xfrm>
          <a:prstGeom prst="rect">
            <a:avLst/>
          </a:prstGeom>
        </p:spPr>
      </p:pic>
      <p:pic>
        <p:nvPicPr>
          <p:cNvPr id="77" name="Picture 76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6B4D45"/>
              </a:gs>
              <a:gs pos="100000">
                <a:srgbClr val="2F2120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cratched-paper-on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4" name="Picture 3" descr="white-mushroom-cluster-so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0" y="-285750"/>
            <a:ext cx="3429000" cy="3421652"/>
          </a:xfrm>
          <a:prstGeom prst="rect">
            <a:avLst/>
          </a:prstGeom>
        </p:spPr>
      </p:pic>
      <p:pic>
        <p:nvPicPr>
          <p:cNvPr id="5" name="Picture 4" descr="white-tithonia-sof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57250" y="8572500"/>
            <a:ext cx="4000500" cy="3989070"/>
          </a:xfrm>
          <a:prstGeom prst="rect">
            <a:avLst/>
          </a:prstGeom>
        </p:spPr>
      </p:pic>
      <p:sp>
        <p:nvSpPr>
          <p:cNvPr id="6" name="Freeform 5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85800" y="1733550"/>
            <a:ext cx="4629150" cy="4629150"/>
          </a:xfrm>
          <a:prstGeom prst="rect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286687893706387711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667375" y="3381375"/>
            <a:ext cx="4000500" cy="1610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3F1EA"/>
                </a:solidFill>
                <a:latin typeface="Montserrat"/>
              </a:rPr>
              <a:t>Dr. Carla Ribeiro Machado e Portugal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7375" y="5011255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E9DCC9"/>
                </a:solidFill>
                <a:latin typeface="Source Sans 3"/>
              </a:rPr>
              <a:t>Mentor &amp; Science Lead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5800" y="6591300"/>
            <a:ext cx="4629150" cy="4629150"/>
          </a:xfrm>
          <a:prstGeom prst="rect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228212104808482968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5667375" y="823912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3F1EA"/>
                </a:solidFill>
                <a:latin typeface="Montserrat"/>
              </a:rPr>
              <a:t>Gerald Ramírez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7375" y="885861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E9DCC9"/>
                </a:solidFill>
                <a:latin typeface="Source Sans 3"/>
              </a:rPr>
              <a:t>Mentor</a:t>
            </a:r>
          </a:p>
        </p:txBody>
      </p:sp>
      <p:pic>
        <p:nvPicPr>
          <p:cNvPr id="81" name="Picture 80" descr="foundation-logo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mpost-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F3C88C">
                  <a:alpha val="25000"/>
                </a:srgbClr>
              </a:gs>
              <a:gs pos="100000">
                <a:srgbClr val="1E140F">
                  <a:alpha val="45000"/>
                </a:srgbClr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8650" y="1676400"/>
            <a:ext cx="9029700" cy="474345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660330216012947350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667375" y="338137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Kavi Reddy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7375" y="400086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Permaculture Instructor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8650" y="6534150"/>
            <a:ext cx="9029700" cy="474345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286124736355008987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667375" y="823912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7375" y="885861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pic>
        <p:nvPicPr>
          <p:cNvPr id="79" name="Picture 78" descr="pressed-sprig-cu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720000">
            <a:off x="8096250" y="5715000"/>
            <a:ext cx="2000250" cy="1573840"/>
          </a:xfrm>
          <a:prstGeom prst="rect">
            <a:avLst/>
          </a:prstGeom>
        </p:spPr>
      </p:pic>
      <p:pic>
        <p:nvPicPr>
          <p:cNvPr id="80" name="Picture 79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DCE3DA"/>
              </a:gs>
              <a:gs pos="100000">
                <a:srgbClr val="B1BCB1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40677571571199709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667375" y="338137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7375" y="400086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pic>
        <p:nvPicPr>
          <p:cNvPr id="73" name="Picture 72" descr="66916134615043148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667375" y="823912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7375" y="8858618"/>
            <a:ext cx="4000500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Graham Bell Legacy PDC Permaculture Lead Instructor</a:t>
            </a:r>
          </a:p>
        </p:txBody>
      </p:sp>
      <p:pic>
        <p:nvPicPr>
          <p:cNvPr id="76" name="Picture 75" descr="soil-flatlay-bor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0" y="9300046"/>
            <a:ext cx="10287000" cy="4967696"/>
          </a:xfrm>
          <a:prstGeom prst="rect">
            <a:avLst/>
          </a:prstGeom>
        </p:spPr>
      </p:pic>
      <p:pic>
        <p:nvPicPr>
          <p:cNvPr id="77" name="Picture 76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6B4D45"/>
              </a:gs>
              <a:gs pos="100000">
                <a:srgbClr val="2F2120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cratched-paper-on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4" name="Picture 3" descr="white-mushroom-cluster-so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0" y="-285750"/>
            <a:ext cx="3429000" cy="3421652"/>
          </a:xfrm>
          <a:prstGeom prst="rect">
            <a:avLst/>
          </a:prstGeom>
        </p:spPr>
      </p:pic>
      <p:pic>
        <p:nvPicPr>
          <p:cNvPr id="5" name="Picture 4" descr="white-tithonia-sof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57250" y="8572500"/>
            <a:ext cx="4000500" cy="3989070"/>
          </a:xfrm>
          <a:prstGeom prst="rect">
            <a:avLst/>
          </a:prstGeom>
        </p:spPr>
      </p:pic>
      <p:sp>
        <p:nvSpPr>
          <p:cNvPr id="6" name="Freeform 5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85800" y="1733550"/>
            <a:ext cx="4629150" cy="4629150"/>
          </a:xfrm>
          <a:prstGeom prst="rect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698730449290620128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667375" y="338137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3F1EA"/>
                </a:solidFill>
                <a:latin typeface="Montserrat"/>
              </a:rPr>
              <a:t>Tommy Tepper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7375" y="4000868"/>
            <a:ext cx="40005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E9DCC9"/>
                </a:solidFill>
                <a:latin typeface="Source Sans 3"/>
              </a:rPr>
              <a:t>Education Department Director &amp; Mentor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5800" y="6591300"/>
            <a:ext cx="4629150" cy="4629150"/>
          </a:xfrm>
          <a:prstGeom prst="rect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232628062734673851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5667375" y="823912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3F1EA"/>
                </a:solidFill>
                <a:latin typeface="Montserrat"/>
              </a:rPr>
              <a:t>Dora Tkalec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7375" y="885861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E9DCC9"/>
                </a:solidFill>
                <a:latin typeface="Source Sans 3"/>
              </a:rPr>
              <a:t>Mentor &amp; Consultant</a:t>
            </a:r>
          </a:p>
        </p:txBody>
      </p:sp>
      <p:pic>
        <p:nvPicPr>
          <p:cNvPr id="81" name="Picture 80" descr="foundation-logo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mpost-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F3C88C">
                  <a:alpha val="25000"/>
                </a:srgbClr>
              </a:gs>
              <a:gs pos="100000">
                <a:srgbClr val="1E140F">
                  <a:alpha val="45000"/>
                </a:srgbClr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8650" y="1676400"/>
            <a:ext cx="9029700" cy="474345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902196835265373039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667375" y="338137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7375" y="400086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8650" y="6534150"/>
            <a:ext cx="9029700" cy="474345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390869821012836336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667375" y="823912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7375" y="8858618"/>
            <a:ext cx="40005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Advanced Programs Lead &amp; Mentor</a:t>
            </a:r>
          </a:p>
        </p:txBody>
      </p:sp>
      <p:pic>
        <p:nvPicPr>
          <p:cNvPr id="79" name="Picture 78" descr="pressed-sprig-cu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720000">
            <a:off x="8096250" y="5715000"/>
            <a:ext cx="2000250" cy="1573840"/>
          </a:xfrm>
          <a:prstGeom prst="rect">
            <a:avLst/>
          </a:prstGeom>
        </p:spPr>
      </p:pic>
      <p:pic>
        <p:nvPicPr>
          <p:cNvPr id="80" name="Picture 79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DCE3DA"/>
              </a:gs>
              <a:gs pos="100000">
                <a:srgbClr val="B1BCB1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60123606424913124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667375" y="338137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7375" y="400086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00" y="676275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31662F"/>
                </a:solidFill>
                <a:latin typeface="Montserrat"/>
              </a:rPr>
              <a:t>Thank you to all our instructors and education staff.</a:t>
            </a:r>
          </a:p>
        </p:txBody>
      </p:sp>
      <p:pic>
        <p:nvPicPr>
          <p:cNvPr id="74" name="Picture 73" descr="soil-flatlay-bor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0" y="9300046"/>
            <a:ext cx="10287000" cy="4967696"/>
          </a:xfrm>
          <a:prstGeom prst="rect">
            <a:avLst/>
          </a:prstGeom>
        </p:spPr>
      </p:pic>
      <p:pic>
        <p:nvPicPr>
          <p:cNvPr id="75" name="Picture 74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DCE3DA"/>
              </a:gs>
              <a:gs pos="100000">
                <a:srgbClr val="B1BCB1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1666875"/>
            <a:ext cx="7239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1" name="Picture 70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1050" y="1571625"/>
            <a:ext cx="1428750" cy="1284528"/>
          </a:xfrm>
          <a:prstGeom prst="rect">
            <a:avLst/>
          </a:prstGeom>
        </p:spPr>
      </p:pic>
      <p:pic>
        <p:nvPicPr>
          <p:cNvPr id="72" name="Picture 71" descr="267630766678500526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190875"/>
            <a:ext cx="1752600" cy="17526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00050" y="5019675"/>
            <a:ext cx="1866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Ib Borup Pedersen</a:t>
            </a:r>
          </a:p>
        </p:txBody>
      </p:sp>
      <p:pic>
        <p:nvPicPr>
          <p:cNvPr id="74" name="Picture 73" descr="671041333771620164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62200" y="3190875"/>
            <a:ext cx="1752600" cy="175260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305050" y="5019675"/>
            <a:ext cx="1866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Brian Daubenspeck</a:t>
            </a:r>
          </a:p>
        </p:txBody>
      </p:sp>
      <p:pic>
        <p:nvPicPr>
          <p:cNvPr id="76" name="Picture 75" descr="849441901424984726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200" y="3190875"/>
            <a:ext cx="1752600" cy="175260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210050" y="5019675"/>
            <a:ext cx="1866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Elena Kalli</a:t>
            </a:r>
          </a:p>
        </p:txBody>
      </p:sp>
      <p:pic>
        <p:nvPicPr>
          <p:cNvPr id="78" name="Picture 77" descr="109773908838964220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200" y="3190875"/>
            <a:ext cx="1752600" cy="175260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6115050" y="5019675"/>
            <a:ext cx="1866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Nick Padwick</a:t>
            </a:r>
          </a:p>
        </p:txBody>
      </p:sp>
      <p:pic>
        <p:nvPicPr>
          <p:cNvPr id="80" name="Picture 79" descr="814630171579011020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77200" y="3190875"/>
            <a:ext cx="1752600" cy="175260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8020050" y="5019675"/>
            <a:ext cx="1866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Carla Portugal</a:t>
            </a:r>
          </a:p>
        </p:txBody>
      </p:sp>
      <p:pic>
        <p:nvPicPr>
          <p:cNvPr id="82" name="Picture 81" descr="21295076610971742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5476875"/>
            <a:ext cx="1752600" cy="17526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00050" y="7305675"/>
            <a:ext cx="1866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Gerald Ramírez</a:t>
            </a:r>
          </a:p>
        </p:txBody>
      </p:sp>
      <p:pic>
        <p:nvPicPr>
          <p:cNvPr id="84" name="Picture 83" descr="6564019134853845018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62200" y="5476875"/>
            <a:ext cx="1752600" cy="175260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2305050" y="7305675"/>
            <a:ext cx="1866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Kavi Reddy</a:t>
            </a:r>
          </a:p>
        </p:txBody>
      </p:sp>
      <p:pic>
        <p:nvPicPr>
          <p:cNvPr id="86" name="Picture 85" descr="814067014227632296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7200" y="5476875"/>
            <a:ext cx="1752600" cy="175260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4210050" y="7305675"/>
            <a:ext cx="1866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Wesley Sander</a:t>
            </a:r>
          </a:p>
        </p:txBody>
      </p:sp>
      <p:pic>
        <p:nvPicPr>
          <p:cNvPr id="88" name="Picture 87" descr="2742905281549920501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72200" y="5476875"/>
            <a:ext cx="1752600" cy="175260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115050" y="7305675"/>
            <a:ext cx="1866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Isadora Schmidt</a:t>
            </a:r>
          </a:p>
        </p:txBody>
      </p:sp>
      <p:pic>
        <p:nvPicPr>
          <p:cNvPr id="90" name="Picture 89" descr="141314128224126194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77200" y="5476875"/>
            <a:ext cx="1752600" cy="175260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8020050" y="7305675"/>
            <a:ext cx="1866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Delvin Solkinson</a:t>
            </a:r>
          </a:p>
        </p:txBody>
      </p:sp>
      <p:pic>
        <p:nvPicPr>
          <p:cNvPr id="92" name="Picture 91" descr="2764287846493879171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7762875"/>
            <a:ext cx="1752600" cy="1752600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400050" y="9591675"/>
            <a:ext cx="1866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Tommy Tepper</a:t>
            </a:r>
          </a:p>
        </p:txBody>
      </p:sp>
      <p:pic>
        <p:nvPicPr>
          <p:cNvPr id="94" name="Picture 93" descr="5460806055309057312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362200" y="7762875"/>
            <a:ext cx="1752600" cy="1752600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305050" y="9591675"/>
            <a:ext cx="1866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Dora Tkalec</a:t>
            </a:r>
          </a:p>
        </p:txBody>
      </p:sp>
      <p:pic>
        <p:nvPicPr>
          <p:cNvPr id="96" name="Picture 95" descr="8543710325313956253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67200" y="7762875"/>
            <a:ext cx="1752600" cy="17526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4210050" y="9591675"/>
            <a:ext cx="1866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Ayşen Üstünay</a:t>
            </a:r>
          </a:p>
        </p:txBody>
      </p:sp>
      <p:pic>
        <p:nvPicPr>
          <p:cNvPr id="98" name="Picture 97" descr="5720588591210519269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72200" y="7762875"/>
            <a:ext cx="1752600" cy="175260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6115050" y="9591675"/>
            <a:ext cx="1866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Loida Vasquez</a:t>
            </a:r>
          </a:p>
        </p:txBody>
      </p:sp>
      <p:pic>
        <p:nvPicPr>
          <p:cNvPr id="100" name="Picture 99" descr="4416149382902067769.jp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77200" y="7762875"/>
            <a:ext cx="1752600" cy="175260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8020050" y="9591675"/>
            <a:ext cx="1866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130"/>
                </a:solidFill>
                <a:latin typeface="Source Sans 3"/>
              </a:rPr>
              <a:t>Casey Williams</a:t>
            </a:r>
          </a:p>
        </p:txBody>
      </p:sp>
      <p:pic>
        <p:nvPicPr>
          <p:cNvPr id="102" name="Picture 101" descr="soil-flatlay-border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0" y="9300046"/>
            <a:ext cx="10287000" cy="49676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