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(soil background): Ib Borup Pedersen, Brian Daubenspeck.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(sage background): Elena Kalli, Nick Padwick.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(dark background): Carla Ribeiro Machado e Portugal, Gerald Ramírez.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(soil background): Kavi Reddy, Wesley Sander.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(sage background): Isadora Schmidt, Delvin Solkinson.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(dark background): Tommy Tepper, Dora Tkalec.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(soil background): Ayşen Üstünay, Loida Vasquez.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(sage background): Casey Williams.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in one grid.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4.png"/><Relationship Id="rId5" Type="http://schemas.openxmlformats.org/officeDocument/2006/relationships/image" Target="../media/image15.jp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image" Target="../media/image27.jpg"/><Relationship Id="rId9" Type="http://schemas.openxmlformats.org/officeDocument/2006/relationships/image" Target="../media/image28.jpg"/><Relationship Id="rId10" Type="http://schemas.openxmlformats.org/officeDocument/2006/relationships/image" Target="../media/image29.jpg"/><Relationship Id="rId11" Type="http://schemas.openxmlformats.org/officeDocument/2006/relationships/image" Target="../media/image30.jpg"/><Relationship Id="rId12" Type="http://schemas.openxmlformats.org/officeDocument/2006/relationships/image" Target="../media/image31.jpg"/><Relationship Id="rId13" Type="http://schemas.openxmlformats.org/officeDocument/2006/relationships/image" Target="../media/image32.jpg"/><Relationship Id="rId14" Type="http://schemas.openxmlformats.org/officeDocument/2006/relationships/image" Target="../media/image33.jpg"/><Relationship Id="rId15" Type="http://schemas.openxmlformats.org/officeDocument/2006/relationships/image" Target="../media/image34.jpg"/><Relationship Id="rId16" Type="http://schemas.openxmlformats.org/officeDocument/2006/relationships/image" Target="../media/image35.jpg"/><Relationship Id="rId17" Type="http://schemas.openxmlformats.org/officeDocument/2006/relationships/image" Target="../media/image36.jpg"/><Relationship Id="rId1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6B4D45"/>
              </a:gs>
              <a:gs pos="100000">
                <a:srgbClr val="2F2120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ratched-paper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white-mushroom-cluster-so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-285750"/>
            <a:ext cx="3429000" cy="3421652"/>
          </a:xfrm>
          <a:prstGeom prst="rect">
            <a:avLst/>
          </a:prstGeom>
        </p:spPr>
      </p:pic>
      <p:pic>
        <p:nvPicPr>
          <p:cNvPr id="5" name="Picture 4" descr="white-tithonia-so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7250" y="8572500"/>
            <a:ext cx="4000500" cy="39890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8575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D39C48"/>
                </a:solidFill>
                <a:latin typeface="Montserrat"/>
              </a:rPr>
              <a:t>OCTOBER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2425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0" b="1" i="0">
                <a:solidFill>
                  <a:srgbClr val="F3F1EA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0" y="6191250"/>
            <a:ext cx="6667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E9DCC9"/>
                </a:solidFill>
                <a:latin typeface="Source Sans 3"/>
              </a:rPr>
              <a:t>Thank you to our instructors and education staff.</a:t>
            </a:r>
          </a:p>
        </p:txBody>
      </p:sp>
      <p:pic>
        <p:nvPicPr>
          <p:cNvPr id="9" name="Picture 8" descr="foundation-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0" y="7810500"/>
            <a:ext cx="2667000" cy="23977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10953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D39C48"/>
                </a:solidFill>
                <a:latin typeface="Montserrat"/>
              </a:rP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67880320726618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F3C88C">
                  <a:alpha val="25000"/>
                </a:srgbClr>
              </a:gs>
              <a:gs pos="100000">
                <a:srgbClr val="1E140F">
                  <a:alpha val="45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1714500"/>
            <a:ext cx="4667250" cy="466725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81625" y="2381250"/>
            <a:ext cx="4524375" cy="333375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5356753606780109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7375" y="3381375"/>
            <a:ext cx="4000500" cy="11056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1662F"/>
                </a:solidFill>
                <a:latin typeface="Montserrat"/>
              </a:rPr>
              <a:t>Ib Borup Pedersen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75" y="4506061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Farmer, Mentor &amp; Consultant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750" y="6572250"/>
            <a:ext cx="4667250" cy="466725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81625" y="7239000"/>
            <a:ext cx="4524375" cy="333375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574519920872638072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7375" y="8239125"/>
            <a:ext cx="4000500" cy="11056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7375" y="9363811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14" name="Picture 13" descr="pressed-sprig-c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0">
            <a:off x="8096250" y="5715000"/>
            <a:ext cx="2000250" cy="1573840"/>
          </a:xfrm>
          <a:prstGeom prst="rect">
            <a:avLst/>
          </a:prstGeom>
        </p:spPr>
      </p:pic>
      <p:pic>
        <p:nvPicPr>
          <p:cNvPr id="15" name="Picture 14" descr="foundation-logo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0" y="11334750"/>
            <a:ext cx="1333500" cy="11988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DCE3DA"/>
              </a:gs>
              <a:gs pos="100000">
                <a:srgbClr val="B1BCB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71701965771664874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7375" y="3381375"/>
            <a:ext cx="4000500" cy="60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75" y="4000868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School Administration Officer</a:t>
            </a:r>
          </a:p>
        </p:txBody>
      </p:sp>
      <p:pic>
        <p:nvPicPr>
          <p:cNvPr id="6" name="Picture 5" descr="8404659041463552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7375" y="8239125"/>
            <a:ext cx="4000500" cy="60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75" y="8858618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Farmer, Mentor &amp; Consultant</a:t>
            </a:r>
          </a:p>
        </p:txBody>
      </p:sp>
      <p:pic>
        <p:nvPicPr>
          <p:cNvPr id="9" name="Picture 8" descr="soil-flatlay-bor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11334750"/>
            <a:ext cx="1333500" cy="11988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6B4D45"/>
              </a:gs>
              <a:gs pos="100000">
                <a:srgbClr val="2F2120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ratched-paper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white-mushroom-cluster-so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-285750"/>
            <a:ext cx="3429000" cy="3421652"/>
          </a:xfrm>
          <a:prstGeom prst="rect">
            <a:avLst/>
          </a:prstGeom>
        </p:spPr>
      </p:pic>
      <p:pic>
        <p:nvPicPr>
          <p:cNvPr id="5" name="Picture 4" descr="white-tithonia-so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7250" y="8572500"/>
            <a:ext cx="4000500" cy="39890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1733550"/>
            <a:ext cx="4629150" cy="4629150"/>
          </a:xfrm>
          <a:prstGeom prst="rect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87192773346116065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7375" y="3381375"/>
            <a:ext cx="4000500" cy="1610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3F1EA"/>
                </a:solidFill>
                <a:latin typeface="Montserrat"/>
              </a:rPr>
              <a:t>Dr. Carla Ribeiro Machado e Portugal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75" y="501125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E9DCC9"/>
                </a:solidFill>
                <a:latin typeface="Source Sans 3"/>
              </a:rPr>
              <a:t>Mentor &amp; Science Lead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591300"/>
            <a:ext cx="4629150" cy="4629150"/>
          </a:xfrm>
          <a:prstGeom prst="rect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55924482056634970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7375" y="8239125"/>
            <a:ext cx="4000500" cy="60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3F1EA"/>
                </a:solidFill>
                <a:latin typeface="Montserrat"/>
              </a:rPr>
              <a:t>Gerald Ramírez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7375" y="8858618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E9DCC9"/>
                </a:solidFill>
                <a:latin typeface="Source Sans 3"/>
              </a:rPr>
              <a:t>Mentor</a:t>
            </a:r>
          </a:p>
        </p:txBody>
      </p:sp>
      <p:pic>
        <p:nvPicPr>
          <p:cNvPr id="14" name="Picture 13" descr="foundation-logo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0" y="11334750"/>
            <a:ext cx="1333500" cy="11988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67880320726618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F3C88C">
                  <a:alpha val="25000"/>
                </a:srgbClr>
              </a:gs>
              <a:gs pos="100000">
                <a:srgbClr val="1E140F">
                  <a:alpha val="45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1714500"/>
            <a:ext cx="4667250" cy="466725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81625" y="2381250"/>
            <a:ext cx="4524375" cy="333375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1809750"/>
            <a:ext cx="4476750" cy="4476750"/>
          </a:xfrm>
          <a:prstGeom prst="rect">
            <a:avLst/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268" y="2941289"/>
            <a:ext cx="2462212" cy="22136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7375" y="3381375"/>
            <a:ext cx="4000500" cy="60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1662F"/>
                </a:solidFill>
                <a:latin typeface="Montserrat"/>
              </a:rPr>
              <a:t>Kavi Reddy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75" y="4000868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Permaculture Instructor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50" y="6572250"/>
            <a:ext cx="4667250" cy="466725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81625" y="7239000"/>
            <a:ext cx="4524375" cy="333375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36312748185265176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7375" y="8239125"/>
            <a:ext cx="4000500" cy="60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1662F"/>
                </a:solidFill>
                <a:latin typeface="Montserrat"/>
              </a:rPr>
              <a:t>Wesley Sander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7375" y="8858618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15" name="Picture 14" descr="pressed-sprig-c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0">
            <a:off x="8096250" y="5715000"/>
            <a:ext cx="2000250" cy="1573840"/>
          </a:xfrm>
          <a:prstGeom prst="rect">
            <a:avLst/>
          </a:prstGeom>
        </p:spPr>
      </p:pic>
      <p:pic>
        <p:nvPicPr>
          <p:cNvPr id="16" name="Picture 15" descr="foundation-logo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0" y="11334750"/>
            <a:ext cx="1333500" cy="11988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DCE3DA"/>
              </a:gs>
              <a:gs pos="100000">
                <a:srgbClr val="B1BCB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4823681351784869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7375" y="3381375"/>
            <a:ext cx="4000500" cy="60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75" y="4000868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6" name="Picture 5" descr="128647088936477139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7375" y="8239125"/>
            <a:ext cx="4000500" cy="60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75" y="8858618"/>
            <a:ext cx="4000500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Graham Bell Legacy PDC Permaculture Lead Instructor</a:t>
            </a:r>
          </a:p>
        </p:txBody>
      </p:sp>
      <p:pic>
        <p:nvPicPr>
          <p:cNvPr id="9" name="Picture 8" descr="soil-flatlay-bor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11334750"/>
            <a:ext cx="1333500" cy="11988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6B4D45"/>
              </a:gs>
              <a:gs pos="100000">
                <a:srgbClr val="2F2120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ratched-paper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white-mushroom-cluster-so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-285750"/>
            <a:ext cx="3429000" cy="3421652"/>
          </a:xfrm>
          <a:prstGeom prst="rect">
            <a:avLst/>
          </a:prstGeom>
        </p:spPr>
      </p:pic>
      <p:pic>
        <p:nvPicPr>
          <p:cNvPr id="5" name="Picture 4" descr="white-tithonia-so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7250" y="8572500"/>
            <a:ext cx="4000500" cy="39890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1733550"/>
            <a:ext cx="4629150" cy="4629150"/>
          </a:xfrm>
          <a:prstGeom prst="rect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49173921363507768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7375" y="3381375"/>
            <a:ext cx="4000500" cy="60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3F1EA"/>
                </a:solidFill>
                <a:latin typeface="Montserrat"/>
              </a:rPr>
              <a:t>Tommy Tepper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75" y="4000868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E9DCC9"/>
                </a:solidFill>
                <a:latin typeface="Source Sans 3"/>
              </a:rPr>
              <a:t>Education Department Director &amp; Mentor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591300"/>
            <a:ext cx="4629150" cy="4629150"/>
          </a:xfrm>
          <a:prstGeom prst="rect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410259926426645504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7375" y="8239125"/>
            <a:ext cx="4000500" cy="60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3F1EA"/>
                </a:solidFill>
                <a:latin typeface="Montserrat"/>
              </a:rPr>
              <a:t>Dora Tkalec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7375" y="8858618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E9DCC9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14" name="Picture 13" descr="foundation-logo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0" y="11334750"/>
            <a:ext cx="1333500" cy="11988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67880320726618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F3C88C">
                  <a:alpha val="25000"/>
                </a:srgbClr>
              </a:gs>
              <a:gs pos="100000">
                <a:srgbClr val="1E140F">
                  <a:alpha val="45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1714500"/>
            <a:ext cx="4667250" cy="466725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81625" y="2381250"/>
            <a:ext cx="4524375" cy="333375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496716794484613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7375" y="3381375"/>
            <a:ext cx="4000500" cy="60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1662F"/>
                </a:solidFill>
                <a:latin typeface="Montserrat"/>
              </a:rPr>
              <a:t>Ayşen Üstünay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75" y="4000868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750" y="6572250"/>
            <a:ext cx="4667250" cy="466725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81625" y="7239000"/>
            <a:ext cx="4524375" cy="333375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61901364433889054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7375" y="8239125"/>
            <a:ext cx="4000500" cy="60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7375" y="8858618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14" name="Picture 13" descr="pressed-sprig-c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0">
            <a:off x="8096250" y="5715000"/>
            <a:ext cx="2000250" cy="1573840"/>
          </a:xfrm>
          <a:prstGeom prst="rect">
            <a:avLst/>
          </a:prstGeom>
        </p:spPr>
      </p:pic>
      <p:pic>
        <p:nvPicPr>
          <p:cNvPr id="15" name="Picture 14" descr="foundation-logo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0" y="11334750"/>
            <a:ext cx="1333500" cy="11988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DCE3DA"/>
              </a:gs>
              <a:gs pos="100000">
                <a:srgbClr val="B1BCB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41024357299246043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7375" y="3381375"/>
            <a:ext cx="4000500" cy="600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75" y="4000868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762750"/>
            <a:ext cx="8763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31662F"/>
                </a:solidFill>
                <a:latin typeface="Montserrat"/>
              </a:rPr>
              <a:t>Thank you to all our instructors and education staff.</a:t>
            </a:r>
          </a:p>
        </p:txBody>
      </p:sp>
      <p:pic>
        <p:nvPicPr>
          <p:cNvPr id="7" name="Picture 6" descr="soil-flatlay-bor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  <p:pic>
        <p:nvPicPr>
          <p:cNvPr id="8" name="Picture 7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11334750"/>
            <a:ext cx="1333500" cy="11988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DCE3DA"/>
              </a:gs>
              <a:gs pos="100000">
                <a:srgbClr val="B1BCB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4" name="Picture 3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050" y="952500"/>
            <a:ext cx="1428750" cy="1284528"/>
          </a:xfrm>
          <a:prstGeom prst="rect">
            <a:avLst/>
          </a:prstGeom>
        </p:spPr>
      </p:pic>
      <p:pic>
        <p:nvPicPr>
          <p:cNvPr id="5" name="Picture 4" descr="142779874221786114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57500"/>
            <a:ext cx="1798320" cy="1798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12970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7" name="Picture 6" descr="102960249727265338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0770" y="2857500"/>
            <a:ext cx="1798320" cy="1798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50770" y="4712970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9" name="Picture 8" descr="852297551912234644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340" y="2857500"/>
            <a:ext cx="1798320" cy="1798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44340" y="4712970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Elena Kalli</a:t>
            </a:r>
          </a:p>
        </p:txBody>
      </p:sp>
      <p:pic>
        <p:nvPicPr>
          <p:cNvPr id="11" name="Picture 10" descr="714920105321380301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7910" y="2857500"/>
            <a:ext cx="1798320" cy="1798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37910" y="4712970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Nick Padwick</a:t>
            </a:r>
          </a:p>
        </p:txBody>
      </p:sp>
      <p:pic>
        <p:nvPicPr>
          <p:cNvPr id="13" name="Picture 12" descr="465870591602335306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1480" y="2857500"/>
            <a:ext cx="1798320" cy="1798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31480" y="4712970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Carla Portugal</a:t>
            </a:r>
          </a:p>
        </p:txBody>
      </p:sp>
      <p:pic>
        <p:nvPicPr>
          <p:cNvPr id="15" name="Picture 14" descr="675522298664305631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132070"/>
            <a:ext cx="1798320" cy="1798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6987539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Gerald Ramírez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0770" y="5132070"/>
            <a:ext cx="1798320" cy="1798320"/>
          </a:xfrm>
          <a:prstGeom prst="rect">
            <a:avLst/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392" y="5586611"/>
            <a:ext cx="989076" cy="8892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50770" y="6987539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Kavi Reddy</a:t>
            </a:r>
          </a:p>
        </p:txBody>
      </p:sp>
      <p:pic>
        <p:nvPicPr>
          <p:cNvPr id="20" name="Picture 19" descr="238255892728417181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4340" y="5132070"/>
            <a:ext cx="1798320" cy="1798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44340" y="6987539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Wesley Sander</a:t>
            </a:r>
          </a:p>
        </p:txBody>
      </p:sp>
      <p:pic>
        <p:nvPicPr>
          <p:cNvPr id="22" name="Picture 21" descr="281415535241418552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7910" y="5132070"/>
            <a:ext cx="1798320" cy="1798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37910" y="6987539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Isadora Schmidt</a:t>
            </a:r>
          </a:p>
        </p:txBody>
      </p:sp>
      <p:pic>
        <p:nvPicPr>
          <p:cNvPr id="24" name="Picture 23" descr="3305902334796291447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1480" y="5132070"/>
            <a:ext cx="1798320" cy="1798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31480" y="6987539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Delvin Solkinson</a:t>
            </a:r>
          </a:p>
        </p:txBody>
      </p:sp>
      <p:pic>
        <p:nvPicPr>
          <p:cNvPr id="26" name="Picture 25" descr="405798561524746604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7406640"/>
            <a:ext cx="1798320" cy="1798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7200" y="9262110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Tommy Tepper</a:t>
            </a:r>
          </a:p>
        </p:txBody>
      </p:sp>
      <p:pic>
        <p:nvPicPr>
          <p:cNvPr id="28" name="Picture 27" descr="2536352862654066689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50770" y="7406640"/>
            <a:ext cx="1798320" cy="1798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350770" y="9262110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Dora Tkalec</a:t>
            </a:r>
          </a:p>
        </p:txBody>
      </p:sp>
      <p:pic>
        <p:nvPicPr>
          <p:cNvPr id="30" name="Picture 29" descr="7188791833109304627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44340" y="7406640"/>
            <a:ext cx="1798320" cy="1798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244340" y="9262110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Ayşen Üstünay</a:t>
            </a:r>
          </a:p>
        </p:txBody>
      </p:sp>
      <p:pic>
        <p:nvPicPr>
          <p:cNvPr id="32" name="Picture 31" descr="2489094779929071613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7910" y="7406640"/>
            <a:ext cx="1798320" cy="1798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37910" y="9262110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Loida Vasquez</a:t>
            </a:r>
          </a:p>
        </p:txBody>
      </p:sp>
      <p:pic>
        <p:nvPicPr>
          <p:cNvPr id="34" name="Picture 33" descr="1813674694300433523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31480" y="7406640"/>
            <a:ext cx="1798320" cy="1798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031480" y="9262110"/>
            <a:ext cx="1798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3130"/>
                </a:solidFill>
                <a:latin typeface="Source Sans 3"/>
              </a:rPr>
              <a:t>Casey Williams</a:t>
            </a:r>
          </a:p>
        </p:txBody>
      </p:sp>
      <p:pic>
        <p:nvPicPr>
          <p:cNvPr id="36" name="Picture 35" descr="soil-flatlay-borde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