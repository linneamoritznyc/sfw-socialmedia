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Ib Borup Pedersen, Brian Daubenspeck.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Elena Kalli, Nick Padwick.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(dark background): Carla Ribeiro Machado e Portugal, Gerald Ramírez.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Kavi Reddy, Wesley Sander.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Isadora Schmidt, Delvin Solkinson.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(dark background): Tommy Tepper, Dora Tkalec.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(soil background): Ayşen Üstünay, Loida Vasquez.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(sage background): Casey Williams.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one grid. Photos: Linnea's Drive folder (5 Oct 2026). Compost: assets/photo/hand-of-compost.jpg. Soil strip: Replicate flat-lay, assets/collage/cutouts/soil-flatlay-border.png. Pressed sprig: Evie S. on Unsplash.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3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Relationship Id="rId4" Type="http://schemas.openxmlformats.org/officeDocument/2006/relationships/image" Target="../media/image2.png"/><Relationship Id="rId5" Type="http://schemas.openxmlformats.org/officeDocument/2006/relationships/image" Target="../media/image16.jp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3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3.jp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Relationship Id="rId17" Type="http://schemas.openxmlformats.org/officeDocument/2006/relationships/image" Target="../media/image37.jpg"/><Relationship Id="rId18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atched-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2981325" y="220027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5-Point Star 68"/>
          <p:cNvSpPr/>
          <p:nvPr/>
        </p:nvSpPr>
        <p:spPr>
          <a:xfrm>
            <a:off x="6981825" y="2200275"/>
            <a:ext cx="323850" cy="323850"/>
          </a:xfrm>
          <a:prstGeom prst="star5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2000" y="214312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2714625"/>
            <a:ext cx="8763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5191125"/>
            <a:ext cx="6477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Thank you to our instructors and education staff.</a:t>
            </a:r>
          </a:p>
        </p:txBody>
      </p:sp>
      <p:sp>
        <p:nvSpPr>
          <p:cNvPr id="73" name="Oval 72"/>
          <p:cNvSpPr/>
          <p:nvPr/>
        </p:nvSpPr>
        <p:spPr>
          <a:xfrm>
            <a:off x="1214437" y="6096000"/>
            <a:ext cx="1190625" cy="1452562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476375" y="6328410"/>
            <a:ext cx="142875" cy="290512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724025" y="7510462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809750" y="7643812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828673" y="7700962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846842" y="7758112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863532" y="7815262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878078" y="7872412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889900" y="7929562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898526" y="7986712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3614" y="8043862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02508" y="8101012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896360" y="8158162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86759" y="8215312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74087" y="8272462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58851" y="8329612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841657" y="8386762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823191" y="8443912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804189" y="8501062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785409" y="8558212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67599" y="8615362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751470" y="8672512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1737664" y="8729662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1726732" y="8786812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719109" y="8843962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1715100" y="8901112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714865" y="8958262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1714865" y="9015412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718412" y="9072562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1725600" y="9129712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736144" y="9186862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1749621" y="9244012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1765496" y="9301162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1783135" y="9358312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1801835" y="9415462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1820851" y="9472612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839424" y="9529762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1856814" y="9586912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1872327" y="9644062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1885346" y="9701212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895351" y="9758362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1901944" y="9815512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903986" y="9872662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899354" y="9929812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1891150" y="9986962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1879701" y="10044112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1865463" y="10101262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1849004" y="10158412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1830980" y="10215562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1812109" y="10272712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793145" y="10329862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774842" y="10387012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757931" y="10444162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743086" y="10501312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730899" y="10558462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721855" y="10615612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716315" y="10672762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714500" y="10729912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714500" y="10787062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16483" y="10844212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722183" y="10901362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731375" y="10958512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743691" y="11015662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758641" y="11072812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775628" y="11129962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93976" y="11187112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812952" y="11244262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831801" y="11301412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49770" y="11358562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866145" y="11415712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880270" y="11472862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57187" y="5619750"/>
            <a:ext cx="1285875" cy="1568767"/>
          </a:xfrm>
          <a:prstGeom prst="ellipse">
            <a:avLst/>
          </a:prstGeom>
          <a:solidFill>
            <a:srgbClr val="654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40079" y="5870752"/>
            <a:ext cx="154305" cy="31375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914400" y="715041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654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00125" y="728376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019048" y="734091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037217" y="739806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53907" y="745521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68453" y="751236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080275" y="756951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088901" y="762666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093989" y="768381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092883" y="774096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086735" y="779811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077134" y="785526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064462" y="791241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9226" y="796956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032032" y="802671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013566" y="808386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994564" y="814101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975784" y="819816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957974" y="825531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941845" y="831246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928039" y="836961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917107" y="842676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09484" y="848391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905475" y="854106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905240" y="859821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905240" y="865536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908787" y="871251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915975" y="876966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926519" y="882681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939996" y="888396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55871" y="894111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973510" y="899826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992210" y="905541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11226" y="911256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029799" y="916971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47189" y="922686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062702" y="928401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075721" y="934116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085726" y="939831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092319" y="945546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094361" y="951261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089729" y="956976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081525" y="962691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070076" y="968406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055838" y="974121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039379" y="979836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021355" y="985551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002484" y="991266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983520" y="996981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965217" y="1002696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948306" y="1008411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933461" y="1014126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921274" y="1019841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912230" y="1025556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906690" y="1031271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904875" y="1036986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904875" y="1042701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906858" y="1048416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912558" y="10541317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921750" y="10598467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934066" y="10655617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949016" y="10712767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966003" y="10769917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984351" y="10827067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1003327" y="10884217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1022176" y="10941367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1040145" y="10998517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1056520" y="11055667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1070645" y="11112817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1081960" y="11169967"/>
            <a:ext cx="27101" cy="57150"/>
          </a:xfrm>
          <a:custGeom>
            <a:avLst/>
            <a:gdLst/>
            <a:ahLst/>
            <a:cxnLst/>
            <a:rect l="l" t="t" r="r" b="b"/>
            <a:pathLst>
              <a:path w="27102" h="57150">
                <a:moveTo>
                  <a:pt x="0" y="0"/>
                </a:moveTo>
                <a:lnTo>
                  <a:pt x="8052" y="57150"/>
                </a:lnTo>
                <a:lnTo>
                  <a:pt x="2710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1090012" y="11227117"/>
            <a:ext cx="23518" cy="57150"/>
          </a:xfrm>
          <a:custGeom>
            <a:avLst/>
            <a:gdLst/>
            <a:ahLst/>
            <a:cxnLst/>
            <a:rect l="l" t="t" r="r" b="b"/>
            <a:pathLst>
              <a:path w="23518" h="57150">
                <a:moveTo>
                  <a:pt x="0" y="0"/>
                </a:moveTo>
                <a:lnTo>
                  <a:pt x="4468" y="57150"/>
                </a:lnTo>
                <a:lnTo>
                  <a:pt x="2351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094480" y="11284267"/>
            <a:ext cx="19756" cy="57150"/>
          </a:xfrm>
          <a:custGeom>
            <a:avLst/>
            <a:gdLst/>
            <a:ahLst/>
            <a:cxnLst/>
            <a:rect l="l" t="t" r="r" b="b"/>
            <a:pathLst>
              <a:path w="19757" h="57150">
                <a:moveTo>
                  <a:pt x="0" y="0"/>
                </a:moveTo>
                <a:lnTo>
                  <a:pt x="707" y="57150"/>
                </a:lnTo>
                <a:lnTo>
                  <a:pt x="1975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092103" y="11341417"/>
            <a:ext cx="22133" cy="57150"/>
          </a:xfrm>
          <a:custGeom>
            <a:avLst/>
            <a:gdLst/>
            <a:ahLst/>
            <a:cxnLst/>
            <a:rect l="l" t="t" r="r" b="b"/>
            <a:pathLst>
              <a:path w="22134" h="57150">
                <a:moveTo>
                  <a:pt x="308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213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085353" y="11398567"/>
            <a:ext cx="25800" cy="57150"/>
          </a:xfrm>
          <a:custGeom>
            <a:avLst/>
            <a:gdLst/>
            <a:ahLst/>
            <a:cxnLst/>
            <a:rect l="l" t="t" r="r" b="b"/>
            <a:pathLst>
              <a:path w="25800" h="57150">
                <a:moveTo>
                  <a:pt x="675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80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075206" y="11455717"/>
            <a:ext cx="29197" cy="57150"/>
          </a:xfrm>
          <a:custGeom>
            <a:avLst/>
            <a:gdLst/>
            <a:ahLst/>
            <a:cxnLst/>
            <a:rect l="l" t="t" r="r" b="b"/>
            <a:pathLst>
              <a:path w="29197" h="57150">
                <a:moveTo>
                  <a:pt x="1014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19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81062" y="6858000"/>
            <a:ext cx="1095375" cy="1336357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122045" y="7071817"/>
            <a:ext cx="131445" cy="267271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343025" y="815625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428750" y="828960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447673" y="834675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465842" y="840390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482532" y="846105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497078" y="851820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508900" y="857535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517526" y="863250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522614" y="868965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521508" y="874680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515360" y="880395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505759" y="886110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1493087" y="891825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1477851" y="897540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1460657" y="903255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1442191" y="908970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1423189" y="914685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1404409" y="920400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1386599" y="926115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1370470" y="931830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1356664" y="937545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1345732" y="943260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1338109" y="948975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1334100" y="954690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1333865" y="960405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1333865" y="966120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337412" y="971835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344600" y="977550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355144" y="983265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368621" y="988980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384496" y="994695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1402135" y="1000410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1420835" y="1006125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1439851" y="1011840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1458424" y="1017555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1475814" y="1023270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1491327" y="1028985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1504346" y="1034700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1514351" y="1040415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1520944" y="1046130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1522986" y="1051845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1518354" y="1057560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1510150" y="1063275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1498701" y="1068990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1484463" y="1074705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1468004" y="1080420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1449980" y="1086135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1431109" y="1091850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1412145" y="1097565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1393842" y="1103280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1376931" y="1108995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1362086" y="1114710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1349899" y="1120425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1340855" y="1126140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1335315" y="1131855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333500" y="1137570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333500" y="1143285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1335483" y="1149000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7881937" y="6096000"/>
            <a:ext cx="1190625" cy="1452562"/>
          </a:xfrm>
          <a:prstGeom prst="ellipse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8143875" y="6328410"/>
            <a:ext cx="142875" cy="290512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8391525" y="7510462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8477250" y="7643812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8496173" y="7700962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8514342" y="7758112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8531032" y="7815262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8545578" y="7872412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8557400" y="7929562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8566026" y="7986712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8571114" y="8043862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8570008" y="8101012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8563860" y="8158162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8554259" y="8215312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8541587" y="8272462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8526351" y="8329612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8509157" y="8386762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8490691" y="8443912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8471689" y="8501062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8452909" y="8558212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8435099" y="8615362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8418970" y="8672512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8405164" y="8729662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8394232" y="8786812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386609" y="8843962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382600" y="8901112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382365" y="8958262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382365" y="9015412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385912" y="9072562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393100" y="9129712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403644" y="9186862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417121" y="9244012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432996" y="9301162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450635" y="9358312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469335" y="9415462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488351" y="9472612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506924" y="9529762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524314" y="9586912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539827" y="9644062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552846" y="9701212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562851" y="9758362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569444" y="9815512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571486" y="9872662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566854" y="9929812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558650" y="9986962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547201" y="10044112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532963" y="10101262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516504" y="10158412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498480" y="10215562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479609" y="10272712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460645" y="10329862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442342" y="10387012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425431" y="10444162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410586" y="10501312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398399" y="10558462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389355" y="10615612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383815" y="10672762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382000" y="10729912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382000" y="10787062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383983" y="10844212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389683" y="10901362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398875" y="10958512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411191" y="11015662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426141" y="11072812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443128" y="11129962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461476" y="11187112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480452" y="11244262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499301" y="11301412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517270" y="11358562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533645" y="11415712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547770" y="11472862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8643937" y="5619750"/>
            <a:ext cx="1285875" cy="1568767"/>
          </a:xfrm>
          <a:prstGeom prst="ellipse">
            <a:avLst/>
          </a:prstGeom>
          <a:solidFill>
            <a:srgbClr val="4B7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8926830" y="5870752"/>
            <a:ext cx="154305" cy="31375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9201150" y="715041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4B7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9286875" y="728376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9305798" y="734091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9323967" y="739806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9340657" y="745521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9355203" y="751236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9367025" y="756951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9375651" y="762666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9380739" y="768381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9379633" y="774096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9373485" y="779811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9363884" y="785526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9351212" y="791241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9335976" y="796956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9318782" y="802671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9300316" y="808386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9281314" y="814101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9262534" y="819816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9244724" y="825531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9228595" y="831246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9214789" y="836961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9203857" y="842676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9196234" y="848391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9192225" y="854106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9191990" y="859821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9191990" y="865536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9195537" y="871251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9202725" y="876966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9213269" y="882681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9226746" y="888396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9242621" y="894111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9260260" y="899826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9278960" y="905541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9297976" y="911256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9316549" y="916971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9333939" y="922686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9349452" y="928401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9362471" y="934116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9372476" y="939831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9379069" y="945546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9381111" y="951261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9376479" y="956976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9368275" y="962691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9356826" y="968406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9342588" y="974121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9326129" y="979836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9308105" y="985551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9289234" y="991266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9270270" y="996981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9251967" y="1002696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9235056" y="1008411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9220211" y="1014126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9208024" y="1019841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9198980" y="1025556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9193440" y="1031271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9191625" y="1036986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9191625" y="1042701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9193608" y="1048416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9199308" y="10541317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9208500" y="10598467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9220816" y="10655617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9235766" y="10712767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9252753" y="10769917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9271101" y="10827067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9290077" y="10884217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9308926" y="10941367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9326895" y="10998517"/>
            <a:ext cx="35424" cy="57150"/>
          </a:xfrm>
          <a:custGeom>
            <a:avLst/>
            <a:gdLst/>
            <a:ahLst/>
            <a:cxnLst/>
            <a:rect l="l" t="t" r="r" b="b"/>
            <a:pathLst>
              <a:path w="35425" h="57150">
                <a:moveTo>
                  <a:pt x="0" y="0"/>
                </a:moveTo>
                <a:lnTo>
                  <a:pt x="16375" y="57150"/>
                </a:lnTo>
                <a:lnTo>
                  <a:pt x="354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9343270" y="11055667"/>
            <a:ext cx="33175" cy="57150"/>
          </a:xfrm>
          <a:custGeom>
            <a:avLst/>
            <a:gdLst/>
            <a:ahLst/>
            <a:cxnLst/>
            <a:rect l="l" t="t" r="r" b="b"/>
            <a:pathLst>
              <a:path w="33175" h="57150">
                <a:moveTo>
                  <a:pt x="0" y="0"/>
                </a:moveTo>
                <a:lnTo>
                  <a:pt x="14125" y="57150"/>
                </a:lnTo>
                <a:lnTo>
                  <a:pt x="3317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9357395" y="11112817"/>
            <a:ext cx="30364" cy="57150"/>
          </a:xfrm>
          <a:custGeom>
            <a:avLst/>
            <a:gdLst/>
            <a:ahLst/>
            <a:cxnLst/>
            <a:rect l="l" t="t" r="r" b="b"/>
            <a:pathLst>
              <a:path w="30365" h="57150">
                <a:moveTo>
                  <a:pt x="0" y="0"/>
                </a:moveTo>
                <a:lnTo>
                  <a:pt x="11315" y="57150"/>
                </a:lnTo>
                <a:lnTo>
                  <a:pt x="3036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9368710" y="11169967"/>
            <a:ext cx="27101" cy="57150"/>
          </a:xfrm>
          <a:custGeom>
            <a:avLst/>
            <a:gdLst/>
            <a:ahLst/>
            <a:cxnLst/>
            <a:rect l="l" t="t" r="r" b="b"/>
            <a:pathLst>
              <a:path w="27102" h="57150">
                <a:moveTo>
                  <a:pt x="0" y="0"/>
                </a:moveTo>
                <a:lnTo>
                  <a:pt x="8052" y="57150"/>
                </a:lnTo>
                <a:lnTo>
                  <a:pt x="2710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9376762" y="11227117"/>
            <a:ext cx="23518" cy="57150"/>
          </a:xfrm>
          <a:custGeom>
            <a:avLst/>
            <a:gdLst/>
            <a:ahLst/>
            <a:cxnLst/>
            <a:rect l="l" t="t" r="r" b="b"/>
            <a:pathLst>
              <a:path w="23518" h="57150">
                <a:moveTo>
                  <a:pt x="0" y="0"/>
                </a:moveTo>
                <a:lnTo>
                  <a:pt x="4468" y="57150"/>
                </a:lnTo>
                <a:lnTo>
                  <a:pt x="2351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9381230" y="11284267"/>
            <a:ext cx="19756" cy="57150"/>
          </a:xfrm>
          <a:custGeom>
            <a:avLst/>
            <a:gdLst/>
            <a:ahLst/>
            <a:cxnLst/>
            <a:rect l="l" t="t" r="r" b="b"/>
            <a:pathLst>
              <a:path w="19757" h="57150">
                <a:moveTo>
                  <a:pt x="0" y="0"/>
                </a:moveTo>
                <a:lnTo>
                  <a:pt x="707" y="57150"/>
                </a:lnTo>
                <a:lnTo>
                  <a:pt x="1975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9378853" y="11341417"/>
            <a:ext cx="22133" cy="57150"/>
          </a:xfrm>
          <a:custGeom>
            <a:avLst/>
            <a:gdLst/>
            <a:ahLst/>
            <a:cxnLst/>
            <a:rect l="l" t="t" r="r" b="b"/>
            <a:pathLst>
              <a:path w="22134" h="57150">
                <a:moveTo>
                  <a:pt x="308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213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9372103" y="11398567"/>
            <a:ext cx="25800" cy="57150"/>
          </a:xfrm>
          <a:custGeom>
            <a:avLst/>
            <a:gdLst/>
            <a:ahLst/>
            <a:cxnLst/>
            <a:rect l="l" t="t" r="r" b="b"/>
            <a:pathLst>
              <a:path w="25800" h="57150">
                <a:moveTo>
                  <a:pt x="675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80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9361956" y="11455717"/>
            <a:ext cx="29197" cy="57150"/>
          </a:xfrm>
          <a:custGeom>
            <a:avLst/>
            <a:gdLst/>
            <a:ahLst/>
            <a:cxnLst/>
            <a:rect l="l" t="t" r="r" b="b"/>
            <a:pathLst>
              <a:path w="29197" h="57150">
                <a:moveTo>
                  <a:pt x="1014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19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8310562" y="6858000"/>
            <a:ext cx="1095375" cy="1336357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8551545" y="7071817"/>
            <a:ext cx="131445" cy="267271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8772525" y="8156257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8858250" y="8289607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8877173" y="8346757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8895342" y="8403907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8912032" y="8461057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8926578" y="8518207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8938400" y="8575357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8947026" y="8632507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8952114" y="8689657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8951008" y="8746807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8944860" y="8803957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8935259" y="8861107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8922587" y="8918257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8907351" y="8975407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8890157" y="9032557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8871691" y="9089707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8852689" y="9146857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8833909" y="9204007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8816099" y="9261157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8799970" y="9318307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8786164" y="9375457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8775232" y="9432607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8767609" y="9489757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8763600" y="9546907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8763365" y="9604057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8763365" y="9661207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8766912" y="9718357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8774100" y="9775507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8784644" y="9832657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8798121" y="9889807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8813996" y="9946957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8831635" y="10004107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8850335" y="10061257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8869351" y="10118407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8887924" y="10175557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8905314" y="10232707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8920827" y="10289857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8933846" y="10347007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8943851" y="10404157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8950444" y="10461307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8952486" y="10518457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8947854" y="10575607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8939650" y="10632757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8928201" y="10689907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8913963" y="10747057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8897504" y="10804207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8879480" y="10861357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8860609" y="10918507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8841645" y="10975657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8823342" y="11032807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8806431" y="11089957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8791586" y="11147107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8779399" y="11204257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8770355" y="11261407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8764815" y="11318557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8763000" y="11375707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8763000" y="11432857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8764983" y="11490007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9" name="Picture 488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625" y="6572250"/>
            <a:ext cx="2571750" cy="2312152"/>
          </a:xfrm>
          <a:prstGeom prst="rect">
            <a:avLst/>
          </a:prstGeom>
        </p:spPr>
      </p:pic>
      <p:sp>
        <p:nvSpPr>
          <p:cNvPr id="490" name="TextBox 489"/>
          <p:cNvSpPr txBox="1"/>
          <p:nvPr/>
        </p:nvSpPr>
        <p:spPr>
          <a:xfrm>
            <a:off x="762000" y="9144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  <p:pic>
        <p:nvPicPr>
          <p:cNvPr id="491" name="Picture 490" descr="soil-flatlay-bor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0046"/>
            <a:ext cx="10287000" cy="49676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144961148714065241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67375" y="3381375"/>
            <a:ext cx="4000500" cy="110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7375" y="4506061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Mentor &amp; Consultant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6644956368550304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667375" y="8239125"/>
            <a:ext cx="4000500" cy="110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7375" y="9363811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9" name="Picture 78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0" name="Picture 7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4500352940502050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3" name="Picture 72" descr="176506003544193067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Mentor &amp; Consultant</a:t>
            </a:r>
          </a:p>
        </p:txBody>
      </p:sp>
      <p:pic>
        <p:nvPicPr>
          <p:cNvPr id="76" name="Picture 75" descr="soil-flatlay-bor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7" name="Picture 76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6B4D45"/>
              </a:gs>
              <a:gs pos="100000">
                <a:srgbClr val="2F2120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atched-paper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mushroom-cluster-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-285750"/>
            <a:ext cx="3429000" cy="3421652"/>
          </a:xfrm>
          <a:prstGeom prst="rect">
            <a:avLst/>
          </a:prstGeom>
        </p:spPr>
      </p:pic>
      <p:pic>
        <p:nvPicPr>
          <p:cNvPr id="5" name="Picture 4" descr="white-tithonia-so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57250" y="8572500"/>
            <a:ext cx="4000500" cy="3989070"/>
          </a:xfrm>
          <a:prstGeom prst="rect">
            <a:avLst/>
          </a:prstGeom>
        </p:spPr>
      </p:pic>
      <p:sp>
        <p:nvSpPr>
          <p:cNvPr id="6" name="Freeform 5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" y="173355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222882074123566903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67375" y="3381375"/>
            <a:ext cx="4000500" cy="1610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7375" y="5011255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 &amp; Science Lead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659130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814205204255018654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Gerald Ramírez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</a:t>
            </a:r>
          </a:p>
        </p:txBody>
      </p:sp>
      <p:pic>
        <p:nvPicPr>
          <p:cNvPr id="81" name="Picture 80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2000" y="1809750"/>
            <a:ext cx="4476750" cy="4476750"/>
          </a:xfrm>
          <a:prstGeom prst="rect">
            <a:avLst/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268" y="2941289"/>
            <a:ext cx="2462212" cy="2213671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Kavi Reddy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Permaculture Instructor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489082484273105441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80" name="Picture 79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1" name="Picture 80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85758508556148379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73" name="Picture 72" descr="630193951598173849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7375" y="8858618"/>
            <a:ext cx="40005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333130"/>
                </a:solidFill>
                <a:latin typeface="Source Sans 3"/>
              </a:rPr>
              <a:t>Graham Bell Legacy PDC Permaculture Lead Instructor</a:t>
            </a:r>
          </a:p>
        </p:txBody>
      </p:sp>
      <p:pic>
        <p:nvPicPr>
          <p:cNvPr id="76" name="Picture 75" descr="soil-flatlay-bor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7" name="Picture 76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6B4D45"/>
              </a:gs>
              <a:gs pos="100000">
                <a:srgbClr val="2F2120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atched-paper-on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white-mushroom-cluster-so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-285750"/>
            <a:ext cx="3429000" cy="3421652"/>
          </a:xfrm>
          <a:prstGeom prst="rect">
            <a:avLst/>
          </a:prstGeom>
        </p:spPr>
      </p:pic>
      <p:pic>
        <p:nvPicPr>
          <p:cNvPr id="5" name="Picture 4" descr="white-tithonia-so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57250" y="8572500"/>
            <a:ext cx="4000500" cy="3989070"/>
          </a:xfrm>
          <a:prstGeom prst="rect">
            <a:avLst/>
          </a:prstGeom>
        </p:spPr>
      </p:pic>
      <p:sp>
        <p:nvSpPr>
          <p:cNvPr id="6" name="Freeform 5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5800" y="173355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21540087253345239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Tommy Tepper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7375" y="400086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Education Department Director &amp; Mentor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5800" y="6591300"/>
            <a:ext cx="4629150" cy="4629150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579088038225138019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3F1EA"/>
                </a:solidFill>
                <a:latin typeface="Montserrat"/>
              </a:rPr>
              <a:t>Dora Tkalec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7375" y="885861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E9DCC9"/>
                </a:solidFill>
                <a:latin typeface="Source Sans 3"/>
              </a:rPr>
              <a:t>Mentor &amp; Consultant</a:t>
            </a:r>
          </a:p>
        </p:txBody>
      </p:sp>
      <p:pic>
        <p:nvPicPr>
          <p:cNvPr id="81" name="Picture 80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post-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F3C88C">
                  <a:alpha val="25000"/>
                </a:srgbClr>
              </a:gs>
              <a:gs pos="100000">
                <a:srgbClr val="1E140F">
                  <a:alpha val="45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8650" y="167640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50027516426514566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8650" y="6534150"/>
            <a:ext cx="9029700" cy="474345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516506861220373072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667500"/>
            <a:ext cx="4476750" cy="447675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667375" y="823912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7375" y="8858618"/>
            <a:ext cx="40005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 &amp; Mentor</a:t>
            </a:r>
          </a:p>
        </p:txBody>
      </p:sp>
      <p:pic>
        <p:nvPicPr>
          <p:cNvPr id="79" name="Picture 78" descr="pressed-sprig-c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0">
            <a:off x="8096250" y="5715000"/>
            <a:ext cx="2000250" cy="1573840"/>
          </a:xfrm>
          <a:prstGeom prst="rect">
            <a:avLst/>
          </a:prstGeom>
        </p:spPr>
      </p:pic>
      <p:pic>
        <p:nvPicPr>
          <p:cNvPr id="80" name="Picture 79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29726807023810987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09750"/>
            <a:ext cx="4476750" cy="447675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667375" y="3381375"/>
            <a:ext cx="4000500" cy="600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7375" y="4000868"/>
            <a:ext cx="40005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Mentor &amp; Consultant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6762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31662F"/>
                </a:solidFill>
                <a:latin typeface="Montserrat"/>
              </a:rPr>
              <a:t>Thank you to all our instructors and education staff.</a:t>
            </a:r>
          </a:p>
        </p:txBody>
      </p:sp>
      <p:pic>
        <p:nvPicPr>
          <p:cNvPr id="74" name="Picture 73" descr="soil-flatlay-bor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0" y="9300046"/>
            <a:ext cx="10287000" cy="4967696"/>
          </a:xfrm>
          <a:prstGeom prst="rect">
            <a:avLst/>
          </a:prstGeom>
        </p:spPr>
      </p:pic>
      <p:pic>
        <p:nvPicPr>
          <p:cNvPr id="75" name="Picture 74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11334750"/>
            <a:ext cx="1333500" cy="119889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effectLst/>
          <a:gradFill rotWithShape="1">
            <a:gsLst>
              <a:gs pos="0">
                <a:srgbClr val="DCE3DA"/>
              </a:gs>
              <a:gs pos="100000">
                <a:srgbClr val="B1BCB1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6AA4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1666875"/>
            <a:ext cx="7239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1" name="Picture 70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050" y="1571625"/>
            <a:ext cx="1428750" cy="1284528"/>
          </a:xfrm>
          <a:prstGeom prst="rect">
            <a:avLst/>
          </a:prstGeom>
        </p:spPr>
      </p:pic>
      <p:pic>
        <p:nvPicPr>
          <p:cNvPr id="72" name="Picture 71" descr="75345240749699637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38500"/>
            <a:ext cx="1798320" cy="179832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509397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74" name="Picture 73" descr="18016856938585481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0770" y="3238500"/>
            <a:ext cx="1798320" cy="179832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350770" y="509397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6" name="Picture 75" descr="48175922689714100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4340" y="3238500"/>
            <a:ext cx="1798320" cy="17983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244340" y="509397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8" name="Picture 77" descr="63514117103211174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7910" y="3238500"/>
            <a:ext cx="1798320" cy="179832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137910" y="509397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80" name="Picture 79" descr="820595586920629186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1480" y="3238500"/>
            <a:ext cx="1798320" cy="17983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8031480" y="509397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2" name="Picture 81" descr="234121792826349294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513070"/>
            <a:ext cx="1798320" cy="179832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57200" y="7368539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50770" y="5513070"/>
            <a:ext cx="1798320" cy="1798320"/>
          </a:xfrm>
          <a:prstGeom prst="rect">
            <a:avLst/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5392" y="5967611"/>
            <a:ext cx="989076" cy="889236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350770" y="7368539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Kavi Reddy</a:t>
            </a:r>
          </a:p>
        </p:txBody>
      </p:sp>
      <p:pic>
        <p:nvPicPr>
          <p:cNvPr id="87" name="Picture 86" descr="66759169580808171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4340" y="5513070"/>
            <a:ext cx="1798320" cy="179832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4244340" y="7368539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9" name="Picture 88" descr="763799431300666425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37910" y="5513070"/>
            <a:ext cx="1798320" cy="179832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6137910" y="7368539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Isadora Schmidt</a:t>
            </a:r>
          </a:p>
        </p:txBody>
      </p:sp>
      <p:pic>
        <p:nvPicPr>
          <p:cNvPr id="91" name="Picture 90" descr="137391554210946385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31480" y="5513070"/>
            <a:ext cx="1798320" cy="17983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31480" y="7368539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93" name="Picture 92" descr="138049248362420334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7787640"/>
            <a:ext cx="1798320" cy="179832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457200" y="964311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Tommy Tepper</a:t>
            </a:r>
          </a:p>
        </p:txBody>
      </p:sp>
      <p:pic>
        <p:nvPicPr>
          <p:cNvPr id="95" name="Picture 94" descr="84037590582103736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350770" y="7787640"/>
            <a:ext cx="1798320" cy="17983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2350770" y="964311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7" name="Picture 96" descr="6812736142985677430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44340" y="7787640"/>
            <a:ext cx="1798320" cy="179832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4244340" y="964311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9" name="Picture 98" descr="279840549069214140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37910" y="7787640"/>
            <a:ext cx="1798320" cy="17983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6137910" y="964311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101" name="Picture 100" descr="5648993551857092590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31480" y="7787640"/>
            <a:ext cx="1798320" cy="1798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031480" y="9643110"/>
            <a:ext cx="179832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  <p:pic>
        <p:nvPicPr>
          <p:cNvPr id="103" name="Picture 102" descr="soil-flatlay-border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9300046"/>
            <a:ext cx="10287000" cy="49676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