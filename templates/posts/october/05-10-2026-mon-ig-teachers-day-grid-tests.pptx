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test A alphabetical (current).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test B close-ups and field shots alternate.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test C smiles on the outside.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Relationship Id="rId17" Type="http://schemas.openxmlformats.org/officeDocument/2006/relationships/image" Target="../media/image1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3.jpg"/><Relationship Id="rId6" Type="http://schemas.openxmlformats.org/officeDocument/2006/relationships/image" Target="../media/image9.jpg"/><Relationship Id="rId7" Type="http://schemas.openxmlformats.org/officeDocument/2006/relationships/image" Target="../media/image7.jpg"/><Relationship Id="rId8" Type="http://schemas.openxmlformats.org/officeDocument/2006/relationships/image" Target="../media/image14.jpg"/><Relationship Id="rId9" Type="http://schemas.openxmlformats.org/officeDocument/2006/relationships/image" Target="../media/image8.jpg"/><Relationship Id="rId10" Type="http://schemas.openxmlformats.org/officeDocument/2006/relationships/image" Target="../media/image4.jpg"/><Relationship Id="rId11" Type="http://schemas.openxmlformats.org/officeDocument/2006/relationships/image" Target="../media/image11.jpg"/><Relationship Id="rId12" Type="http://schemas.openxmlformats.org/officeDocument/2006/relationships/image" Target="../media/image10.jpg"/><Relationship Id="rId13" Type="http://schemas.openxmlformats.org/officeDocument/2006/relationships/image" Target="../media/image12.jpg"/><Relationship Id="rId14" Type="http://schemas.openxmlformats.org/officeDocument/2006/relationships/image" Target="../media/image2.jpg"/><Relationship Id="rId15" Type="http://schemas.openxmlformats.org/officeDocument/2006/relationships/image" Target="../media/image13.jpg"/><Relationship Id="rId16" Type="http://schemas.openxmlformats.org/officeDocument/2006/relationships/image" Target="../media/image5.jpg"/><Relationship Id="rId17" Type="http://schemas.openxmlformats.org/officeDocument/2006/relationships/image" Target="../media/image1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5.jpg"/><Relationship Id="rId5" Type="http://schemas.openxmlformats.org/officeDocument/2006/relationships/image" Target="../media/image12.jpg"/><Relationship Id="rId6" Type="http://schemas.openxmlformats.org/officeDocument/2006/relationships/image" Target="../media/image4.jpg"/><Relationship Id="rId7" Type="http://schemas.openxmlformats.org/officeDocument/2006/relationships/image" Target="../media/image9.jpg"/><Relationship Id="rId8" Type="http://schemas.openxmlformats.org/officeDocument/2006/relationships/image" Target="../media/image7.jpg"/><Relationship Id="rId9" Type="http://schemas.openxmlformats.org/officeDocument/2006/relationships/image" Target="../media/image11.jpg"/><Relationship Id="rId10" Type="http://schemas.openxmlformats.org/officeDocument/2006/relationships/image" Target="../media/image14.jpg"/><Relationship Id="rId11" Type="http://schemas.openxmlformats.org/officeDocument/2006/relationships/image" Target="../media/image6.jpg"/><Relationship Id="rId12" Type="http://schemas.openxmlformats.org/officeDocument/2006/relationships/image" Target="../media/image10.jpg"/><Relationship Id="rId13" Type="http://schemas.openxmlformats.org/officeDocument/2006/relationships/image" Target="../media/image8.jpg"/><Relationship Id="rId14" Type="http://schemas.openxmlformats.org/officeDocument/2006/relationships/image" Target="../media/image2.jpg"/><Relationship Id="rId15" Type="http://schemas.openxmlformats.org/officeDocument/2006/relationships/image" Target="../media/image13.jpg"/><Relationship Id="rId16" Type="http://schemas.openxmlformats.org/officeDocument/2006/relationships/image" Target="../media/image3.jpg"/><Relationship Id="rId17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521073296120907106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73" name="Picture 72" descr="28095378414905217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5" name="Picture 74" descr="853748881455805465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7" name="Picture 76" descr="187117720279254035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79" name="Picture 78" descr="312182761732719440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1" name="Picture 80" descr="293538919154407801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3" name="Picture 82" descr="24593701161240797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5" name="Picture 84" descr="523248242725290624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87" name="Picture 86" descr="627348004313184250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89" name="Picture 88" descr="93180353182315575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91" name="Picture 90" descr="524828022673010528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3" name="Picture 92" descr="68181236015603148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68988786855905710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97" name="Picture 96" descr="7715151042430390727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31218276173271944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73" name="Picture 72" descr="28095378414905217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5" name="Picture 74" descr="523248242725290624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77" name="Picture 76" descr="29353891915440780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79" name="Picture 78" descr="689887868559057101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81" name="Picture 80" descr="24593701161240797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3" name="Picture 82" descr="853748881455805465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85" name="Picture 84" descr="93180353182315575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87" name="Picture 86" descr="627348004313184250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89" name="Picture 88" descr="5248280226730105287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1" name="Picture 90" descr="521073296120907106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3" name="Picture 92" descr="68181236015603148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18711772027925403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97" name="Picture 96" descr="7715151042430390727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77151510424303907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73" name="Picture 72" descr="524828022673010528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75" name="Picture 74" descr="853748881455805465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7" name="Picture 76" descr="523248242725290624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79" name="Picture 78" descr="29353891915440780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1" name="Picture 80" descr="93180353182315575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83" name="Picture 82" descr="68988786855905710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85" name="Picture 84" descr="312182761732719440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7" name="Picture 86" descr="627348004313184250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89" name="Picture 88" descr="245937011612407974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91" name="Picture 90" descr="521073296120907106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3" name="Picture 92" descr="68181236015603148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280953784149052172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97" name="Picture 96" descr="1871177202792540355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