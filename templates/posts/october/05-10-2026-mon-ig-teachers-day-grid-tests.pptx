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test A alphabetical (current).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test B close-ups and field shots alternate.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 test C smiles on the outside. Mentor photos: Linnea's Drive folder (5 Oct 2026) and assets/mentors-teachers-day/; written consent per the folder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Relationship Id="rId9" Type="http://schemas.openxmlformats.org/officeDocument/2006/relationships/image" Target="../media/image7.jpg"/><Relationship Id="rId10" Type="http://schemas.openxmlformats.org/officeDocument/2006/relationships/image" Target="../media/image8.jpg"/><Relationship Id="rId11" Type="http://schemas.openxmlformats.org/officeDocument/2006/relationships/image" Target="../media/image9.jpg"/><Relationship Id="rId12" Type="http://schemas.openxmlformats.org/officeDocument/2006/relationships/image" Target="../media/image10.jpg"/><Relationship Id="rId13" Type="http://schemas.openxmlformats.org/officeDocument/2006/relationships/image" Target="../media/image11.jpg"/><Relationship Id="rId14" Type="http://schemas.openxmlformats.org/officeDocument/2006/relationships/image" Target="../media/image12.jpg"/><Relationship Id="rId15" Type="http://schemas.openxmlformats.org/officeDocument/2006/relationships/image" Target="../media/image13.jpg"/><Relationship Id="rId16" Type="http://schemas.openxmlformats.org/officeDocument/2006/relationships/image" Target="../media/image14.jpg"/><Relationship Id="rId17" Type="http://schemas.openxmlformats.org/officeDocument/2006/relationships/image" Target="../media/image1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2.jpg"/><Relationship Id="rId6" Type="http://schemas.openxmlformats.org/officeDocument/2006/relationships/image" Target="../media/image9.jpg"/><Relationship Id="rId7" Type="http://schemas.openxmlformats.org/officeDocument/2006/relationships/image" Target="../media/image7.jpg"/><Relationship Id="rId8" Type="http://schemas.openxmlformats.org/officeDocument/2006/relationships/image" Target="../media/image14.jpg"/><Relationship Id="rId9" Type="http://schemas.openxmlformats.org/officeDocument/2006/relationships/image" Target="../media/image8.jpg"/><Relationship Id="rId10" Type="http://schemas.openxmlformats.org/officeDocument/2006/relationships/image" Target="../media/image4.jpg"/><Relationship Id="rId11" Type="http://schemas.openxmlformats.org/officeDocument/2006/relationships/image" Target="../media/image11.jpg"/><Relationship Id="rId12" Type="http://schemas.openxmlformats.org/officeDocument/2006/relationships/image" Target="../media/image3.jpg"/><Relationship Id="rId13" Type="http://schemas.openxmlformats.org/officeDocument/2006/relationships/image" Target="../media/image12.jpg"/><Relationship Id="rId14" Type="http://schemas.openxmlformats.org/officeDocument/2006/relationships/image" Target="../media/image10.jpg"/><Relationship Id="rId15" Type="http://schemas.openxmlformats.org/officeDocument/2006/relationships/image" Target="../media/image13.jpg"/><Relationship Id="rId16" Type="http://schemas.openxmlformats.org/officeDocument/2006/relationships/image" Target="../media/image5.jpg"/><Relationship Id="rId17" Type="http://schemas.openxmlformats.org/officeDocument/2006/relationships/image" Target="../media/image1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5.jpg"/><Relationship Id="rId5" Type="http://schemas.openxmlformats.org/officeDocument/2006/relationships/image" Target="../media/image2.jpg"/><Relationship Id="rId6" Type="http://schemas.openxmlformats.org/officeDocument/2006/relationships/image" Target="../media/image4.jpg"/><Relationship Id="rId7" Type="http://schemas.openxmlformats.org/officeDocument/2006/relationships/image" Target="../media/image9.jpg"/><Relationship Id="rId8" Type="http://schemas.openxmlformats.org/officeDocument/2006/relationships/image" Target="../media/image7.jpg"/><Relationship Id="rId9" Type="http://schemas.openxmlformats.org/officeDocument/2006/relationships/image" Target="../media/image11.jpg"/><Relationship Id="rId10" Type="http://schemas.openxmlformats.org/officeDocument/2006/relationships/image" Target="../media/image14.jpg"/><Relationship Id="rId11" Type="http://schemas.openxmlformats.org/officeDocument/2006/relationships/image" Target="../media/image6.jpg"/><Relationship Id="rId12" Type="http://schemas.openxmlformats.org/officeDocument/2006/relationships/image" Target="../media/image12.jpg"/><Relationship Id="rId13" Type="http://schemas.openxmlformats.org/officeDocument/2006/relationships/image" Target="../media/image8.jpg"/><Relationship Id="rId14" Type="http://schemas.openxmlformats.org/officeDocument/2006/relationships/image" Target="../media/image10.jpg"/><Relationship Id="rId15" Type="http://schemas.openxmlformats.org/officeDocument/2006/relationships/image" Target="../media/image13.jpg"/><Relationship Id="rId16" Type="http://schemas.openxmlformats.org/officeDocument/2006/relationships/image" Target="../media/image3.jpg"/><Relationship Id="rId1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1800225"/>
            <a:ext cx="44005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0" name="Picture 69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49256"/>
            <a:ext cx="1333500" cy="1198893"/>
          </a:xfrm>
          <a:prstGeom prst="rect">
            <a:avLst/>
          </a:prstGeom>
        </p:spPr>
      </p:pic>
      <p:pic>
        <p:nvPicPr>
          <p:cNvPr id="71" name="Picture 70" descr="31393266108494889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1762125"/>
            <a:ext cx="2143125" cy="214312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200650" y="396240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3" name="Picture 72" descr="579860877353510747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075" y="1762125"/>
            <a:ext cx="2143125" cy="2143125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458075" y="396240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75" name="Picture 74" descr="275090334844511387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81500"/>
            <a:ext cx="2143125" cy="21431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85800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77" name="Picture 76" descr="725082659925434497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3225" y="4381500"/>
            <a:ext cx="2143125" cy="2143125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2943225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79" name="Picture 78" descr="869408838429896011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4381500"/>
            <a:ext cx="2143125" cy="214312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200650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81" name="Picture 80" descr="386103897552016318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075" y="4381500"/>
            <a:ext cx="2143125" cy="214312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458075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pic>
        <p:nvPicPr>
          <p:cNvPr id="83" name="Picture 82" descr="11807777635402488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7000875"/>
            <a:ext cx="2143125" cy="2143125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685800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85" name="Picture 84" descr="379406767583028538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3225" y="7000875"/>
            <a:ext cx="2143125" cy="214312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943225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Isadora Shmidt</a:t>
            </a:r>
          </a:p>
        </p:txBody>
      </p:sp>
      <p:pic>
        <p:nvPicPr>
          <p:cNvPr id="87" name="Picture 86" descr="6147693292793088277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0650" y="7000875"/>
            <a:ext cx="2143125" cy="2143125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200650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89" name="Picture 88" descr="2935605721114179229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8075" y="7000875"/>
            <a:ext cx="2143125" cy="2143125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458075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Tommy Tapper</a:t>
            </a:r>
          </a:p>
        </p:txBody>
      </p:sp>
      <p:pic>
        <p:nvPicPr>
          <p:cNvPr id="91" name="Picture 90" descr="890310585664436731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9620250"/>
            <a:ext cx="2143125" cy="2143125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85800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93" name="Picture 92" descr="5986580262004156277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43225" y="9620250"/>
            <a:ext cx="2143125" cy="2143125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2943225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95" name="Picture 94" descr="464258755619506687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0650" y="9620250"/>
            <a:ext cx="2143125" cy="2143125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5200650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97" name="Picture 96" descr="746263443962285009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58075" y="9620250"/>
            <a:ext cx="2143125" cy="2143125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458075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1800225"/>
            <a:ext cx="44005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0" name="Picture 69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49256"/>
            <a:ext cx="1333500" cy="1198893"/>
          </a:xfrm>
          <a:prstGeom prst="rect">
            <a:avLst/>
          </a:prstGeom>
        </p:spPr>
      </p:pic>
      <p:pic>
        <p:nvPicPr>
          <p:cNvPr id="71" name="Picture 70" descr="86940883842989601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1762125"/>
            <a:ext cx="2143125" cy="214312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200650" y="396240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73" name="Picture 72" descr="31393266108494889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075" y="1762125"/>
            <a:ext cx="2143125" cy="2143125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458075" y="396240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5" name="Picture 74" descr="379406767583028538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81500"/>
            <a:ext cx="2143125" cy="21431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85800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Isadora Shmidt</a:t>
            </a:r>
          </a:p>
        </p:txBody>
      </p:sp>
      <p:pic>
        <p:nvPicPr>
          <p:cNvPr id="77" name="Picture 76" descr="386103897552016318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3225" y="4381500"/>
            <a:ext cx="2143125" cy="2143125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2943225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pic>
        <p:nvPicPr>
          <p:cNvPr id="79" name="Picture 78" descr="464258755619506687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4381500"/>
            <a:ext cx="2143125" cy="214312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200650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81" name="Picture 80" descr="11807777635402488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075" y="4381500"/>
            <a:ext cx="2143125" cy="214312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458075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83" name="Picture 82" descr="275090334844511387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7000875"/>
            <a:ext cx="2143125" cy="2143125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685800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85" name="Picture 84" descr="293560572111417922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3225" y="7000875"/>
            <a:ext cx="2143125" cy="214312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943225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Tommy Tapper</a:t>
            </a:r>
          </a:p>
        </p:txBody>
      </p:sp>
      <p:pic>
        <p:nvPicPr>
          <p:cNvPr id="87" name="Picture 86" descr="579860877353510747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0650" y="7000875"/>
            <a:ext cx="2143125" cy="2143125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200650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89" name="Picture 88" descr="8903105856644367317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8075" y="7000875"/>
            <a:ext cx="2143125" cy="2143125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458075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91" name="Picture 90" descr="614769329279308827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9620250"/>
            <a:ext cx="2143125" cy="2143125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85800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93" name="Picture 92" descr="5986580262004156277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43225" y="9620250"/>
            <a:ext cx="2143125" cy="2143125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2943225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95" name="Picture 94" descr="725082659925434497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0650" y="9620250"/>
            <a:ext cx="2143125" cy="2143125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5200650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  <p:pic>
        <p:nvPicPr>
          <p:cNvPr id="97" name="Picture 96" descr="7462634439622850092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58075" y="9620250"/>
            <a:ext cx="2143125" cy="2143125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458075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-1905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0"/>
                </a:moveTo>
                <a:lnTo>
                  <a:pt x="190500" y="22154"/>
                </a:lnTo>
                <a:lnTo>
                  <a:pt x="190500" y="50729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0"/>
                </a:moveTo>
                <a:lnTo>
                  <a:pt x="190500" y="22153"/>
                </a:lnTo>
                <a:lnTo>
                  <a:pt x="190500" y="5072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905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0"/>
                </a:moveTo>
                <a:lnTo>
                  <a:pt x="190500" y="22078"/>
                </a:lnTo>
                <a:lnTo>
                  <a:pt x="190500" y="5065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810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0"/>
                </a:moveTo>
                <a:lnTo>
                  <a:pt x="190500" y="21928"/>
                </a:lnTo>
                <a:lnTo>
                  <a:pt x="190500" y="5050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715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0"/>
                </a:moveTo>
                <a:lnTo>
                  <a:pt x="190500" y="21705"/>
                </a:lnTo>
                <a:lnTo>
                  <a:pt x="190500" y="5028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620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0"/>
                </a:moveTo>
                <a:lnTo>
                  <a:pt x="190500" y="21408"/>
                </a:lnTo>
                <a:lnTo>
                  <a:pt x="190500" y="499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525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0"/>
                </a:moveTo>
                <a:lnTo>
                  <a:pt x="190500" y="21037"/>
                </a:lnTo>
                <a:lnTo>
                  <a:pt x="190500" y="4961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1430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0"/>
                </a:moveTo>
                <a:lnTo>
                  <a:pt x="190500" y="20597"/>
                </a:lnTo>
                <a:lnTo>
                  <a:pt x="190500" y="49172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3335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0"/>
                </a:moveTo>
                <a:lnTo>
                  <a:pt x="190500" y="20086"/>
                </a:lnTo>
                <a:lnTo>
                  <a:pt x="190500" y="4866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5240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0"/>
                </a:moveTo>
                <a:lnTo>
                  <a:pt x="190500" y="19508"/>
                </a:lnTo>
                <a:lnTo>
                  <a:pt x="190500" y="48083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7145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0"/>
                </a:moveTo>
                <a:lnTo>
                  <a:pt x="190500" y="18862"/>
                </a:lnTo>
                <a:lnTo>
                  <a:pt x="190500" y="4743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9050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0"/>
                </a:moveTo>
                <a:lnTo>
                  <a:pt x="190500" y="18155"/>
                </a:lnTo>
                <a:lnTo>
                  <a:pt x="190500" y="4673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0955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0"/>
                </a:moveTo>
                <a:lnTo>
                  <a:pt x="190500" y="17385"/>
                </a:lnTo>
                <a:lnTo>
                  <a:pt x="190500" y="4596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2860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0"/>
                </a:moveTo>
                <a:lnTo>
                  <a:pt x="190500" y="16556"/>
                </a:lnTo>
                <a:lnTo>
                  <a:pt x="190500" y="4513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4765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0"/>
                </a:moveTo>
                <a:lnTo>
                  <a:pt x="190500" y="15671"/>
                </a:lnTo>
                <a:lnTo>
                  <a:pt x="190500" y="4424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6670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0"/>
                </a:moveTo>
                <a:lnTo>
                  <a:pt x="190500" y="14733"/>
                </a:lnTo>
                <a:lnTo>
                  <a:pt x="190500" y="43308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8575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0"/>
                </a:moveTo>
                <a:lnTo>
                  <a:pt x="190500" y="13746"/>
                </a:lnTo>
                <a:lnTo>
                  <a:pt x="190500" y="4232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30480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0"/>
                </a:moveTo>
                <a:lnTo>
                  <a:pt x="190500" y="12712"/>
                </a:lnTo>
                <a:lnTo>
                  <a:pt x="190500" y="412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2385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0"/>
                </a:moveTo>
                <a:lnTo>
                  <a:pt x="190500" y="11635"/>
                </a:lnTo>
                <a:lnTo>
                  <a:pt x="190500" y="4021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4290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0"/>
                </a:moveTo>
                <a:lnTo>
                  <a:pt x="190500" y="10519"/>
                </a:lnTo>
                <a:lnTo>
                  <a:pt x="190500" y="39094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6195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0"/>
                </a:moveTo>
                <a:lnTo>
                  <a:pt x="190500" y="9366"/>
                </a:lnTo>
                <a:lnTo>
                  <a:pt x="190500" y="3794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8100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0"/>
                </a:moveTo>
                <a:lnTo>
                  <a:pt x="190500" y="8182"/>
                </a:lnTo>
                <a:lnTo>
                  <a:pt x="190500" y="3675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40005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0"/>
                </a:moveTo>
                <a:lnTo>
                  <a:pt x="190500" y="6972"/>
                </a:lnTo>
                <a:lnTo>
                  <a:pt x="190500" y="3554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1910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0"/>
                </a:moveTo>
                <a:lnTo>
                  <a:pt x="190500" y="5736"/>
                </a:lnTo>
                <a:lnTo>
                  <a:pt x="190500" y="34311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3815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0"/>
                </a:moveTo>
                <a:lnTo>
                  <a:pt x="190500" y="4481"/>
                </a:lnTo>
                <a:lnTo>
                  <a:pt x="190500" y="33056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5720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0"/>
                </a:moveTo>
                <a:lnTo>
                  <a:pt x="190500" y="3212"/>
                </a:lnTo>
                <a:lnTo>
                  <a:pt x="190500" y="3178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625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0"/>
                </a:moveTo>
                <a:lnTo>
                  <a:pt x="190500" y="1932"/>
                </a:lnTo>
                <a:lnTo>
                  <a:pt x="190500" y="30507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9530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0"/>
                </a:moveTo>
                <a:lnTo>
                  <a:pt x="190500" y="645"/>
                </a:lnTo>
                <a:lnTo>
                  <a:pt x="190500" y="29220"/>
                </a:lnTo>
                <a:lnTo>
                  <a:pt x="0" y="28575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143500" y="570855"/>
            <a:ext cx="190500" cy="29219"/>
          </a:xfrm>
          <a:custGeom>
            <a:avLst/>
            <a:gdLst/>
            <a:ahLst/>
            <a:cxnLst/>
            <a:rect l="l" t="t" r="r" b="b"/>
            <a:pathLst>
              <a:path w="190500" h="29220">
                <a:moveTo>
                  <a:pt x="0" y="64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2922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5334000" y="568923"/>
            <a:ext cx="190500" cy="30506"/>
          </a:xfrm>
          <a:custGeom>
            <a:avLst/>
            <a:gdLst/>
            <a:ahLst/>
            <a:cxnLst/>
            <a:rect l="l" t="t" r="r" b="b"/>
            <a:pathLst>
              <a:path w="190500" h="30507">
                <a:moveTo>
                  <a:pt x="0" y="193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050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24500" y="565711"/>
            <a:ext cx="190500" cy="31787"/>
          </a:xfrm>
          <a:custGeom>
            <a:avLst/>
            <a:gdLst/>
            <a:ahLst/>
            <a:cxnLst/>
            <a:rect l="l" t="t" r="r" b="b"/>
            <a:pathLst>
              <a:path w="190500" h="31787">
                <a:moveTo>
                  <a:pt x="0" y="32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17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5715000" y="561230"/>
            <a:ext cx="190500" cy="33056"/>
          </a:xfrm>
          <a:custGeom>
            <a:avLst/>
            <a:gdLst/>
            <a:ahLst/>
            <a:cxnLst/>
            <a:rect l="l" t="t" r="r" b="b"/>
            <a:pathLst>
              <a:path w="190500" h="33056">
                <a:moveTo>
                  <a:pt x="0" y="448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305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5905500" y="555494"/>
            <a:ext cx="190500" cy="34311"/>
          </a:xfrm>
          <a:custGeom>
            <a:avLst/>
            <a:gdLst/>
            <a:ahLst/>
            <a:cxnLst/>
            <a:rect l="l" t="t" r="r" b="b"/>
            <a:pathLst>
              <a:path w="190500" h="34311">
                <a:moveTo>
                  <a:pt x="0" y="573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431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6096000" y="548522"/>
            <a:ext cx="190500" cy="35546"/>
          </a:xfrm>
          <a:custGeom>
            <a:avLst/>
            <a:gdLst/>
            <a:ahLst/>
            <a:cxnLst/>
            <a:rect l="l" t="t" r="r" b="b"/>
            <a:pathLst>
              <a:path w="190500" h="35547">
                <a:moveTo>
                  <a:pt x="0" y="697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554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286500" y="540340"/>
            <a:ext cx="190500" cy="36757"/>
          </a:xfrm>
          <a:custGeom>
            <a:avLst/>
            <a:gdLst/>
            <a:ahLst/>
            <a:cxnLst/>
            <a:rect l="l" t="t" r="r" b="b"/>
            <a:pathLst>
              <a:path w="190500" h="36757">
                <a:moveTo>
                  <a:pt x="0" y="818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675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6477000" y="530974"/>
            <a:ext cx="190500" cy="37941"/>
          </a:xfrm>
          <a:custGeom>
            <a:avLst/>
            <a:gdLst/>
            <a:ahLst/>
            <a:cxnLst/>
            <a:rect l="l" t="t" r="r" b="b"/>
            <a:pathLst>
              <a:path w="190500" h="37941">
                <a:moveTo>
                  <a:pt x="0" y="936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794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667500" y="520455"/>
            <a:ext cx="190500" cy="39093"/>
          </a:xfrm>
          <a:custGeom>
            <a:avLst/>
            <a:gdLst/>
            <a:ahLst/>
            <a:cxnLst/>
            <a:rect l="l" t="t" r="r" b="b"/>
            <a:pathLst>
              <a:path w="190500" h="39094">
                <a:moveTo>
                  <a:pt x="0" y="10519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39094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6858000" y="508820"/>
            <a:ext cx="190500" cy="40209"/>
          </a:xfrm>
          <a:custGeom>
            <a:avLst/>
            <a:gdLst/>
            <a:ahLst/>
            <a:cxnLst/>
            <a:rect l="l" t="t" r="r" b="b"/>
            <a:pathLst>
              <a:path w="190500" h="40210">
                <a:moveTo>
                  <a:pt x="0" y="1163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021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048500" y="496108"/>
            <a:ext cx="190500" cy="41286"/>
          </a:xfrm>
          <a:custGeom>
            <a:avLst/>
            <a:gdLst/>
            <a:ahLst/>
            <a:cxnLst/>
            <a:rect l="l" t="t" r="r" b="b"/>
            <a:pathLst>
              <a:path w="190500" h="41287">
                <a:moveTo>
                  <a:pt x="0" y="1271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128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239000" y="482362"/>
            <a:ext cx="190500" cy="42321"/>
          </a:xfrm>
          <a:custGeom>
            <a:avLst/>
            <a:gdLst/>
            <a:ahLst/>
            <a:cxnLst/>
            <a:rect l="l" t="t" r="r" b="b"/>
            <a:pathLst>
              <a:path w="190500" h="42321">
                <a:moveTo>
                  <a:pt x="0" y="1374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232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7429500" y="467629"/>
            <a:ext cx="190500" cy="43308"/>
          </a:xfrm>
          <a:custGeom>
            <a:avLst/>
            <a:gdLst/>
            <a:ahLst/>
            <a:cxnLst/>
            <a:rect l="l" t="t" r="r" b="b"/>
            <a:pathLst>
              <a:path w="190500" h="43308">
                <a:moveTo>
                  <a:pt x="0" y="1473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330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620000" y="451958"/>
            <a:ext cx="190500" cy="44246"/>
          </a:xfrm>
          <a:custGeom>
            <a:avLst/>
            <a:gdLst/>
            <a:ahLst/>
            <a:cxnLst/>
            <a:rect l="l" t="t" r="r" b="b"/>
            <a:pathLst>
              <a:path w="190500" h="44246">
                <a:moveTo>
                  <a:pt x="0" y="15671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4246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810500" y="435402"/>
            <a:ext cx="190500" cy="45130"/>
          </a:xfrm>
          <a:custGeom>
            <a:avLst/>
            <a:gdLst/>
            <a:ahLst/>
            <a:cxnLst/>
            <a:rect l="l" t="t" r="r" b="b"/>
            <a:pathLst>
              <a:path w="190500" h="45131">
                <a:moveTo>
                  <a:pt x="0" y="1655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13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001000" y="418017"/>
            <a:ext cx="190500" cy="45959"/>
          </a:xfrm>
          <a:custGeom>
            <a:avLst/>
            <a:gdLst/>
            <a:ahLst/>
            <a:cxnLst/>
            <a:rect l="l" t="t" r="r" b="b"/>
            <a:pathLst>
              <a:path w="190500" h="45960">
                <a:moveTo>
                  <a:pt x="0" y="1738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596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8191500" y="399862"/>
            <a:ext cx="190500" cy="46729"/>
          </a:xfrm>
          <a:custGeom>
            <a:avLst/>
            <a:gdLst/>
            <a:ahLst/>
            <a:cxnLst/>
            <a:rect l="l" t="t" r="r" b="b"/>
            <a:pathLst>
              <a:path w="190500" h="46730">
                <a:moveTo>
                  <a:pt x="0" y="1815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673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82000" y="381000"/>
            <a:ext cx="190500" cy="47437"/>
          </a:xfrm>
          <a:custGeom>
            <a:avLst/>
            <a:gdLst/>
            <a:ahLst/>
            <a:cxnLst/>
            <a:rect l="l" t="t" r="r" b="b"/>
            <a:pathLst>
              <a:path w="190500" h="47437">
                <a:moveTo>
                  <a:pt x="0" y="18862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7437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72500" y="361492"/>
            <a:ext cx="190500" cy="48082"/>
          </a:xfrm>
          <a:custGeom>
            <a:avLst/>
            <a:gdLst/>
            <a:ahLst/>
            <a:cxnLst/>
            <a:rect l="l" t="t" r="r" b="b"/>
            <a:pathLst>
              <a:path w="190500" h="48083">
                <a:moveTo>
                  <a:pt x="0" y="195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0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8763000" y="341406"/>
            <a:ext cx="190500" cy="48661"/>
          </a:xfrm>
          <a:custGeom>
            <a:avLst/>
            <a:gdLst/>
            <a:ahLst/>
            <a:cxnLst/>
            <a:rect l="l" t="t" r="r" b="b"/>
            <a:pathLst>
              <a:path w="190500" h="48661">
                <a:moveTo>
                  <a:pt x="0" y="20086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8661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953500" y="320809"/>
            <a:ext cx="190500" cy="49171"/>
          </a:xfrm>
          <a:custGeom>
            <a:avLst/>
            <a:gdLst/>
            <a:ahLst/>
            <a:cxnLst/>
            <a:rect l="l" t="t" r="r" b="b"/>
            <a:pathLst>
              <a:path w="190500" h="49172">
                <a:moveTo>
                  <a:pt x="0" y="2059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17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9144000" y="299772"/>
            <a:ext cx="190500" cy="49612"/>
          </a:xfrm>
          <a:custGeom>
            <a:avLst/>
            <a:gdLst/>
            <a:ahLst/>
            <a:cxnLst/>
            <a:rect l="l" t="t" r="r" b="b"/>
            <a:pathLst>
              <a:path w="190500" h="49612">
                <a:moveTo>
                  <a:pt x="0" y="21037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612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9334500" y="278364"/>
            <a:ext cx="190500" cy="49982"/>
          </a:xfrm>
          <a:custGeom>
            <a:avLst/>
            <a:gdLst/>
            <a:ahLst/>
            <a:cxnLst/>
            <a:rect l="l" t="t" r="r" b="b"/>
            <a:pathLst>
              <a:path w="190500" h="49983">
                <a:moveTo>
                  <a:pt x="0" y="2140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4998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9525000" y="256659"/>
            <a:ext cx="190500" cy="50279"/>
          </a:xfrm>
          <a:custGeom>
            <a:avLst/>
            <a:gdLst/>
            <a:ahLst/>
            <a:cxnLst/>
            <a:rect l="l" t="t" r="r" b="b"/>
            <a:pathLst>
              <a:path w="190500" h="50280">
                <a:moveTo>
                  <a:pt x="0" y="21705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28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9715500" y="234731"/>
            <a:ext cx="190500" cy="50503"/>
          </a:xfrm>
          <a:custGeom>
            <a:avLst/>
            <a:gdLst/>
            <a:ahLst/>
            <a:cxnLst/>
            <a:rect l="l" t="t" r="r" b="b"/>
            <a:pathLst>
              <a:path w="190500" h="50503">
                <a:moveTo>
                  <a:pt x="0" y="2192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50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9906000" y="212653"/>
            <a:ext cx="190500" cy="50653"/>
          </a:xfrm>
          <a:custGeom>
            <a:avLst/>
            <a:gdLst/>
            <a:ahLst/>
            <a:cxnLst/>
            <a:rect l="l" t="t" r="r" b="b"/>
            <a:pathLst>
              <a:path w="190500" h="50653">
                <a:moveTo>
                  <a:pt x="0" y="22078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653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0096500" y="190500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8">
                <a:moveTo>
                  <a:pt x="0" y="22153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8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0287000" y="168346"/>
            <a:ext cx="190500" cy="50728"/>
          </a:xfrm>
          <a:custGeom>
            <a:avLst/>
            <a:gdLst/>
            <a:ahLst/>
            <a:cxnLst/>
            <a:rect l="l" t="t" r="r" b="b"/>
            <a:pathLst>
              <a:path w="190500" h="50729">
                <a:moveTo>
                  <a:pt x="0" y="22154"/>
                </a:moveTo>
                <a:lnTo>
                  <a:pt x="190500" y="0"/>
                </a:lnTo>
                <a:lnTo>
                  <a:pt x="190500" y="28575"/>
                </a:lnTo>
                <a:lnTo>
                  <a:pt x="0" y="50729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48490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983672" y="348773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1918854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2854036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3789218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4724400" y="571500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5659581" y="556066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6594763" y="511017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4C3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7529945" y="44000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8465127" y="348773"/>
            <a:ext cx="838200" cy="952499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C09D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9400309" y="244721"/>
            <a:ext cx="838200" cy="952500"/>
          </a:xfrm>
          <a:custGeom>
            <a:avLst/>
            <a:gdLst/>
            <a:ahLst/>
            <a:cxnLst/>
            <a:rect l="l" t="t" r="r" b="b"/>
            <a:pathLst>
              <a:path w="838200" h="952500">
                <a:moveTo>
                  <a:pt x="0" y="0"/>
                </a:moveTo>
                <a:lnTo>
                  <a:pt x="838200" y="0"/>
                </a:lnTo>
                <a:lnTo>
                  <a:pt x="419100" y="952500"/>
                </a:lnTo>
                <a:close/>
              </a:path>
            </a:pathLst>
          </a:cu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5800" y="1800225"/>
            <a:ext cx="44005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1662F"/>
                </a:solidFill>
                <a:latin typeface="Montserrat"/>
              </a:rPr>
              <a:t>Happy World Teachers' Day</a:t>
            </a:r>
          </a:p>
        </p:txBody>
      </p:sp>
      <p:pic>
        <p:nvPicPr>
          <p:cNvPr id="70" name="Picture 69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49256"/>
            <a:ext cx="1333500" cy="1198893"/>
          </a:xfrm>
          <a:prstGeom prst="rect">
            <a:avLst/>
          </a:prstGeom>
        </p:spPr>
      </p:pic>
      <p:pic>
        <p:nvPicPr>
          <p:cNvPr id="71" name="Picture 70" descr="746263443962285009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0650" y="1762125"/>
            <a:ext cx="2143125" cy="214312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200650" y="396240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Casey Williams</a:t>
            </a:r>
          </a:p>
        </p:txBody>
      </p:sp>
      <p:pic>
        <p:nvPicPr>
          <p:cNvPr id="73" name="Picture 72" descr="31393266108494889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8075" y="1762125"/>
            <a:ext cx="2143125" cy="2143125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7458075" y="396240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Ib Borup Pedersen</a:t>
            </a:r>
          </a:p>
        </p:txBody>
      </p:sp>
      <p:pic>
        <p:nvPicPr>
          <p:cNvPr id="75" name="Picture 74" descr="2750903348445113879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381500"/>
            <a:ext cx="2143125" cy="2143125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85800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Elena Kalli</a:t>
            </a:r>
          </a:p>
        </p:txBody>
      </p:sp>
      <p:pic>
        <p:nvPicPr>
          <p:cNvPr id="77" name="Picture 76" descr="379406767583028538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3225" y="4381500"/>
            <a:ext cx="2143125" cy="2143125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2943225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Isadora Shmidt</a:t>
            </a:r>
          </a:p>
        </p:txBody>
      </p:sp>
      <p:pic>
        <p:nvPicPr>
          <p:cNvPr id="79" name="Picture 78" descr="38610389755201631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0650" y="4381500"/>
            <a:ext cx="2143125" cy="2143125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5200650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Gerald Ramírez</a:t>
            </a:r>
          </a:p>
        </p:txBody>
      </p:sp>
      <p:pic>
        <p:nvPicPr>
          <p:cNvPr id="81" name="Picture 80" descr="293560572111417922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8075" y="4381500"/>
            <a:ext cx="2143125" cy="214312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458075" y="658177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Tommy Tapper</a:t>
            </a:r>
          </a:p>
        </p:txBody>
      </p:sp>
      <p:pic>
        <p:nvPicPr>
          <p:cNvPr id="83" name="Picture 82" descr="464258755619506687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7000875"/>
            <a:ext cx="2143125" cy="2143125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685800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Loida Vasquez</a:t>
            </a:r>
          </a:p>
        </p:txBody>
      </p:sp>
      <p:pic>
        <p:nvPicPr>
          <p:cNvPr id="85" name="Picture 84" descr="86940883842989601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3225" y="7000875"/>
            <a:ext cx="2143125" cy="2143125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943225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Carla Portugal</a:t>
            </a:r>
          </a:p>
        </p:txBody>
      </p:sp>
      <p:pic>
        <p:nvPicPr>
          <p:cNvPr id="87" name="Picture 86" descr="8903105856644367317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0650" y="7000875"/>
            <a:ext cx="2143125" cy="2143125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5200650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Dora Tkalec</a:t>
            </a:r>
          </a:p>
        </p:txBody>
      </p:sp>
      <p:pic>
        <p:nvPicPr>
          <p:cNvPr id="89" name="Picture 88" descr="118077776354024886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58075" y="7000875"/>
            <a:ext cx="2143125" cy="2143125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458075" y="9201150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Wesley Sander</a:t>
            </a:r>
          </a:p>
        </p:txBody>
      </p:sp>
      <p:pic>
        <p:nvPicPr>
          <p:cNvPr id="91" name="Picture 90" descr="6147693292793088277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9620250"/>
            <a:ext cx="2143125" cy="2143125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685800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Delvin Solkinson</a:t>
            </a:r>
          </a:p>
        </p:txBody>
      </p:sp>
      <p:pic>
        <p:nvPicPr>
          <p:cNvPr id="93" name="Picture 92" descr="5986580262004156277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43225" y="9620250"/>
            <a:ext cx="2143125" cy="2143125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2943225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Ayşen Üstünay</a:t>
            </a:r>
          </a:p>
        </p:txBody>
      </p:sp>
      <p:pic>
        <p:nvPicPr>
          <p:cNvPr id="95" name="Picture 94" descr="579860877353510747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0650" y="9620250"/>
            <a:ext cx="2143125" cy="2143125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5200650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Brian Daubenspeck</a:t>
            </a:r>
          </a:p>
        </p:txBody>
      </p:sp>
      <p:pic>
        <p:nvPicPr>
          <p:cNvPr id="97" name="Picture 96" descr="7250826599254344975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58075" y="9620250"/>
            <a:ext cx="2143125" cy="2143125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7458075" y="11820525"/>
            <a:ext cx="214312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333130"/>
                </a:solidFill>
                <a:latin typeface="Source Sans 3"/>
              </a:rPr>
              <a:t>Nick Padwick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