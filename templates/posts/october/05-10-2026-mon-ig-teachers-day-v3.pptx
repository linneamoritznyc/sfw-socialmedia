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Cover / closing: bunting, balloons, stars, soil (PowerPoint shapes and cut photo). Mentor photos: Linnea's Drive folder (5 Oct 2026). Soil: cut from assets/photo/hand-of-compost.jpg. Names and titles: Stephanie McDaniel, 6 Oct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People: Ib Borup Pedersen, Brian Daubenspeck, Elena Kalli. Mentor photos: Linnea's Drive folder (5 Oct 2026). Soil: cut from assets/photo/hand-of-compost.jpg. Names and titles: Stephanie McDaniel, 6 Oct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People: Nick Padwick, Carla Ribeiro Machado e Portugal, Gerald Ramírez. Mentor photos: Linnea's Drive folder (5 Oct 2026). Soil: cut from assets/photo/hand-of-compost.jpg. Names and titles: Stephanie McDaniel, 6 Oct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People: Kavi Reddy, Wesley Sander, Isadora Schmidt. Mentor photos: Linnea's Drive folder (5 Oct 2026). Soil: cut from assets/photo/hand-of-compost.jpg. Names and titles: Stephanie McDaniel, 6 Oct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People: Delvin Solkinson, Tommy Tepper, Dora Tkalec. Mentor photos: Linnea's Drive folder (5 Oct 2026). Soil: cut from assets/photo/hand-of-compost.jpg. Names and titles: Stephanie McDaniel, 6 Oct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People: Ayşen Üstünay, Loida Vasquez, Casey Williams. Mentor photos: Linnea's Drive folder (5 Oct 2026). Soil: cut from assets/photo/hand-of-compost.jpg. Names and titles: Stephanie McDaniel, 6 Oct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Everyone in one grid. Mentor photos: Linnea's Drive folder (5 Oct 2026). Soil: cut from assets/photo/hand-of-compost.jpg. Names and titles: Stephanie McDaniel, 6 Oct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Cover / closing: bunting, balloons, stars, soil (PowerPoint shapes and cut photo). Mentor photos: Linnea's Drive folder (5 Oct 2026). Soil: cut from assets/photo/hand-of-compost.jpg. Names and titles: Stephanie McDaniel, 6 Oct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5.jpg"/><Relationship Id="rId5" Type="http://schemas.openxmlformats.org/officeDocument/2006/relationships/image" Target="../media/image6.jpg"/><Relationship Id="rId6" Type="http://schemas.openxmlformats.org/officeDocument/2006/relationships/image" Target="../media/image7.jpg"/><Relationship Id="rId7" Type="http://schemas.openxmlformats.org/officeDocument/2006/relationships/image" Target="../media/image3.png"/><Relationship Id="rId8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8.jpg"/><Relationship Id="rId5" Type="http://schemas.openxmlformats.org/officeDocument/2006/relationships/image" Target="../media/image9.jpg"/><Relationship Id="rId6" Type="http://schemas.openxmlformats.org/officeDocument/2006/relationships/image" Target="../media/image10.jpg"/><Relationship Id="rId7" Type="http://schemas.openxmlformats.org/officeDocument/2006/relationships/image" Target="../media/image3.png"/><Relationship Id="rId8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image" Target="../media/image11.jpg"/><Relationship Id="rId6" Type="http://schemas.openxmlformats.org/officeDocument/2006/relationships/image" Target="../media/image12.jpg"/><Relationship Id="rId7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13.jpg"/><Relationship Id="rId5" Type="http://schemas.openxmlformats.org/officeDocument/2006/relationships/image" Target="../media/image14.jpg"/><Relationship Id="rId6" Type="http://schemas.openxmlformats.org/officeDocument/2006/relationships/image" Target="../media/image15.jpg"/><Relationship Id="rId7" Type="http://schemas.openxmlformats.org/officeDocument/2006/relationships/image" Target="../media/image3.png"/><Relationship Id="rId8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16.jpg"/><Relationship Id="rId5" Type="http://schemas.openxmlformats.org/officeDocument/2006/relationships/image" Target="../media/image17.jpg"/><Relationship Id="rId6" Type="http://schemas.openxmlformats.org/officeDocument/2006/relationships/image" Target="../media/image18.jpg"/><Relationship Id="rId7" Type="http://schemas.openxmlformats.org/officeDocument/2006/relationships/image" Target="../media/image3.png"/><Relationship Id="rId8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image" Target="../media/image19.jpg"/><Relationship Id="rId6" Type="http://schemas.openxmlformats.org/officeDocument/2006/relationships/image" Target="../media/image20.jpg"/><Relationship Id="rId7" Type="http://schemas.openxmlformats.org/officeDocument/2006/relationships/image" Target="../media/image21.jpg"/><Relationship Id="rId8" Type="http://schemas.openxmlformats.org/officeDocument/2006/relationships/image" Target="../media/image22.jpg"/><Relationship Id="rId9" Type="http://schemas.openxmlformats.org/officeDocument/2006/relationships/image" Target="../media/image23.jpg"/><Relationship Id="rId10" Type="http://schemas.openxmlformats.org/officeDocument/2006/relationships/image" Target="../media/image24.jpg"/><Relationship Id="rId11" Type="http://schemas.openxmlformats.org/officeDocument/2006/relationships/image" Target="../media/image25.jpg"/><Relationship Id="rId12" Type="http://schemas.openxmlformats.org/officeDocument/2006/relationships/image" Target="../media/image26.jpg"/><Relationship Id="rId13" Type="http://schemas.openxmlformats.org/officeDocument/2006/relationships/image" Target="../media/image27.jpg"/><Relationship Id="rId14" Type="http://schemas.openxmlformats.org/officeDocument/2006/relationships/image" Target="../media/image28.jpg"/><Relationship Id="rId15" Type="http://schemas.openxmlformats.org/officeDocument/2006/relationships/image" Target="../media/image29.jpg"/><Relationship Id="rId16" Type="http://schemas.openxmlformats.org/officeDocument/2006/relationships/image" Target="../media/image30.jpg"/><Relationship Id="rId17" Type="http://schemas.openxmlformats.org/officeDocument/2006/relationships/image" Target="../media/image31.jpg"/><Relationship Id="rId18" Type="http://schemas.openxmlformats.org/officeDocument/2006/relationships/image" Target="../media/image32.jpg"/><Relationship Id="rId19" Type="http://schemas.openxmlformats.org/officeDocument/2006/relationships/image" Target="../media/image2.png"/><Relationship Id="rId20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ream-gr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Freeform 2"/>
          <p:cNvSpPr/>
          <p:nvPr/>
        </p:nvSpPr>
        <p:spPr>
          <a:xfrm>
            <a:off x="-190500" y="3588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0" y="3810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190500" y="4031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381000" y="4252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571500" y="4471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762000" y="4688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952500" y="4902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143000" y="5113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333500" y="5319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524000" y="5519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714500" y="5715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1905000" y="5903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095500" y="6085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286000" y="6259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476500" y="6424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667000" y="6581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2857500" y="6728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048000" y="6866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238500" y="6993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429000" y="7109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619500" y="7214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3810000" y="7308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000500" y="7390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191000" y="7459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381500" y="7517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572000" y="7562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762500" y="7594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4953000" y="7613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143500" y="7613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334000" y="7594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524500" y="7562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715000" y="7517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5905500" y="7459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096000" y="7390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286500" y="7308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477000" y="7214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667500" y="7109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6858000" y="6993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048500" y="6866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239000" y="6728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429500" y="6581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620000" y="6424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7810500" y="6259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001000" y="6085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191500" y="5903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382000" y="5715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572500" y="5519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763000" y="5319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8953500" y="5113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144000" y="4902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334500" y="4688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525000" y="4471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715500" y="4252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9906000" y="4031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096500" y="3810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10287000" y="3588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152400" y="447159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1295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438400" y="672862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3581400" y="739022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4724400" y="7620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5867400" y="739022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7010400" y="672862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8153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9296400" y="447159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5-Point Star 67"/>
          <p:cNvSpPr/>
          <p:nvPr/>
        </p:nvSpPr>
        <p:spPr>
          <a:xfrm>
            <a:off x="2981325" y="2486025"/>
            <a:ext cx="323850" cy="323850"/>
          </a:xfrm>
          <a:prstGeom prst="star5">
            <a:avLst/>
          </a:pr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5-Point Star 68"/>
          <p:cNvSpPr/>
          <p:nvPr/>
        </p:nvSpPr>
        <p:spPr>
          <a:xfrm>
            <a:off x="6981825" y="2486025"/>
            <a:ext cx="323850" cy="323850"/>
          </a:xfrm>
          <a:prstGeom prst="star5">
            <a:avLst/>
          </a:pr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62000" y="2428875"/>
            <a:ext cx="876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1" i="0" spc="400">
                <a:solidFill>
                  <a:srgbClr val="31662F"/>
                </a:solidFill>
                <a:latin typeface="Montserrat"/>
              </a:rPr>
              <a:t>OCTOBER 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62000" y="3048000"/>
            <a:ext cx="8763000" cy="266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600" b="1" i="0">
                <a:solidFill>
                  <a:srgbClr val="31662F"/>
                </a:solidFill>
                <a:latin typeface="Montserrat"/>
              </a:rPr>
              <a:t>Happy World Teachers' Day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905000" y="5715000"/>
            <a:ext cx="64770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Thank you to our instructors and education staff.</a:t>
            </a:r>
          </a:p>
        </p:txBody>
      </p:sp>
      <p:sp>
        <p:nvSpPr>
          <p:cNvPr id="73" name="Oval 72"/>
          <p:cNvSpPr/>
          <p:nvPr/>
        </p:nvSpPr>
        <p:spPr>
          <a:xfrm>
            <a:off x="1952625" y="7620000"/>
            <a:ext cx="1428750" cy="1743075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2266950" y="7898892"/>
            <a:ext cx="171450" cy="348615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Freeform 74"/>
          <p:cNvSpPr/>
          <p:nvPr/>
        </p:nvSpPr>
        <p:spPr>
          <a:xfrm>
            <a:off x="2581275" y="9324975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2667000" y="9458325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Freeform 76"/>
          <p:cNvSpPr/>
          <p:nvPr/>
        </p:nvSpPr>
        <p:spPr>
          <a:xfrm>
            <a:off x="2685923" y="9515475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Freeform 77"/>
          <p:cNvSpPr/>
          <p:nvPr/>
        </p:nvSpPr>
        <p:spPr>
          <a:xfrm>
            <a:off x="2704092" y="9572625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Freeform 78"/>
          <p:cNvSpPr/>
          <p:nvPr/>
        </p:nvSpPr>
        <p:spPr>
          <a:xfrm>
            <a:off x="2720782" y="9629775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Freeform 79"/>
          <p:cNvSpPr/>
          <p:nvPr/>
        </p:nvSpPr>
        <p:spPr>
          <a:xfrm>
            <a:off x="2735328" y="9686925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Freeform 80"/>
          <p:cNvSpPr/>
          <p:nvPr/>
        </p:nvSpPr>
        <p:spPr>
          <a:xfrm>
            <a:off x="2747150" y="9744075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Freeform 81"/>
          <p:cNvSpPr/>
          <p:nvPr/>
        </p:nvSpPr>
        <p:spPr>
          <a:xfrm>
            <a:off x="2755776" y="9801225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2760864" y="9858375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Freeform 83"/>
          <p:cNvSpPr/>
          <p:nvPr/>
        </p:nvSpPr>
        <p:spPr>
          <a:xfrm>
            <a:off x="2759758" y="9915525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Freeform 84"/>
          <p:cNvSpPr/>
          <p:nvPr/>
        </p:nvSpPr>
        <p:spPr>
          <a:xfrm>
            <a:off x="2753610" y="9972675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Freeform 85"/>
          <p:cNvSpPr/>
          <p:nvPr/>
        </p:nvSpPr>
        <p:spPr>
          <a:xfrm>
            <a:off x="2744009" y="10029825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Freeform 86"/>
          <p:cNvSpPr/>
          <p:nvPr/>
        </p:nvSpPr>
        <p:spPr>
          <a:xfrm>
            <a:off x="2731337" y="10086975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Freeform 87"/>
          <p:cNvSpPr/>
          <p:nvPr/>
        </p:nvSpPr>
        <p:spPr>
          <a:xfrm>
            <a:off x="2716101" y="10144125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Freeform 88"/>
          <p:cNvSpPr/>
          <p:nvPr/>
        </p:nvSpPr>
        <p:spPr>
          <a:xfrm>
            <a:off x="2698907" y="10201275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2680441" y="10258425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2661439" y="10315575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Freeform 91"/>
          <p:cNvSpPr/>
          <p:nvPr/>
        </p:nvSpPr>
        <p:spPr>
          <a:xfrm>
            <a:off x="2642659" y="10372725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Freeform 92"/>
          <p:cNvSpPr/>
          <p:nvPr/>
        </p:nvSpPr>
        <p:spPr>
          <a:xfrm>
            <a:off x="2624849" y="10429875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Freeform 93"/>
          <p:cNvSpPr/>
          <p:nvPr/>
        </p:nvSpPr>
        <p:spPr>
          <a:xfrm>
            <a:off x="2608720" y="10487025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Freeform 94"/>
          <p:cNvSpPr/>
          <p:nvPr/>
        </p:nvSpPr>
        <p:spPr>
          <a:xfrm>
            <a:off x="2594914" y="10544175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2583982" y="10601325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2576359" y="10658475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2572350" y="10715625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2572115" y="10772775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2572115" y="10829925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Freeform 100"/>
          <p:cNvSpPr/>
          <p:nvPr/>
        </p:nvSpPr>
        <p:spPr>
          <a:xfrm>
            <a:off x="2575662" y="10887075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Freeform 101"/>
          <p:cNvSpPr/>
          <p:nvPr/>
        </p:nvSpPr>
        <p:spPr>
          <a:xfrm>
            <a:off x="2582850" y="10944225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Freeform 102"/>
          <p:cNvSpPr/>
          <p:nvPr/>
        </p:nvSpPr>
        <p:spPr>
          <a:xfrm>
            <a:off x="2593394" y="11001375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Freeform 103"/>
          <p:cNvSpPr/>
          <p:nvPr/>
        </p:nvSpPr>
        <p:spPr>
          <a:xfrm>
            <a:off x="2606871" y="11058525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Freeform 104"/>
          <p:cNvSpPr/>
          <p:nvPr/>
        </p:nvSpPr>
        <p:spPr>
          <a:xfrm>
            <a:off x="2622746" y="11115675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Freeform 105"/>
          <p:cNvSpPr/>
          <p:nvPr/>
        </p:nvSpPr>
        <p:spPr>
          <a:xfrm>
            <a:off x="2640385" y="11172825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Freeform 106"/>
          <p:cNvSpPr/>
          <p:nvPr/>
        </p:nvSpPr>
        <p:spPr>
          <a:xfrm>
            <a:off x="2659085" y="11229975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Freeform 107"/>
          <p:cNvSpPr/>
          <p:nvPr/>
        </p:nvSpPr>
        <p:spPr>
          <a:xfrm>
            <a:off x="2678101" y="11287125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Freeform 108"/>
          <p:cNvSpPr/>
          <p:nvPr/>
        </p:nvSpPr>
        <p:spPr>
          <a:xfrm>
            <a:off x="2696674" y="11344275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Freeform 109"/>
          <p:cNvSpPr/>
          <p:nvPr/>
        </p:nvSpPr>
        <p:spPr>
          <a:xfrm>
            <a:off x="2714064" y="11401425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Freeform 110"/>
          <p:cNvSpPr/>
          <p:nvPr/>
        </p:nvSpPr>
        <p:spPr>
          <a:xfrm>
            <a:off x="2729577" y="11458575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Freeform 111"/>
          <p:cNvSpPr/>
          <p:nvPr/>
        </p:nvSpPr>
        <p:spPr>
          <a:xfrm>
            <a:off x="2742596" y="11515725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Freeform 112"/>
          <p:cNvSpPr/>
          <p:nvPr/>
        </p:nvSpPr>
        <p:spPr>
          <a:xfrm>
            <a:off x="2752601" y="11572875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Freeform 113"/>
          <p:cNvSpPr/>
          <p:nvPr/>
        </p:nvSpPr>
        <p:spPr>
          <a:xfrm>
            <a:off x="2759194" y="11630025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666750" y="7048500"/>
            <a:ext cx="1524000" cy="1859280"/>
          </a:xfrm>
          <a:prstGeom prst="ellipse">
            <a:avLst/>
          </a:pr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1002029" y="7345984"/>
            <a:ext cx="182880" cy="371856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Freeform 116"/>
          <p:cNvSpPr/>
          <p:nvPr/>
        </p:nvSpPr>
        <p:spPr>
          <a:xfrm>
            <a:off x="1343025" y="886968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Freeform 117"/>
          <p:cNvSpPr/>
          <p:nvPr/>
        </p:nvSpPr>
        <p:spPr>
          <a:xfrm>
            <a:off x="1428750" y="900303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Freeform 118"/>
          <p:cNvSpPr/>
          <p:nvPr/>
        </p:nvSpPr>
        <p:spPr>
          <a:xfrm>
            <a:off x="1447673" y="906018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Freeform 119"/>
          <p:cNvSpPr/>
          <p:nvPr/>
        </p:nvSpPr>
        <p:spPr>
          <a:xfrm>
            <a:off x="1465842" y="911733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Freeform 120"/>
          <p:cNvSpPr/>
          <p:nvPr/>
        </p:nvSpPr>
        <p:spPr>
          <a:xfrm>
            <a:off x="1482532" y="917448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Freeform 121"/>
          <p:cNvSpPr/>
          <p:nvPr/>
        </p:nvSpPr>
        <p:spPr>
          <a:xfrm>
            <a:off x="1497078" y="923163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Freeform 122"/>
          <p:cNvSpPr/>
          <p:nvPr/>
        </p:nvSpPr>
        <p:spPr>
          <a:xfrm>
            <a:off x="1508900" y="928878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Freeform 123"/>
          <p:cNvSpPr/>
          <p:nvPr/>
        </p:nvSpPr>
        <p:spPr>
          <a:xfrm>
            <a:off x="1517526" y="934593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Freeform 124"/>
          <p:cNvSpPr/>
          <p:nvPr/>
        </p:nvSpPr>
        <p:spPr>
          <a:xfrm>
            <a:off x="1522614" y="940308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Freeform 125"/>
          <p:cNvSpPr/>
          <p:nvPr/>
        </p:nvSpPr>
        <p:spPr>
          <a:xfrm>
            <a:off x="1521508" y="946023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Freeform 126"/>
          <p:cNvSpPr/>
          <p:nvPr/>
        </p:nvSpPr>
        <p:spPr>
          <a:xfrm>
            <a:off x="1515360" y="951738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Freeform 127"/>
          <p:cNvSpPr/>
          <p:nvPr/>
        </p:nvSpPr>
        <p:spPr>
          <a:xfrm>
            <a:off x="1505759" y="957453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Freeform 128"/>
          <p:cNvSpPr/>
          <p:nvPr/>
        </p:nvSpPr>
        <p:spPr>
          <a:xfrm>
            <a:off x="1493087" y="963168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Freeform 129"/>
          <p:cNvSpPr/>
          <p:nvPr/>
        </p:nvSpPr>
        <p:spPr>
          <a:xfrm>
            <a:off x="1477851" y="968883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Freeform 130"/>
          <p:cNvSpPr/>
          <p:nvPr/>
        </p:nvSpPr>
        <p:spPr>
          <a:xfrm>
            <a:off x="1460657" y="974598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Freeform 131"/>
          <p:cNvSpPr/>
          <p:nvPr/>
        </p:nvSpPr>
        <p:spPr>
          <a:xfrm>
            <a:off x="1442191" y="980313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Freeform 132"/>
          <p:cNvSpPr/>
          <p:nvPr/>
        </p:nvSpPr>
        <p:spPr>
          <a:xfrm>
            <a:off x="1423189" y="986028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Freeform 133"/>
          <p:cNvSpPr/>
          <p:nvPr/>
        </p:nvSpPr>
        <p:spPr>
          <a:xfrm>
            <a:off x="1404409" y="991743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Freeform 134"/>
          <p:cNvSpPr/>
          <p:nvPr/>
        </p:nvSpPr>
        <p:spPr>
          <a:xfrm>
            <a:off x="1386599" y="997458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Freeform 135"/>
          <p:cNvSpPr/>
          <p:nvPr/>
        </p:nvSpPr>
        <p:spPr>
          <a:xfrm>
            <a:off x="1370470" y="1003173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Freeform 136"/>
          <p:cNvSpPr/>
          <p:nvPr/>
        </p:nvSpPr>
        <p:spPr>
          <a:xfrm>
            <a:off x="1356664" y="1008888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Freeform 137"/>
          <p:cNvSpPr/>
          <p:nvPr/>
        </p:nvSpPr>
        <p:spPr>
          <a:xfrm>
            <a:off x="1345732" y="1014603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Freeform 138"/>
          <p:cNvSpPr/>
          <p:nvPr/>
        </p:nvSpPr>
        <p:spPr>
          <a:xfrm>
            <a:off x="1338109" y="1020318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Freeform 139"/>
          <p:cNvSpPr/>
          <p:nvPr/>
        </p:nvSpPr>
        <p:spPr>
          <a:xfrm>
            <a:off x="1334100" y="1026033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Freeform 140"/>
          <p:cNvSpPr/>
          <p:nvPr/>
        </p:nvSpPr>
        <p:spPr>
          <a:xfrm>
            <a:off x="1333865" y="1031748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Freeform 141"/>
          <p:cNvSpPr/>
          <p:nvPr/>
        </p:nvSpPr>
        <p:spPr>
          <a:xfrm>
            <a:off x="1333865" y="1037463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Freeform 142"/>
          <p:cNvSpPr/>
          <p:nvPr/>
        </p:nvSpPr>
        <p:spPr>
          <a:xfrm>
            <a:off x="1337412" y="1043178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Freeform 143"/>
          <p:cNvSpPr/>
          <p:nvPr/>
        </p:nvSpPr>
        <p:spPr>
          <a:xfrm>
            <a:off x="1344600" y="1048893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Freeform 144"/>
          <p:cNvSpPr/>
          <p:nvPr/>
        </p:nvSpPr>
        <p:spPr>
          <a:xfrm>
            <a:off x="1355144" y="1054608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Freeform 145"/>
          <p:cNvSpPr/>
          <p:nvPr/>
        </p:nvSpPr>
        <p:spPr>
          <a:xfrm>
            <a:off x="1368621" y="1060323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reeform 146"/>
          <p:cNvSpPr/>
          <p:nvPr/>
        </p:nvSpPr>
        <p:spPr>
          <a:xfrm>
            <a:off x="1384496" y="1066038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Freeform 147"/>
          <p:cNvSpPr/>
          <p:nvPr/>
        </p:nvSpPr>
        <p:spPr>
          <a:xfrm>
            <a:off x="1402135" y="1071753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Freeform 148"/>
          <p:cNvSpPr/>
          <p:nvPr/>
        </p:nvSpPr>
        <p:spPr>
          <a:xfrm>
            <a:off x="1420835" y="1077468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Freeform 149"/>
          <p:cNvSpPr/>
          <p:nvPr/>
        </p:nvSpPr>
        <p:spPr>
          <a:xfrm>
            <a:off x="1439851" y="1083183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Freeform 150"/>
          <p:cNvSpPr/>
          <p:nvPr/>
        </p:nvSpPr>
        <p:spPr>
          <a:xfrm>
            <a:off x="1458424" y="1088898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Freeform 151"/>
          <p:cNvSpPr/>
          <p:nvPr/>
        </p:nvSpPr>
        <p:spPr>
          <a:xfrm>
            <a:off x="1475814" y="1094613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Freeform 152"/>
          <p:cNvSpPr/>
          <p:nvPr/>
        </p:nvSpPr>
        <p:spPr>
          <a:xfrm>
            <a:off x="1491327" y="1100328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Freeform 153"/>
          <p:cNvSpPr/>
          <p:nvPr/>
        </p:nvSpPr>
        <p:spPr>
          <a:xfrm>
            <a:off x="1504346" y="1106043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Freeform 154"/>
          <p:cNvSpPr/>
          <p:nvPr/>
        </p:nvSpPr>
        <p:spPr>
          <a:xfrm>
            <a:off x="1514351" y="1111758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Freeform 155"/>
          <p:cNvSpPr/>
          <p:nvPr/>
        </p:nvSpPr>
        <p:spPr>
          <a:xfrm>
            <a:off x="1520944" y="1117473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Freeform 156"/>
          <p:cNvSpPr/>
          <p:nvPr/>
        </p:nvSpPr>
        <p:spPr>
          <a:xfrm>
            <a:off x="1522986" y="1123188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Freeform 157"/>
          <p:cNvSpPr/>
          <p:nvPr/>
        </p:nvSpPr>
        <p:spPr>
          <a:xfrm>
            <a:off x="1518354" y="1128903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Freeform 158"/>
          <p:cNvSpPr/>
          <p:nvPr/>
        </p:nvSpPr>
        <p:spPr>
          <a:xfrm>
            <a:off x="1510150" y="11346180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Freeform 159"/>
          <p:cNvSpPr/>
          <p:nvPr/>
        </p:nvSpPr>
        <p:spPr>
          <a:xfrm>
            <a:off x="1498701" y="11403330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Freeform 160"/>
          <p:cNvSpPr/>
          <p:nvPr/>
        </p:nvSpPr>
        <p:spPr>
          <a:xfrm>
            <a:off x="1484463" y="11460480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Freeform 161"/>
          <p:cNvSpPr/>
          <p:nvPr/>
        </p:nvSpPr>
        <p:spPr>
          <a:xfrm>
            <a:off x="1468004" y="11517630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Freeform 162"/>
          <p:cNvSpPr/>
          <p:nvPr/>
        </p:nvSpPr>
        <p:spPr>
          <a:xfrm>
            <a:off x="1449980" y="11574780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Freeform 163"/>
          <p:cNvSpPr/>
          <p:nvPr/>
        </p:nvSpPr>
        <p:spPr>
          <a:xfrm>
            <a:off x="1431109" y="11631930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1333500" y="8667750"/>
            <a:ext cx="1333500" cy="1626869"/>
          </a:xfrm>
          <a:prstGeom prst="ellipse">
            <a:avLst/>
          </a:pr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1626870" y="8928049"/>
            <a:ext cx="160020" cy="325373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Freeform 166"/>
          <p:cNvSpPr/>
          <p:nvPr/>
        </p:nvSpPr>
        <p:spPr>
          <a:xfrm>
            <a:off x="1914525" y="1025652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Freeform 167"/>
          <p:cNvSpPr/>
          <p:nvPr/>
        </p:nvSpPr>
        <p:spPr>
          <a:xfrm>
            <a:off x="2000250" y="1038987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Freeform 168"/>
          <p:cNvSpPr/>
          <p:nvPr/>
        </p:nvSpPr>
        <p:spPr>
          <a:xfrm>
            <a:off x="2019173" y="1044702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Freeform 169"/>
          <p:cNvSpPr/>
          <p:nvPr/>
        </p:nvSpPr>
        <p:spPr>
          <a:xfrm>
            <a:off x="2037342" y="1050417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Freeform 170"/>
          <p:cNvSpPr/>
          <p:nvPr/>
        </p:nvSpPr>
        <p:spPr>
          <a:xfrm>
            <a:off x="2054032" y="1056132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Freeform 171"/>
          <p:cNvSpPr/>
          <p:nvPr/>
        </p:nvSpPr>
        <p:spPr>
          <a:xfrm>
            <a:off x="2068578" y="1061847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Freeform 172"/>
          <p:cNvSpPr/>
          <p:nvPr/>
        </p:nvSpPr>
        <p:spPr>
          <a:xfrm>
            <a:off x="2080400" y="1067562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Freeform 173"/>
          <p:cNvSpPr/>
          <p:nvPr/>
        </p:nvSpPr>
        <p:spPr>
          <a:xfrm>
            <a:off x="2089026" y="1073277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Freeform 174"/>
          <p:cNvSpPr/>
          <p:nvPr/>
        </p:nvSpPr>
        <p:spPr>
          <a:xfrm>
            <a:off x="2094114" y="1078992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Freeform 175"/>
          <p:cNvSpPr/>
          <p:nvPr/>
        </p:nvSpPr>
        <p:spPr>
          <a:xfrm>
            <a:off x="2093008" y="1084707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Freeform 176"/>
          <p:cNvSpPr/>
          <p:nvPr/>
        </p:nvSpPr>
        <p:spPr>
          <a:xfrm>
            <a:off x="2086860" y="1090422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Freeform 177"/>
          <p:cNvSpPr/>
          <p:nvPr/>
        </p:nvSpPr>
        <p:spPr>
          <a:xfrm>
            <a:off x="2077259" y="1096137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Freeform 178"/>
          <p:cNvSpPr/>
          <p:nvPr/>
        </p:nvSpPr>
        <p:spPr>
          <a:xfrm>
            <a:off x="2064587" y="1101852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Freeform 179"/>
          <p:cNvSpPr/>
          <p:nvPr/>
        </p:nvSpPr>
        <p:spPr>
          <a:xfrm>
            <a:off x="2049351" y="1107567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Freeform 180"/>
          <p:cNvSpPr/>
          <p:nvPr/>
        </p:nvSpPr>
        <p:spPr>
          <a:xfrm>
            <a:off x="2032157" y="1113282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Freeform 181"/>
          <p:cNvSpPr/>
          <p:nvPr/>
        </p:nvSpPr>
        <p:spPr>
          <a:xfrm>
            <a:off x="2013691" y="1118997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Freeform 182"/>
          <p:cNvSpPr/>
          <p:nvPr/>
        </p:nvSpPr>
        <p:spPr>
          <a:xfrm>
            <a:off x="1994689" y="1124712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Freeform 183"/>
          <p:cNvSpPr/>
          <p:nvPr/>
        </p:nvSpPr>
        <p:spPr>
          <a:xfrm>
            <a:off x="1975909" y="1130427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Freeform 184"/>
          <p:cNvSpPr/>
          <p:nvPr/>
        </p:nvSpPr>
        <p:spPr>
          <a:xfrm>
            <a:off x="1958099" y="1136142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Freeform 185"/>
          <p:cNvSpPr/>
          <p:nvPr/>
        </p:nvSpPr>
        <p:spPr>
          <a:xfrm>
            <a:off x="1941970" y="1141857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Freeform 186"/>
          <p:cNvSpPr/>
          <p:nvPr/>
        </p:nvSpPr>
        <p:spPr>
          <a:xfrm>
            <a:off x="1928164" y="1147572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Freeform 187"/>
          <p:cNvSpPr/>
          <p:nvPr/>
        </p:nvSpPr>
        <p:spPr>
          <a:xfrm>
            <a:off x="1917232" y="1153287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Freeform 188"/>
          <p:cNvSpPr/>
          <p:nvPr/>
        </p:nvSpPr>
        <p:spPr>
          <a:xfrm>
            <a:off x="1909609" y="1159002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Freeform 189"/>
          <p:cNvSpPr/>
          <p:nvPr/>
        </p:nvSpPr>
        <p:spPr>
          <a:xfrm>
            <a:off x="1905600" y="1164717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6905625" y="7620000"/>
            <a:ext cx="1428750" cy="1743075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7219950" y="7898892"/>
            <a:ext cx="171450" cy="348615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Freeform 192"/>
          <p:cNvSpPr/>
          <p:nvPr/>
        </p:nvSpPr>
        <p:spPr>
          <a:xfrm>
            <a:off x="7534275" y="9324975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Freeform 193"/>
          <p:cNvSpPr/>
          <p:nvPr/>
        </p:nvSpPr>
        <p:spPr>
          <a:xfrm>
            <a:off x="7620000" y="9458325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Freeform 194"/>
          <p:cNvSpPr/>
          <p:nvPr/>
        </p:nvSpPr>
        <p:spPr>
          <a:xfrm>
            <a:off x="7638923" y="9515475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Freeform 195"/>
          <p:cNvSpPr/>
          <p:nvPr/>
        </p:nvSpPr>
        <p:spPr>
          <a:xfrm>
            <a:off x="7657092" y="9572625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Freeform 196"/>
          <p:cNvSpPr/>
          <p:nvPr/>
        </p:nvSpPr>
        <p:spPr>
          <a:xfrm>
            <a:off x="7673782" y="9629775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Freeform 197"/>
          <p:cNvSpPr/>
          <p:nvPr/>
        </p:nvSpPr>
        <p:spPr>
          <a:xfrm>
            <a:off x="7688328" y="9686925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Freeform 198"/>
          <p:cNvSpPr/>
          <p:nvPr/>
        </p:nvSpPr>
        <p:spPr>
          <a:xfrm>
            <a:off x="7700150" y="9744075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Freeform 199"/>
          <p:cNvSpPr/>
          <p:nvPr/>
        </p:nvSpPr>
        <p:spPr>
          <a:xfrm>
            <a:off x="7708776" y="9801225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Freeform 200"/>
          <p:cNvSpPr/>
          <p:nvPr/>
        </p:nvSpPr>
        <p:spPr>
          <a:xfrm>
            <a:off x="7713864" y="9858375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Freeform 201"/>
          <p:cNvSpPr/>
          <p:nvPr/>
        </p:nvSpPr>
        <p:spPr>
          <a:xfrm>
            <a:off x="7712758" y="9915525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Freeform 202"/>
          <p:cNvSpPr/>
          <p:nvPr/>
        </p:nvSpPr>
        <p:spPr>
          <a:xfrm>
            <a:off x="7706610" y="9972675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Freeform 203"/>
          <p:cNvSpPr/>
          <p:nvPr/>
        </p:nvSpPr>
        <p:spPr>
          <a:xfrm>
            <a:off x="7697009" y="10029825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Freeform 204"/>
          <p:cNvSpPr/>
          <p:nvPr/>
        </p:nvSpPr>
        <p:spPr>
          <a:xfrm>
            <a:off x="7684337" y="10086975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Freeform 205"/>
          <p:cNvSpPr/>
          <p:nvPr/>
        </p:nvSpPr>
        <p:spPr>
          <a:xfrm>
            <a:off x="7669101" y="10144125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Freeform 206"/>
          <p:cNvSpPr/>
          <p:nvPr/>
        </p:nvSpPr>
        <p:spPr>
          <a:xfrm>
            <a:off x="7651907" y="10201275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Freeform 207"/>
          <p:cNvSpPr/>
          <p:nvPr/>
        </p:nvSpPr>
        <p:spPr>
          <a:xfrm>
            <a:off x="7633441" y="10258425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Freeform 208"/>
          <p:cNvSpPr/>
          <p:nvPr/>
        </p:nvSpPr>
        <p:spPr>
          <a:xfrm>
            <a:off x="7614439" y="10315575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Freeform 209"/>
          <p:cNvSpPr/>
          <p:nvPr/>
        </p:nvSpPr>
        <p:spPr>
          <a:xfrm>
            <a:off x="7595659" y="10372725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Freeform 210"/>
          <p:cNvSpPr/>
          <p:nvPr/>
        </p:nvSpPr>
        <p:spPr>
          <a:xfrm>
            <a:off x="7577849" y="10429875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Freeform 211"/>
          <p:cNvSpPr/>
          <p:nvPr/>
        </p:nvSpPr>
        <p:spPr>
          <a:xfrm>
            <a:off x="7561720" y="10487025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Freeform 212"/>
          <p:cNvSpPr/>
          <p:nvPr/>
        </p:nvSpPr>
        <p:spPr>
          <a:xfrm>
            <a:off x="7547914" y="10544175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Freeform 213"/>
          <p:cNvSpPr/>
          <p:nvPr/>
        </p:nvSpPr>
        <p:spPr>
          <a:xfrm>
            <a:off x="7536982" y="10601325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Freeform 214"/>
          <p:cNvSpPr/>
          <p:nvPr/>
        </p:nvSpPr>
        <p:spPr>
          <a:xfrm>
            <a:off x="7529359" y="10658475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Freeform 215"/>
          <p:cNvSpPr/>
          <p:nvPr/>
        </p:nvSpPr>
        <p:spPr>
          <a:xfrm>
            <a:off x="7525350" y="10715625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Freeform 216"/>
          <p:cNvSpPr/>
          <p:nvPr/>
        </p:nvSpPr>
        <p:spPr>
          <a:xfrm>
            <a:off x="7525115" y="10772775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Freeform 217"/>
          <p:cNvSpPr/>
          <p:nvPr/>
        </p:nvSpPr>
        <p:spPr>
          <a:xfrm>
            <a:off x="7525115" y="10829925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Freeform 218"/>
          <p:cNvSpPr/>
          <p:nvPr/>
        </p:nvSpPr>
        <p:spPr>
          <a:xfrm>
            <a:off x="7528662" y="10887075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Freeform 219"/>
          <p:cNvSpPr/>
          <p:nvPr/>
        </p:nvSpPr>
        <p:spPr>
          <a:xfrm>
            <a:off x="7535850" y="10944225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Freeform 220"/>
          <p:cNvSpPr/>
          <p:nvPr/>
        </p:nvSpPr>
        <p:spPr>
          <a:xfrm>
            <a:off x="7546394" y="11001375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Freeform 221"/>
          <p:cNvSpPr/>
          <p:nvPr/>
        </p:nvSpPr>
        <p:spPr>
          <a:xfrm>
            <a:off x="7559871" y="11058525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Freeform 222"/>
          <p:cNvSpPr/>
          <p:nvPr/>
        </p:nvSpPr>
        <p:spPr>
          <a:xfrm>
            <a:off x="7575746" y="11115675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Freeform 223"/>
          <p:cNvSpPr/>
          <p:nvPr/>
        </p:nvSpPr>
        <p:spPr>
          <a:xfrm>
            <a:off x="7593385" y="11172825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Freeform 224"/>
          <p:cNvSpPr/>
          <p:nvPr/>
        </p:nvSpPr>
        <p:spPr>
          <a:xfrm>
            <a:off x="7612085" y="11229975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Freeform 225"/>
          <p:cNvSpPr/>
          <p:nvPr/>
        </p:nvSpPr>
        <p:spPr>
          <a:xfrm>
            <a:off x="7631101" y="11287125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Freeform 226"/>
          <p:cNvSpPr/>
          <p:nvPr/>
        </p:nvSpPr>
        <p:spPr>
          <a:xfrm>
            <a:off x="7649674" y="11344275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Freeform 227"/>
          <p:cNvSpPr/>
          <p:nvPr/>
        </p:nvSpPr>
        <p:spPr>
          <a:xfrm>
            <a:off x="7667064" y="11401425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Freeform 228"/>
          <p:cNvSpPr/>
          <p:nvPr/>
        </p:nvSpPr>
        <p:spPr>
          <a:xfrm>
            <a:off x="7682577" y="11458575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Freeform 229"/>
          <p:cNvSpPr/>
          <p:nvPr/>
        </p:nvSpPr>
        <p:spPr>
          <a:xfrm>
            <a:off x="7695596" y="11515725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Freeform 230"/>
          <p:cNvSpPr/>
          <p:nvPr/>
        </p:nvSpPr>
        <p:spPr>
          <a:xfrm>
            <a:off x="7705601" y="11572875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Freeform 231"/>
          <p:cNvSpPr/>
          <p:nvPr/>
        </p:nvSpPr>
        <p:spPr>
          <a:xfrm>
            <a:off x="7712194" y="11630025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8096250" y="7048500"/>
            <a:ext cx="1524000" cy="1859280"/>
          </a:xfrm>
          <a:prstGeom prst="ellipse">
            <a:avLst/>
          </a:pr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Oval 233"/>
          <p:cNvSpPr/>
          <p:nvPr/>
        </p:nvSpPr>
        <p:spPr>
          <a:xfrm>
            <a:off x="8431530" y="7345984"/>
            <a:ext cx="182880" cy="371856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Freeform 234"/>
          <p:cNvSpPr/>
          <p:nvPr/>
        </p:nvSpPr>
        <p:spPr>
          <a:xfrm>
            <a:off x="8772525" y="886968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Freeform 235"/>
          <p:cNvSpPr/>
          <p:nvPr/>
        </p:nvSpPr>
        <p:spPr>
          <a:xfrm>
            <a:off x="8858250" y="900303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Freeform 236"/>
          <p:cNvSpPr/>
          <p:nvPr/>
        </p:nvSpPr>
        <p:spPr>
          <a:xfrm>
            <a:off x="8877173" y="906018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Freeform 237"/>
          <p:cNvSpPr/>
          <p:nvPr/>
        </p:nvSpPr>
        <p:spPr>
          <a:xfrm>
            <a:off x="8895342" y="911733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Freeform 238"/>
          <p:cNvSpPr/>
          <p:nvPr/>
        </p:nvSpPr>
        <p:spPr>
          <a:xfrm>
            <a:off x="8912032" y="917448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Freeform 239"/>
          <p:cNvSpPr/>
          <p:nvPr/>
        </p:nvSpPr>
        <p:spPr>
          <a:xfrm>
            <a:off x="8926578" y="923163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Freeform 240"/>
          <p:cNvSpPr/>
          <p:nvPr/>
        </p:nvSpPr>
        <p:spPr>
          <a:xfrm>
            <a:off x="8938400" y="928878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Freeform 241"/>
          <p:cNvSpPr/>
          <p:nvPr/>
        </p:nvSpPr>
        <p:spPr>
          <a:xfrm>
            <a:off x="8947026" y="934593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Freeform 242"/>
          <p:cNvSpPr/>
          <p:nvPr/>
        </p:nvSpPr>
        <p:spPr>
          <a:xfrm>
            <a:off x="8952114" y="940308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Freeform 243"/>
          <p:cNvSpPr/>
          <p:nvPr/>
        </p:nvSpPr>
        <p:spPr>
          <a:xfrm>
            <a:off x="8951008" y="946023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Freeform 244"/>
          <p:cNvSpPr/>
          <p:nvPr/>
        </p:nvSpPr>
        <p:spPr>
          <a:xfrm>
            <a:off x="8944860" y="951738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Freeform 245"/>
          <p:cNvSpPr/>
          <p:nvPr/>
        </p:nvSpPr>
        <p:spPr>
          <a:xfrm>
            <a:off x="8935259" y="957453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Freeform 246"/>
          <p:cNvSpPr/>
          <p:nvPr/>
        </p:nvSpPr>
        <p:spPr>
          <a:xfrm>
            <a:off x="8922587" y="963168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Freeform 247"/>
          <p:cNvSpPr/>
          <p:nvPr/>
        </p:nvSpPr>
        <p:spPr>
          <a:xfrm>
            <a:off x="8907351" y="968883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Freeform 248"/>
          <p:cNvSpPr/>
          <p:nvPr/>
        </p:nvSpPr>
        <p:spPr>
          <a:xfrm>
            <a:off x="8890157" y="974598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Freeform 249"/>
          <p:cNvSpPr/>
          <p:nvPr/>
        </p:nvSpPr>
        <p:spPr>
          <a:xfrm>
            <a:off x="8871691" y="980313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Freeform 250"/>
          <p:cNvSpPr/>
          <p:nvPr/>
        </p:nvSpPr>
        <p:spPr>
          <a:xfrm>
            <a:off x="8852689" y="986028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Freeform 251"/>
          <p:cNvSpPr/>
          <p:nvPr/>
        </p:nvSpPr>
        <p:spPr>
          <a:xfrm>
            <a:off x="8833909" y="991743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Freeform 252"/>
          <p:cNvSpPr/>
          <p:nvPr/>
        </p:nvSpPr>
        <p:spPr>
          <a:xfrm>
            <a:off x="8816099" y="997458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Freeform 253"/>
          <p:cNvSpPr/>
          <p:nvPr/>
        </p:nvSpPr>
        <p:spPr>
          <a:xfrm>
            <a:off x="8799970" y="1003173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Freeform 254"/>
          <p:cNvSpPr/>
          <p:nvPr/>
        </p:nvSpPr>
        <p:spPr>
          <a:xfrm>
            <a:off x="8786164" y="1008888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Freeform 255"/>
          <p:cNvSpPr/>
          <p:nvPr/>
        </p:nvSpPr>
        <p:spPr>
          <a:xfrm>
            <a:off x="8775232" y="1014603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Freeform 256"/>
          <p:cNvSpPr/>
          <p:nvPr/>
        </p:nvSpPr>
        <p:spPr>
          <a:xfrm>
            <a:off x="8767609" y="1020318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Freeform 257"/>
          <p:cNvSpPr/>
          <p:nvPr/>
        </p:nvSpPr>
        <p:spPr>
          <a:xfrm>
            <a:off x="8763600" y="1026033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Freeform 258"/>
          <p:cNvSpPr/>
          <p:nvPr/>
        </p:nvSpPr>
        <p:spPr>
          <a:xfrm>
            <a:off x="8763365" y="1031748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Freeform 259"/>
          <p:cNvSpPr/>
          <p:nvPr/>
        </p:nvSpPr>
        <p:spPr>
          <a:xfrm>
            <a:off x="8763365" y="1037463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Freeform 260"/>
          <p:cNvSpPr/>
          <p:nvPr/>
        </p:nvSpPr>
        <p:spPr>
          <a:xfrm>
            <a:off x="8766912" y="1043178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Freeform 261"/>
          <p:cNvSpPr/>
          <p:nvPr/>
        </p:nvSpPr>
        <p:spPr>
          <a:xfrm>
            <a:off x="8774100" y="1048893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Freeform 262"/>
          <p:cNvSpPr/>
          <p:nvPr/>
        </p:nvSpPr>
        <p:spPr>
          <a:xfrm>
            <a:off x="8784644" y="1054608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Freeform 263"/>
          <p:cNvSpPr/>
          <p:nvPr/>
        </p:nvSpPr>
        <p:spPr>
          <a:xfrm>
            <a:off x="8798121" y="1060323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Freeform 264"/>
          <p:cNvSpPr/>
          <p:nvPr/>
        </p:nvSpPr>
        <p:spPr>
          <a:xfrm>
            <a:off x="8813996" y="1066038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Freeform 265"/>
          <p:cNvSpPr/>
          <p:nvPr/>
        </p:nvSpPr>
        <p:spPr>
          <a:xfrm>
            <a:off x="8831635" y="1071753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Freeform 266"/>
          <p:cNvSpPr/>
          <p:nvPr/>
        </p:nvSpPr>
        <p:spPr>
          <a:xfrm>
            <a:off x="8850335" y="1077468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Freeform 267"/>
          <p:cNvSpPr/>
          <p:nvPr/>
        </p:nvSpPr>
        <p:spPr>
          <a:xfrm>
            <a:off x="8869351" y="1083183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Freeform 268"/>
          <p:cNvSpPr/>
          <p:nvPr/>
        </p:nvSpPr>
        <p:spPr>
          <a:xfrm>
            <a:off x="8887924" y="1088898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Freeform 269"/>
          <p:cNvSpPr/>
          <p:nvPr/>
        </p:nvSpPr>
        <p:spPr>
          <a:xfrm>
            <a:off x="8905314" y="1094613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Freeform 270"/>
          <p:cNvSpPr/>
          <p:nvPr/>
        </p:nvSpPr>
        <p:spPr>
          <a:xfrm>
            <a:off x="8920827" y="1100328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Freeform 271"/>
          <p:cNvSpPr/>
          <p:nvPr/>
        </p:nvSpPr>
        <p:spPr>
          <a:xfrm>
            <a:off x="8933846" y="1106043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Freeform 272"/>
          <p:cNvSpPr/>
          <p:nvPr/>
        </p:nvSpPr>
        <p:spPr>
          <a:xfrm>
            <a:off x="8943851" y="1111758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Freeform 273"/>
          <p:cNvSpPr/>
          <p:nvPr/>
        </p:nvSpPr>
        <p:spPr>
          <a:xfrm>
            <a:off x="8950444" y="1117473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Freeform 274"/>
          <p:cNvSpPr/>
          <p:nvPr/>
        </p:nvSpPr>
        <p:spPr>
          <a:xfrm>
            <a:off x="8952486" y="1123188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Freeform 275"/>
          <p:cNvSpPr/>
          <p:nvPr/>
        </p:nvSpPr>
        <p:spPr>
          <a:xfrm>
            <a:off x="8947854" y="1128903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Freeform 276"/>
          <p:cNvSpPr/>
          <p:nvPr/>
        </p:nvSpPr>
        <p:spPr>
          <a:xfrm>
            <a:off x="8939650" y="11346180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Freeform 277"/>
          <p:cNvSpPr/>
          <p:nvPr/>
        </p:nvSpPr>
        <p:spPr>
          <a:xfrm>
            <a:off x="8928201" y="11403330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Freeform 278"/>
          <p:cNvSpPr/>
          <p:nvPr/>
        </p:nvSpPr>
        <p:spPr>
          <a:xfrm>
            <a:off x="8913963" y="11460480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Freeform 279"/>
          <p:cNvSpPr/>
          <p:nvPr/>
        </p:nvSpPr>
        <p:spPr>
          <a:xfrm>
            <a:off x="8897504" y="11517630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Freeform 280"/>
          <p:cNvSpPr/>
          <p:nvPr/>
        </p:nvSpPr>
        <p:spPr>
          <a:xfrm>
            <a:off x="8879480" y="11574780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Freeform 281"/>
          <p:cNvSpPr/>
          <p:nvPr/>
        </p:nvSpPr>
        <p:spPr>
          <a:xfrm>
            <a:off x="8860609" y="11631930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Oval 282"/>
          <p:cNvSpPr/>
          <p:nvPr/>
        </p:nvSpPr>
        <p:spPr>
          <a:xfrm>
            <a:off x="7620000" y="8667750"/>
            <a:ext cx="1333500" cy="1626869"/>
          </a:xfrm>
          <a:prstGeom prst="ellipse">
            <a:avLst/>
          </a:pr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Oval 283"/>
          <p:cNvSpPr/>
          <p:nvPr/>
        </p:nvSpPr>
        <p:spPr>
          <a:xfrm>
            <a:off x="7913370" y="8928049"/>
            <a:ext cx="160020" cy="325373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Freeform 284"/>
          <p:cNvSpPr/>
          <p:nvPr/>
        </p:nvSpPr>
        <p:spPr>
          <a:xfrm>
            <a:off x="8201025" y="1025652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Freeform 285"/>
          <p:cNvSpPr/>
          <p:nvPr/>
        </p:nvSpPr>
        <p:spPr>
          <a:xfrm>
            <a:off x="8286750" y="1038987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Freeform 286"/>
          <p:cNvSpPr/>
          <p:nvPr/>
        </p:nvSpPr>
        <p:spPr>
          <a:xfrm>
            <a:off x="8305673" y="1044702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Freeform 287"/>
          <p:cNvSpPr/>
          <p:nvPr/>
        </p:nvSpPr>
        <p:spPr>
          <a:xfrm>
            <a:off x="8323842" y="1050417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Freeform 288"/>
          <p:cNvSpPr/>
          <p:nvPr/>
        </p:nvSpPr>
        <p:spPr>
          <a:xfrm>
            <a:off x="8340532" y="1056132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Freeform 289"/>
          <p:cNvSpPr/>
          <p:nvPr/>
        </p:nvSpPr>
        <p:spPr>
          <a:xfrm>
            <a:off x="8355078" y="1061847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Freeform 290"/>
          <p:cNvSpPr/>
          <p:nvPr/>
        </p:nvSpPr>
        <p:spPr>
          <a:xfrm>
            <a:off x="8366900" y="1067562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Freeform 291"/>
          <p:cNvSpPr/>
          <p:nvPr/>
        </p:nvSpPr>
        <p:spPr>
          <a:xfrm>
            <a:off x="8375526" y="1073277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Freeform 292"/>
          <p:cNvSpPr/>
          <p:nvPr/>
        </p:nvSpPr>
        <p:spPr>
          <a:xfrm>
            <a:off x="8380614" y="1078992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Freeform 293"/>
          <p:cNvSpPr/>
          <p:nvPr/>
        </p:nvSpPr>
        <p:spPr>
          <a:xfrm>
            <a:off x="8379508" y="1084707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Freeform 294"/>
          <p:cNvSpPr/>
          <p:nvPr/>
        </p:nvSpPr>
        <p:spPr>
          <a:xfrm>
            <a:off x="8373360" y="1090422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Freeform 295"/>
          <p:cNvSpPr/>
          <p:nvPr/>
        </p:nvSpPr>
        <p:spPr>
          <a:xfrm>
            <a:off x="8363759" y="1096137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Freeform 296"/>
          <p:cNvSpPr/>
          <p:nvPr/>
        </p:nvSpPr>
        <p:spPr>
          <a:xfrm>
            <a:off x="8351087" y="1101852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Freeform 297"/>
          <p:cNvSpPr/>
          <p:nvPr/>
        </p:nvSpPr>
        <p:spPr>
          <a:xfrm>
            <a:off x="8335851" y="1107567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Freeform 298"/>
          <p:cNvSpPr/>
          <p:nvPr/>
        </p:nvSpPr>
        <p:spPr>
          <a:xfrm>
            <a:off x="8318657" y="1113282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Freeform 299"/>
          <p:cNvSpPr/>
          <p:nvPr/>
        </p:nvSpPr>
        <p:spPr>
          <a:xfrm>
            <a:off x="8300191" y="1118997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Freeform 300"/>
          <p:cNvSpPr/>
          <p:nvPr/>
        </p:nvSpPr>
        <p:spPr>
          <a:xfrm>
            <a:off x="8281189" y="1124712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Freeform 301"/>
          <p:cNvSpPr/>
          <p:nvPr/>
        </p:nvSpPr>
        <p:spPr>
          <a:xfrm>
            <a:off x="8262409" y="1130427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Freeform 302"/>
          <p:cNvSpPr/>
          <p:nvPr/>
        </p:nvSpPr>
        <p:spPr>
          <a:xfrm>
            <a:off x="8244599" y="1136142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Freeform 303"/>
          <p:cNvSpPr/>
          <p:nvPr/>
        </p:nvSpPr>
        <p:spPr>
          <a:xfrm>
            <a:off x="8228470" y="1141857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Freeform 304"/>
          <p:cNvSpPr/>
          <p:nvPr/>
        </p:nvSpPr>
        <p:spPr>
          <a:xfrm>
            <a:off x="8214664" y="1147572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Freeform 305"/>
          <p:cNvSpPr/>
          <p:nvPr/>
        </p:nvSpPr>
        <p:spPr>
          <a:xfrm>
            <a:off x="8203732" y="1153287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Freeform 306"/>
          <p:cNvSpPr/>
          <p:nvPr/>
        </p:nvSpPr>
        <p:spPr>
          <a:xfrm>
            <a:off x="8196109" y="1159002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Freeform 307"/>
          <p:cNvSpPr/>
          <p:nvPr/>
        </p:nvSpPr>
        <p:spPr>
          <a:xfrm>
            <a:off x="8192100" y="1164717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9" name="Picture 308" descr="soil-corner-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0001250"/>
            <a:ext cx="6096000" cy="2857500"/>
          </a:xfrm>
          <a:prstGeom prst="rect">
            <a:avLst/>
          </a:prstGeom>
        </p:spPr>
      </p:pic>
      <p:pic>
        <p:nvPicPr>
          <p:cNvPr id="310" name="Picture 309" descr="soil-corner-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5334000" y="10382250"/>
            <a:ext cx="4953000" cy="2476500"/>
          </a:xfrm>
          <a:prstGeom prst="rect">
            <a:avLst/>
          </a:prstGeom>
        </p:spPr>
      </p:pic>
      <p:pic>
        <p:nvPicPr>
          <p:cNvPr id="311" name="Picture 310" descr="foundation-logo-col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14750" y="7239000"/>
            <a:ext cx="2857500" cy="2569057"/>
          </a:xfrm>
          <a:prstGeom prst="rect">
            <a:avLst/>
          </a:prstGeom>
        </p:spPr>
      </p:pic>
      <p:sp>
        <p:nvSpPr>
          <p:cNvPr id="312" name="TextBox 311"/>
          <p:cNvSpPr txBox="1"/>
          <p:nvPr/>
        </p:nvSpPr>
        <p:spPr>
          <a:xfrm>
            <a:off x="762000" y="10572750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4C3634"/>
                </a:solidFill>
                <a:latin typeface="Montserrat"/>
              </a:rPr>
              <a:t>Swipe 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ream-gr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Freeform 2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815393575160896488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" y="1571625"/>
            <a:ext cx="3048000" cy="304800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4095750" y="2524125"/>
            <a:ext cx="5524500" cy="6598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31662F"/>
                </a:solidFill>
                <a:latin typeface="Montserrat"/>
              </a:rPr>
              <a:t>Ib Borup Pedersen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095750" y="3184002"/>
            <a:ext cx="5524500" cy="5224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0" i="0">
                <a:solidFill>
                  <a:srgbClr val="333130"/>
                </a:solidFill>
                <a:latin typeface="Source Sans 3"/>
              </a:rPr>
              <a:t>Farmer, Consultant &amp; Mentor</a:t>
            </a:r>
          </a:p>
        </p:txBody>
      </p:sp>
      <p:pic>
        <p:nvPicPr>
          <p:cNvPr id="73" name="Picture 72" descr="218246715726724603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750" y="4905375"/>
            <a:ext cx="3048000" cy="3048000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4095750" y="5857875"/>
            <a:ext cx="5524500" cy="6598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31662F"/>
                </a:solidFill>
                <a:latin typeface="Montserrat"/>
              </a:rPr>
              <a:t>Brian Daubenspeck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095750" y="6517752"/>
            <a:ext cx="5524500" cy="5224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0" i="0">
                <a:solidFill>
                  <a:srgbClr val="333130"/>
                </a:solidFill>
                <a:latin typeface="Source Sans 3"/>
              </a:rPr>
              <a:t>Consultant &amp; Mentor</a:t>
            </a:r>
          </a:p>
        </p:txBody>
      </p:sp>
      <p:pic>
        <p:nvPicPr>
          <p:cNvPr id="76" name="Picture 75" descr="834631181246199249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6750" y="8239125"/>
            <a:ext cx="3048000" cy="3048000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4095750" y="9191625"/>
            <a:ext cx="5524500" cy="6598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31662F"/>
                </a:solidFill>
                <a:latin typeface="Montserrat"/>
              </a:rPr>
              <a:t>Elena Kalli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095750" y="9851502"/>
            <a:ext cx="5524500" cy="5224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0" i="0">
                <a:solidFill>
                  <a:srgbClr val="333130"/>
                </a:solidFill>
                <a:latin typeface="Source Sans 3"/>
              </a:rPr>
              <a:t>School Administration Officer</a:t>
            </a:r>
          </a:p>
        </p:txBody>
      </p:sp>
      <p:pic>
        <p:nvPicPr>
          <p:cNvPr id="79" name="Picture 78" descr="soil-corner-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6096000" y="10763250"/>
            <a:ext cx="4191000" cy="2095500"/>
          </a:xfrm>
          <a:prstGeom prst="rect">
            <a:avLst/>
          </a:prstGeom>
        </p:spPr>
      </p:pic>
      <p:pic>
        <p:nvPicPr>
          <p:cNvPr id="80" name="Picture 79" descr="foundation-logo-colo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6750" y="11525250"/>
            <a:ext cx="1143000" cy="102762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ream-gr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Freeform 2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8337687049398582637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" y="1571625"/>
            <a:ext cx="3048000" cy="304800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4095750" y="2524125"/>
            <a:ext cx="5524500" cy="6598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31662F"/>
                </a:solidFill>
                <a:latin typeface="Montserrat"/>
              </a:rPr>
              <a:t>Nick Padwick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095750" y="3184002"/>
            <a:ext cx="5524500" cy="5224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0" i="0">
                <a:solidFill>
                  <a:srgbClr val="333130"/>
                </a:solidFill>
                <a:latin typeface="Source Sans 3"/>
              </a:rPr>
              <a:t>Farmer, Consultant &amp; Mentor</a:t>
            </a:r>
          </a:p>
        </p:txBody>
      </p:sp>
      <p:pic>
        <p:nvPicPr>
          <p:cNvPr id="73" name="Picture 72" descr="442241475640976506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750" y="4905375"/>
            <a:ext cx="3048000" cy="3048000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4095750" y="5857875"/>
            <a:ext cx="5524500" cy="12245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31662F"/>
                </a:solidFill>
                <a:latin typeface="Montserrat"/>
              </a:rPr>
              <a:t>Dr. Carla Ribeiro Machado e Portugal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095750" y="7082380"/>
            <a:ext cx="5524500" cy="5224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0" i="0">
                <a:solidFill>
                  <a:srgbClr val="333130"/>
                </a:solidFill>
                <a:latin typeface="Source Sans 3"/>
              </a:rPr>
              <a:t>Mentor &amp; Science Lead</a:t>
            </a:r>
          </a:p>
        </p:txBody>
      </p:sp>
      <p:pic>
        <p:nvPicPr>
          <p:cNvPr id="76" name="Picture 75" descr="1202758387257257675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6750" y="8239125"/>
            <a:ext cx="3048000" cy="3048000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4095750" y="9191625"/>
            <a:ext cx="5524500" cy="6598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31662F"/>
                </a:solidFill>
                <a:latin typeface="Montserrat"/>
              </a:rPr>
              <a:t>Gerald Ramírez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095750" y="9851502"/>
            <a:ext cx="5524500" cy="5224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0" i="0">
                <a:solidFill>
                  <a:srgbClr val="333130"/>
                </a:solidFill>
                <a:latin typeface="Source Sans 3"/>
              </a:rPr>
              <a:t>Mentor</a:t>
            </a:r>
          </a:p>
        </p:txBody>
      </p:sp>
      <p:pic>
        <p:nvPicPr>
          <p:cNvPr id="79" name="Picture 78" descr="soil-corner-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6096000" y="10763250"/>
            <a:ext cx="4191000" cy="2095500"/>
          </a:xfrm>
          <a:prstGeom prst="rect">
            <a:avLst/>
          </a:prstGeom>
        </p:spPr>
      </p:pic>
      <p:pic>
        <p:nvPicPr>
          <p:cNvPr id="80" name="Picture 79" descr="foundation-logo-colo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6750" y="11525250"/>
            <a:ext cx="1143000" cy="102762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ream-gr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Freeform 2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66750" y="1571625"/>
            <a:ext cx="3048000" cy="3048000"/>
          </a:xfrm>
          <a:prstGeom prst="rect">
            <a:avLst/>
          </a:prstGeom>
          <a:pattFill prst="ltUpDiag">
            <a:fgClr>
              <a:srgbClr val="E8E2D4"/>
            </a:fgClr>
            <a:bgClr>
              <a:srgbClr val="F4F1EA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foundation-logo-col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52550" y="2342034"/>
            <a:ext cx="1676400" cy="1507180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4095750" y="2524125"/>
            <a:ext cx="5524500" cy="6598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31662F"/>
                </a:solidFill>
                <a:latin typeface="Montserrat"/>
              </a:rPr>
              <a:t>Kavi Reddy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095750" y="3184002"/>
            <a:ext cx="5524500" cy="5224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0" i="0">
                <a:solidFill>
                  <a:srgbClr val="333130"/>
                </a:solidFill>
                <a:latin typeface="Source Sans 3"/>
              </a:rPr>
              <a:t>Permaculture Instructor</a:t>
            </a:r>
          </a:p>
        </p:txBody>
      </p:sp>
      <p:pic>
        <p:nvPicPr>
          <p:cNvPr id="74" name="Picture 73" descr="493472993038877799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750" y="4905375"/>
            <a:ext cx="3048000" cy="3048000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4095750" y="5857875"/>
            <a:ext cx="5524500" cy="6598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31662F"/>
                </a:solidFill>
                <a:latin typeface="Montserrat"/>
              </a:rPr>
              <a:t>Wesley Sander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095750" y="6517752"/>
            <a:ext cx="5524500" cy="5224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0" i="0">
                <a:solidFill>
                  <a:srgbClr val="333130"/>
                </a:solidFill>
                <a:latin typeface="Source Sans 3"/>
              </a:rPr>
              <a:t>Consultant &amp; Mentor</a:t>
            </a:r>
          </a:p>
        </p:txBody>
      </p:sp>
      <p:pic>
        <p:nvPicPr>
          <p:cNvPr id="77" name="Picture 76" descr="319188493760286664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6750" y="8239125"/>
            <a:ext cx="3048000" cy="304800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4095750" y="9191625"/>
            <a:ext cx="5524500" cy="6598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31662F"/>
                </a:solidFill>
                <a:latin typeface="Montserrat"/>
              </a:rPr>
              <a:t>Isadora Schmidt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095750" y="9851502"/>
            <a:ext cx="5524500" cy="5224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0" i="0">
                <a:solidFill>
                  <a:srgbClr val="333130"/>
                </a:solidFill>
                <a:latin typeface="Source Sans 3"/>
              </a:rPr>
              <a:t>Consultant &amp; Mentor</a:t>
            </a:r>
          </a:p>
        </p:txBody>
      </p:sp>
      <p:pic>
        <p:nvPicPr>
          <p:cNvPr id="80" name="Picture 79" descr="soil-corner-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6096000" y="10763250"/>
            <a:ext cx="4191000" cy="2095500"/>
          </a:xfrm>
          <a:prstGeom prst="rect">
            <a:avLst/>
          </a:prstGeom>
        </p:spPr>
      </p:pic>
      <p:pic>
        <p:nvPicPr>
          <p:cNvPr id="81" name="Picture 80" descr="foundation-logo-col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" y="11525250"/>
            <a:ext cx="1143000" cy="102762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ream-gr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Freeform 2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726145448912838426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" y="1571625"/>
            <a:ext cx="3048000" cy="304800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4095750" y="2524125"/>
            <a:ext cx="5524500" cy="6598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31662F"/>
                </a:solidFill>
                <a:latin typeface="Montserrat"/>
              </a:rPr>
              <a:t>Delvin Solkinson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095750" y="3184002"/>
            <a:ext cx="5524500" cy="9496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0" i="0">
                <a:solidFill>
                  <a:srgbClr val="333130"/>
                </a:solidFill>
                <a:latin typeface="Source Sans 3"/>
              </a:rPr>
              <a:t>Graham Bell Legacy PDC Permaculture Lead Instructor</a:t>
            </a:r>
          </a:p>
        </p:txBody>
      </p:sp>
      <p:pic>
        <p:nvPicPr>
          <p:cNvPr id="73" name="Picture 72" descr="5767215879489178345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750" y="4905375"/>
            <a:ext cx="3048000" cy="3048000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4095750" y="5857875"/>
            <a:ext cx="5524500" cy="6598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31662F"/>
                </a:solidFill>
                <a:latin typeface="Montserrat"/>
              </a:rPr>
              <a:t>Tommy Tepper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095750" y="6517752"/>
            <a:ext cx="5524500" cy="5224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0" i="0">
                <a:solidFill>
                  <a:srgbClr val="333130"/>
                </a:solidFill>
                <a:latin typeface="Source Sans 3"/>
              </a:rPr>
              <a:t>Education Department Director &amp; Mentor</a:t>
            </a:r>
          </a:p>
        </p:txBody>
      </p:sp>
      <p:pic>
        <p:nvPicPr>
          <p:cNvPr id="76" name="Picture 75" descr="463659401878279781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6750" y="8239125"/>
            <a:ext cx="3048000" cy="3048000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4095750" y="9191625"/>
            <a:ext cx="5524500" cy="6598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31662F"/>
                </a:solidFill>
                <a:latin typeface="Montserrat"/>
              </a:rPr>
              <a:t>Dora Tkalec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095750" y="9851502"/>
            <a:ext cx="5524500" cy="5224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0" i="0">
                <a:solidFill>
                  <a:srgbClr val="333130"/>
                </a:solidFill>
                <a:latin typeface="Source Sans 3"/>
              </a:rPr>
              <a:t>Consultant &amp; Mentor</a:t>
            </a:r>
          </a:p>
        </p:txBody>
      </p:sp>
      <p:pic>
        <p:nvPicPr>
          <p:cNvPr id="79" name="Picture 78" descr="soil-corner-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6096000" y="10763250"/>
            <a:ext cx="4191000" cy="2095500"/>
          </a:xfrm>
          <a:prstGeom prst="rect">
            <a:avLst/>
          </a:prstGeom>
        </p:spPr>
      </p:pic>
      <p:pic>
        <p:nvPicPr>
          <p:cNvPr id="80" name="Picture 79" descr="foundation-logo-colo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6750" y="11525250"/>
            <a:ext cx="1143000" cy="102762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ream-gr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Freeform 2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9079491526596995946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" y="1571625"/>
            <a:ext cx="3048000" cy="304800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4095750" y="2524125"/>
            <a:ext cx="5524500" cy="6598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31662F"/>
                </a:solidFill>
                <a:latin typeface="Montserrat"/>
              </a:rPr>
              <a:t>Ayşen Üstünay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095750" y="3184002"/>
            <a:ext cx="5524500" cy="5224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0" i="0">
                <a:solidFill>
                  <a:srgbClr val="333130"/>
                </a:solidFill>
                <a:latin typeface="Source Sans 3"/>
              </a:rPr>
              <a:t>Consultant &amp; Mentor</a:t>
            </a:r>
          </a:p>
        </p:txBody>
      </p:sp>
      <p:pic>
        <p:nvPicPr>
          <p:cNvPr id="73" name="Picture 72" descr="714651333549986909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750" y="4905375"/>
            <a:ext cx="3048000" cy="3048000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4095750" y="5857875"/>
            <a:ext cx="5524500" cy="6598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31662F"/>
                </a:solidFill>
                <a:latin typeface="Montserrat"/>
              </a:rPr>
              <a:t>Loida Vasquez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095750" y="6517752"/>
            <a:ext cx="5524500" cy="5224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0" i="0">
                <a:solidFill>
                  <a:srgbClr val="333130"/>
                </a:solidFill>
                <a:latin typeface="Source Sans 3"/>
              </a:rPr>
              <a:t>Advanced Programs Lead</a:t>
            </a:r>
          </a:p>
        </p:txBody>
      </p:sp>
      <p:pic>
        <p:nvPicPr>
          <p:cNvPr id="76" name="Picture 75" descr="2883817468878102337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6750" y="8239125"/>
            <a:ext cx="3048000" cy="3048000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4095750" y="9191625"/>
            <a:ext cx="5524500" cy="6598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31662F"/>
                </a:solidFill>
                <a:latin typeface="Montserrat"/>
              </a:rPr>
              <a:t>Casey Williams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095750" y="9851502"/>
            <a:ext cx="5524500" cy="5224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0" i="0">
                <a:solidFill>
                  <a:srgbClr val="333130"/>
                </a:solidFill>
                <a:latin typeface="Source Sans 3"/>
              </a:rPr>
              <a:t>Consultant &amp; Mentor</a:t>
            </a:r>
          </a:p>
        </p:txBody>
      </p:sp>
      <p:pic>
        <p:nvPicPr>
          <p:cNvPr id="79" name="Picture 78" descr="soil-corner-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6096000" y="10763250"/>
            <a:ext cx="4191000" cy="2095500"/>
          </a:xfrm>
          <a:prstGeom prst="rect">
            <a:avLst/>
          </a:prstGeom>
        </p:spPr>
      </p:pic>
      <p:pic>
        <p:nvPicPr>
          <p:cNvPr id="80" name="Picture 79" descr="foundation-logo-colo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6750" y="11525250"/>
            <a:ext cx="1143000" cy="102762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ream-gr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Freeform 2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57200" y="1857375"/>
            <a:ext cx="66675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31662F"/>
                </a:solidFill>
                <a:latin typeface="Montserrat"/>
              </a:rPr>
              <a:t>Happy World Teachers' Day</a:t>
            </a:r>
          </a:p>
        </p:txBody>
      </p:sp>
      <p:pic>
        <p:nvPicPr>
          <p:cNvPr id="71" name="Picture 70" descr="foundation-logo-col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96300" y="1714500"/>
            <a:ext cx="1333500" cy="1198893"/>
          </a:xfrm>
          <a:prstGeom prst="rect">
            <a:avLst/>
          </a:prstGeom>
        </p:spPr>
      </p:pic>
      <p:pic>
        <p:nvPicPr>
          <p:cNvPr id="72" name="Picture 71" descr="1202430279150087121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3429000"/>
            <a:ext cx="1798320" cy="179832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457200" y="5274945"/>
            <a:ext cx="1798320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333130"/>
                </a:solidFill>
                <a:latin typeface="Source Sans 3"/>
              </a:rPr>
              <a:t>Ib Borup Pedersen</a:t>
            </a:r>
          </a:p>
        </p:txBody>
      </p:sp>
      <p:pic>
        <p:nvPicPr>
          <p:cNvPr id="74" name="Picture 73" descr="4071594233913650901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50770" y="3429000"/>
            <a:ext cx="1798320" cy="1798320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2350770" y="5274945"/>
            <a:ext cx="1798320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333130"/>
                </a:solidFill>
                <a:latin typeface="Source Sans 3"/>
              </a:rPr>
              <a:t>Brian Daubenspeck</a:t>
            </a:r>
          </a:p>
        </p:txBody>
      </p:sp>
      <p:pic>
        <p:nvPicPr>
          <p:cNvPr id="76" name="Picture 75" descr="7786136653705077011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44340" y="3429000"/>
            <a:ext cx="1798320" cy="1798320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4244340" y="5274945"/>
            <a:ext cx="1798320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333130"/>
                </a:solidFill>
                <a:latin typeface="Source Sans 3"/>
              </a:rPr>
              <a:t>Elena Kalli</a:t>
            </a:r>
          </a:p>
        </p:txBody>
      </p:sp>
      <p:pic>
        <p:nvPicPr>
          <p:cNvPr id="78" name="Picture 77" descr="6984757596088628229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37910" y="3429000"/>
            <a:ext cx="1798320" cy="1798320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6137910" y="5274945"/>
            <a:ext cx="1798320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333130"/>
                </a:solidFill>
                <a:latin typeface="Source Sans 3"/>
              </a:rPr>
              <a:t>Nick Padwick</a:t>
            </a:r>
          </a:p>
        </p:txBody>
      </p:sp>
      <p:pic>
        <p:nvPicPr>
          <p:cNvPr id="80" name="Picture 79" descr="3069485303099810656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031480" y="3429000"/>
            <a:ext cx="1798320" cy="1798320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8031480" y="5274945"/>
            <a:ext cx="1798320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333130"/>
                </a:solidFill>
                <a:latin typeface="Source Sans 3"/>
              </a:rPr>
              <a:t>Carla Portugal</a:t>
            </a:r>
          </a:p>
        </p:txBody>
      </p:sp>
      <p:pic>
        <p:nvPicPr>
          <p:cNvPr id="82" name="Picture 81" descr="7196200354687553558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7200" y="5665470"/>
            <a:ext cx="1798320" cy="1798320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457200" y="7511414"/>
            <a:ext cx="1798320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333130"/>
                </a:solidFill>
                <a:latin typeface="Source Sans 3"/>
              </a:rPr>
              <a:t>Gerald Ramírez</a:t>
            </a:r>
          </a:p>
        </p:txBody>
      </p:sp>
      <p:sp>
        <p:nvSpPr>
          <p:cNvPr id="84" name="Rectangle 83"/>
          <p:cNvSpPr/>
          <p:nvPr/>
        </p:nvSpPr>
        <p:spPr>
          <a:xfrm>
            <a:off x="2350770" y="5665470"/>
            <a:ext cx="1798320" cy="1798320"/>
          </a:xfrm>
          <a:prstGeom prst="rect">
            <a:avLst/>
          </a:prstGeom>
          <a:pattFill prst="ltUpDiag">
            <a:fgClr>
              <a:srgbClr val="E8E2D4"/>
            </a:fgClr>
            <a:bgClr>
              <a:srgbClr val="F4F1EA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5" name="Picture 84" descr="foundation-logo-col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55392" y="6120011"/>
            <a:ext cx="989076" cy="889236"/>
          </a:xfrm>
          <a:prstGeom prst="rect">
            <a:avLst/>
          </a:prstGeom>
        </p:spPr>
      </p:pic>
      <p:sp>
        <p:nvSpPr>
          <p:cNvPr id="86" name="TextBox 85"/>
          <p:cNvSpPr txBox="1"/>
          <p:nvPr/>
        </p:nvSpPr>
        <p:spPr>
          <a:xfrm>
            <a:off x="2350770" y="7511414"/>
            <a:ext cx="1798320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333130"/>
                </a:solidFill>
                <a:latin typeface="Source Sans 3"/>
              </a:rPr>
              <a:t>Kavi Reddy</a:t>
            </a:r>
          </a:p>
        </p:txBody>
      </p:sp>
      <p:pic>
        <p:nvPicPr>
          <p:cNvPr id="87" name="Picture 86" descr="9134368398822905332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44340" y="5665470"/>
            <a:ext cx="1798320" cy="1798320"/>
          </a:xfrm>
          <a:prstGeom prst="rect">
            <a:avLst/>
          </a:prstGeom>
        </p:spPr>
      </p:pic>
      <p:sp>
        <p:nvSpPr>
          <p:cNvPr id="88" name="TextBox 87"/>
          <p:cNvSpPr txBox="1"/>
          <p:nvPr/>
        </p:nvSpPr>
        <p:spPr>
          <a:xfrm>
            <a:off x="4244340" y="7511414"/>
            <a:ext cx="1798320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333130"/>
                </a:solidFill>
                <a:latin typeface="Source Sans 3"/>
              </a:rPr>
              <a:t>Wesley Sander</a:t>
            </a:r>
          </a:p>
        </p:txBody>
      </p:sp>
      <p:pic>
        <p:nvPicPr>
          <p:cNvPr id="89" name="Picture 88" descr="1838955484292912232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37910" y="5665470"/>
            <a:ext cx="1798320" cy="1798320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6137910" y="7511414"/>
            <a:ext cx="1798320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333130"/>
                </a:solidFill>
                <a:latin typeface="Source Sans 3"/>
              </a:rPr>
              <a:t>Isadora Schmidt</a:t>
            </a:r>
          </a:p>
        </p:txBody>
      </p:sp>
      <p:pic>
        <p:nvPicPr>
          <p:cNvPr id="91" name="Picture 90" descr="3651500295585029868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31480" y="5665470"/>
            <a:ext cx="1798320" cy="1798320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8031480" y="7511414"/>
            <a:ext cx="1798320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333130"/>
                </a:solidFill>
                <a:latin typeface="Source Sans 3"/>
              </a:rPr>
              <a:t>Delvin Solkinson</a:t>
            </a:r>
          </a:p>
        </p:txBody>
      </p:sp>
      <p:pic>
        <p:nvPicPr>
          <p:cNvPr id="93" name="Picture 92" descr="1389570134991310051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57200" y="7901940"/>
            <a:ext cx="1798320" cy="1798320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457200" y="9747885"/>
            <a:ext cx="1798320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333130"/>
                </a:solidFill>
                <a:latin typeface="Source Sans 3"/>
              </a:rPr>
              <a:t>Tommy Tepper</a:t>
            </a:r>
          </a:p>
        </p:txBody>
      </p:sp>
      <p:pic>
        <p:nvPicPr>
          <p:cNvPr id="95" name="Picture 94" descr="9014239763280666108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350770" y="7901940"/>
            <a:ext cx="1798320" cy="1798320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2350770" y="9747885"/>
            <a:ext cx="1798320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333130"/>
                </a:solidFill>
                <a:latin typeface="Source Sans 3"/>
              </a:rPr>
              <a:t>Dora Tkalec</a:t>
            </a:r>
          </a:p>
        </p:txBody>
      </p:sp>
      <p:pic>
        <p:nvPicPr>
          <p:cNvPr id="97" name="Picture 96" descr="4701845782099127652.jp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244340" y="7901940"/>
            <a:ext cx="1798320" cy="1798320"/>
          </a:xfrm>
          <a:prstGeom prst="rect">
            <a:avLst/>
          </a:prstGeom>
        </p:spPr>
      </p:pic>
      <p:sp>
        <p:nvSpPr>
          <p:cNvPr id="98" name="TextBox 97"/>
          <p:cNvSpPr txBox="1"/>
          <p:nvPr/>
        </p:nvSpPr>
        <p:spPr>
          <a:xfrm>
            <a:off x="4244340" y="9747885"/>
            <a:ext cx="1798320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333130"/>
                </a:solidFill>
                <a:latin typeface="Source Sans 3"/>
              </a:rPr>
              <a:t>Ayşen Üstünay</a:t>
            </a:r>
          </a:p>
        </p:txBody>
      </p:sp>
      <p:pic>
        <p:nvPicPr>
          <p:cNvPr id="99" name="Picture 98" descr="8499442788809823501.jp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137910" y="7901940"/>
            <a:ext cx="1798320" cy="1798320"/>
          </a:xfrm>
          <a:prstGeom prst="rect">
            <a:avLst/>
          </a:prstGeom>
        </p:spPr>
      </p:pic>
      <p:sp>
        <p:nvSpPr>
          <p:cNvPr id="100" name="TextBox 99"/>
          <p:cNvSpPr txBox="1"/>
          <p:nvPr/>
        </p:nvSpPr>
        <p:spPr>
          <a:xfrm>
            <a:off x="6137910" y="9747885"/>
            <a:ext cx="1798320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333130"/>
                </a:solidFill>
                <a:latin typeface="Source Sans 3"/>
              </a:rPr>
              <a:t>Loida Vasquez</a:t>
            </a:r>
          </a:p>
        </p:txBody>
      </p:sp>
      <p:pic>
        <p:nvPicPr>
          <p:cNvPr id="101" name="Picture 100" descr="5515141273066708896.jp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031480" y="7901940"/>
            <a:ext cx="1798320" cy="1798320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8031480" y="9747885"/>
            <a:ext cx="1798320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333130"/>
                </a:solidFill>
                <a:latin typeface="Source Sans 3"/>
              </a:rPr>
              <a:t>Casey Williams</a:t>
            </a:r>
          </a:p>
        </p:txBody>
      </p:sp>
      <p:pic>
        <p:nvPicPr>
          <p:cNvPr id="103" name="Picture 102" descr="soil-corner-a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0" y="10537031"/>
            <a:ext cx="4953000" cy="2321718"/>
          </a:xfrm>
          <a:prstGeom prst="rect">
            <a:avLst/>
          </a:prstGeom>
        </p:spPr>
      </p:pic>
      <p:pic>
        <p:nvPicPr>
          <p:cNvPr id="104" name="Picture 103" descr="soil-corner-b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 flipH="1">
            <a:off x="6096000" y="10763250"/>
            <a:ext cx="4191000" cy="2095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ream-gr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Freeform 2"/>
          <p:cNvSpPr/>
          <p:nvPr/>
        </p:nvSpPr>
        <p:spPr>
          <a:xfrm>
            <a:off x="-190500" y="3588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0" y="3810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190500" y="4031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381000" y="4252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571500" y="4471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762000" y="4688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952500" y="4902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143000" y="5113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333500" y="5319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524000" y="5519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714500" y="5715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1905000" y="5903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095500" y="6085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286000" y="6259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476500" y="6424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667000" y="6581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2857500" y="6728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048000" y="6866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238500" y="6993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429000" y="7109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619500" y="7214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3810000" y="7308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000500" y="7390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191000" y="7459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381500" y="7517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572000" y="7562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762500" y="7594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4953000" y="7613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143500" y="7613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334000" y="7594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524500" y="7562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715000" y="7517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5905500" y="7459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096000" y="7390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286500" y="7308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477000" y="7214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667500" y="7109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6858000" y="6993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048500" y="6866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239000" y="6728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429500" y="6581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620000" y="6424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7810500" y="6259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001000" y="6085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191500" y="5903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382000" y="5715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572500" y="5519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763000" y="5319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8953500" y="5113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144000" y="4902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334500" y="4688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525000" y="4471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715500" y="4252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9906000" y="4031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096500" y="3810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10287000" y="3588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152400" y="447159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1295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438400" y="672862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3581400" y="739022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4724400" y="7620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5867400" y="739022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7010400" y="672862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8153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9296400" y="447159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5-Point Star 67"/>
          <p:cNvSpPr/>
          <p:nvPr/>
        </p:nvSpPr>
        <p:spPr>
          <a:xfrm>
            <a:off x="2981325" y="2486025"/>
            <a:ext cx="323850" cy="323850"/>
          </a:xfrm>
          <a:prstGeom prst="star5">
            <a:avLst/>
          </a:pr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5-Point Star 68"/>
          <p:cNvSpPr/>
          <p:nvPr/>
        </p:nvSpPr>
        <p:spPr>
          <a:xfrm>
            <a:off x="6981825" y="2486025"/>
            <a:ext cx="323850" cy="323850"/>
          </a:xfrm>
          <a:prstGeom prst="star5">
            <a:avLst/>
          </a:pr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62000" y="2428875"/>
            <a:ext cx="876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1" i="0" spc="400">
                <a:solidFill>
                  <a:srgbClr val="31662F"/>
                </a:solidFill>
                <a:latin typeface="Montserrat"/>
              </a:rPr>
              <a:t>OCTOBER 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62000" y="3048000"/>
            <a:ext cx="8763000" cy="266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600" b="1" i="0">
                <a:solidFill>
                  <a:srgbClr val="31662F"/>
                </a:solidFill>
                <a:latin typeface="Montserrat"/>
              </a:rPr>
              <a:t>Happy World Teachers' Day</a:t>
            </a:r>
          </a:p>
        </p:txBody>
      </p:sp>
      <p:sp>
        <p:nvSpPr>
          <p:cNvPr id="72" name="Oval 71"/>
          <p:cNvSpPr/>
          <p:nvPr/>
        </p:nvSpPr>
        <p:spPr>
          <a:xfrm>
            <a:off x="1952625" y="7620000"/>
            <a:ext cx="1428750" cy="1743075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2266950" y="7898892"/>
            <a:ext cx="171450" cy="348615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Freeform 73"/>
          <p:cNvSpPr/>
          <p:nvPr/>
        </p:nvSpPr>
        <p:spPr>
          <a:xfrm>
            <a:off x="2581275" y="9324975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Freeform 74"/>
          <p:cNvSpPr/>
          <p:nvPr/>
        </p:nvSpPr>
        <p:spPr>
          <a:xfrm>
            <a:off x="2667000" y="9458325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2685923" y="9515475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Freeform 76"/>
          <p:cNvSpPr/>
          <p:nvPr/>
        </p:nvSpPr>
        <p:spPr>
          <a:xfrm>
            <a:off x="2704092" y="9572625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Freeform 77"/>
          <p:cNvSpPr/>
          <p:nvPr/>
        </p:nvSpPr>
        <p:spPr>
          <a:xfrm>
            <a:off x="2720782" y="9629775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Freeform 78"/>
          <p:cNvSpPr/>
          <p:nvPr/>
        </p:nvSpPr>
        <p:spPr>
          <a:xfrm>
            <a:off x="2735328" y="9686925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Freeform 79"/>
          <p:cNvSpPr/>
          <p:nvPr/>
        </p:nvSpPr>
        <p:spPr>
          <a:xfrm>
            <a:off x="2747150" y="9744075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Freeform 80"/>
          <p:cNvSpPr/>
          <p:nvPr/>
        </p:nvSpPr>
        <p:spPr>
          <a:xfrm>
            <a:off x="2755776" y="9801225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Freeform 81"/>
          <p:cNvSpPr/>
          <p:nvPr/>
        </p:nvSpPr>
        <p:spPr>
          <a:xfrm>
            <a:off x="2760864" y="9858375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2759758" y="9915525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Freeform 83"/>
          <p:cNvSpPr/>
          <p:nvPr/>
        </p:nvSpPr>
        <p:spPr>
          <a:xfrm>
            <a:off x="2753610" y="9972675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Freeform 84"/>
          <p:cNvSpPr/>
          <p:nvPr/>
        </p:nvSpPr>
        <p:spPr>
          <a:xfrm>
            <a:off x="2744009" y="10029825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Freeform 85"/>
          <p:cNvSpPr/>
          <p:nvPr/>
        </p:nvSpPr>
        <p:spPr>
          <a:xfrm>
            <a:off x="2731337" y="10086975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Freeform 86"/>
          <p:cNvSpPr/>
          <p:nvPr/>
        </p:nvSpPr>
        <p:spPr>
          <a:xfrm>
            <a:off x="2716101" y="10144125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Freeform 87"/>
          <p:cNvSpPr/>
          <p:nvPr/>
        </p:nvSpPr>
        <p:spPr>
          <a:xfrm>
            <a:off x="2698907" y="10201275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Freeform 88"/>
          <p:cNvSpPr/>
          <p:nvPr/>
        </p:nvSpPr>
        <p:spPr>
          <a:xfrm>
            <a:off x="2680441" y="10258425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2661439" y="10315575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2642659" y="10372725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Freeform 91"/>
          <p:cNvSpPr/>
          <p:nvPr/>
        </p:nvSpPr>
        <p:spPr>
          <a:xfrm>
            <a:off x="2624849" y="10429875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Freeform 92"/>
          <p:cNvSpPr/>
          <p:nvPr/>
        </p:nvSpPr>
        <p:spPr>
          <a:xfrm>
            <a:off x="2608720" y="10487025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Freeform 93"/>
          <p:cNvSpPr/>
          <p:nvPr/>
        </p:nvSpPr>
        <p:spPr>
          <a:xfrm>
            <a:off x="2594914" y="10544175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Freeform 94"/>
          <p:cNvSpPr/>
          <p:nvPr/>
        </p:nvSpPr>
        <p:spPr>
          <a:xfrm>
            <a:off x="2583982" y="10601325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2576359" y="10658475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2572350" y="10715625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2572115" y="10772775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2572115" y="10829925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2575662" y="10887075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Freeform 100"/>
          <p:cNvSpPr/>
          <p:nvPr/>
        </p:nvSpPr>
        <p:spPr>
          <a:xfrm>
            <a:off x="2582850" y="10944225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Freeform 101"/>
          <p:cNvSpPr/>
          <p:nvPr/>
        </p:nvSpPr>
        <p:spPr>
          <a:xfrm>
            <a:off x="2593394" y="11001375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Freeform 102"/>
          <p:cNvSpPr/>
          <p:nvPr/>
        </p:nvSpPr>
        <p:spPr>
          <a:xfrm>
            <a:off x="2606871" y="11058525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Freeform 103"/>
          <p:cNvSpPr/>
          <p:nvPr/>
        </p:nvSpPr>
        <p:spPr>
          <a:xfrm>
            <a:off x="2622746" y="11115675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Freeform 104"/>
          <p:cNvSpPr/>
          <p:nvPr/>
        </p:nvSpPr>
        <p:spPr>
          <a:xfrm>
            <a:off x="2640385" y="11172825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Freeform 105"/>
          <p:cNvSpPr/>
          <p:nvPr/>
        </p:nvSpPr>
        <p:spPr>
          <a:xfrm>
            <a:off x="2659085" y="11229975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Freeform 106"/>
          <p:cNvSpPr/>
          <p:nvPr/>
        </p:nvSpPr>
        <p:spPr>
          <a:xfrm>
            <a:off x="2678101" y="11287125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Freeform 107"/>
          <p:cNvSpPr/>
          <p:nvPr/>
        </p:nvSpPr>
        <p:spPr>
          <a:xfrm>
            <a:off x="2696674" y="11344275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Freeform 108"/>
          <p:cNvSpPr/>
          <p:nvPr/>
        </p:nvSpPr>
        <p:spPr>
          <a:xfrm>
            <a:off x="2714064" y="11401425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Freeform 109"/>
          <p:cNvSpPr/>
          <p:nvPr/>
        </p:nvSpPr>
        <p:spPr>
          <a:xfrm>
            <a:off x="2729577" y="11458575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Freeform 110"/>
          <p:cNvSpPr/>
          <p:nvPr/>
        </p:nvSpPr>
        <p:spPr>
          <a:xfrm>
            <a:off x="2742596" y="11515725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Freeform 111"/>
          <p:cNvSpPr/>
          <p:nvPr/>
        </p:nvSpPr>
        <p:spPr>
          <a:xfrm>
            <a:off x="2752601" y="11572875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Freeform 112"/>
          <p:cNvSpPr/>
          <p:nvPr/>
        </p:nvSpPr>
        <p:spPr>
          <a:xfrm>
            <a:off x="2759194" y="11630025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666750" y="7048500"/>
            <a:ext cx="1524000" cy="1859280"/>
          </a:xfrm>
          <a:prstGeom prst="ellipse">
            <a:avLst/>
          </a:pr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1002029" y="7345984"/>
            <a:ext cx="182880" cy="371856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Freeform 115"/>
          <p:cNvSpPr/>
          <p:nvPr/>
        </p:nvSpPr>
        <p:spPr>
          <a:xfrm>
            <a:off x="1343025" y="886968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Freeform 116"/>
          <p:cNvSpPr/>
          <p:nvPr/>
        </p:nvSpPr>
        <p:spPr>
          <a:xfrm>
            <a:off x="1428750" y="900303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Freeform 117"/>
          <p:cNvSpPr/>
          <p:nvPr/>
        </p:nvSpPr>
        <p:spPr>
          <a:xfrm>
            <a:off x="1447673" y="906018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Freeform 118"/>
          <p:cNvSpPr/>
          <p:nvPr/>
        </p:nvSpPr>
        <p:spPr>
          <a:xfrm>
            <a:off x="1465842" y="911733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Freeform 119"/>
          <p:cNvSpPr/>
          <p:nvPr/>
        </p:nvSpPr>
        <p:spPr>
          <a:xfrm>
            <a:off x="1482532" y="917448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Freeform 120"/>
          <p:cNvSpPr/>
          <p:nvPr/>
        </p:nvSpPr>
        <p:spPr>
          <a:xfrm>
            <a:off x="1497078" y="923163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Freeform 121"/>
          <p:cNvSpPr/>
          <p:nvPr/>
        </p:nvSpPr>
        <p:spPr>
          <a:xfrm>
            <a:off x="1508900" y="928878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Freeform 122"/>
          <p:cNvSpPr/>
          <p:nvPr/>
        </p:nvSpPr>
        <p:spPr>
          <a:xfrm>
            <a:off x="1517526" y="934593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Freeform 123"/>
          <p:cNvSpPr/>
          <p:nvPr/>
        </p:nvSpPr>
        <p:spPr>
          <a:xfrm>
            <a:off x="1522614" y="940308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Freeform 124"/>
          <p:cNvSpPr/>
          <p:nvPr/>
        </p:nvSpPr>
        <p:spPr>
          <a:xfrm>
            <a:off x="1521508" y="946023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Freeform 125"/>
          <p:cNvSpPr/>
          <p:nvPr/>
        </p:nvSpPr>
        <p:spPr>
          <a:xfrm>
            <a:off x="1515360" y="951738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Freeform 126"/>
          <p:cNvSpPr/>
          <p:nvPr/>
        </p:nvSpPr>
        <p:spPr>
          <a:xfrm>
            <a:off x="1505759" y="957453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Freeform 127"/>
          <p:cNvSpPr/>
          <p:nvPr/>
        </p:nvSpPr>
        <p:spPr>
          <a:xfrm>
            <a:off x="1493087" y="963168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Freeform 128"/>
          <p:cNvSpPr/>
          <p:nvPr/>
        </p:nvSpPr>
        <p:spPr>
          <a:xfrm>
            <a:off x="1477851" y="968883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Freeform 129"/>
          <p:cNvSpPr/>
          <p:nvPr/>
        </p:nvSpPr>
        <p:spPr>
          <a:xfrm>
            <a:off x="1460657" y="974598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Freeform 130"/>
          <p:cNvSpPr/>
          <p:nvPr/>
        </p:nvSpPr>
        <p:spPr>
          <a:xfrm>
            <a:off x="1442191" y="980313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Freeform 131"/>
          <p:cNvSpPr/>
          <p:nvPr/>
        </p:nvSpPr>
        <p:spPr>
          <a:xfrm>
            <a:off x="1423189" y="986028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Freeform 132"/>
          <p:cNvSpPr/>
          <p:nvPr/>
        </p:nvSpPr>
        <p:spPr>
          <a:xfrm>
            <a:off x="1404409" y="991743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Freeform 133"/>
          <p:cNvSpPr/>
          <p:nvPr/>
        </p:nvSpPr>
        <p:spPr>
          <a:xfrm>
            <a:off x="1386599" y="997458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Freeform 134"/>
          <p:cNvSpPr/>
          <p:nvPr/>
        </p:nvSpPr>
        <p:spPr>
          <a:xfrm>
            <a:off x="1370470" y="1003173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Freeform 135"/>
          <p:cNvSpPr/>
          <p:nvPr/>
        </p:nvSpPr>
        <p:spPr>
          <a:xfrm>
            <a:off x="1356664" y="1008888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Freeform 136"/>
          <p:cNvSpPr/>
          <p:nvPr/>
        </p:nvSpPr>
        <p:spPr>
          <a:xfrm>
            <a:off x="1345732" y="1014603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Freeform 137"/>
          <p:cNvSpPr/>
          <p:nvPr/>
        </p:nvSpPr>
        <p:spPr>
          <a:xfrm>
            <a:off x="1338109" y="1020318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Freeform 138"/>
          <p:cNvSpPr/>
          <p:nvPr/>
        </p:nvSpPr>
        <p:spPr>
          <a:xfrm>
            <a:off x="1334100" y="1026033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Freeform 139"/>
          <p:cNvSpPr/>
          <p:nvPr/>
        </p:nvSpPr>
        <p:spPr>
          <a:xfrm>
            <a:off x="1333865" y="1031748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Freeform 140"/>
          <p:cNvSpPr/>
          <p:nvPr/>
        </p:nvSpPr>
        <p:spPr>
          <a:xfrm>
            <a:off x="1333865" y="1037463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Freeform 141"/>
          <p:cNvSpPr/>
          <p:nvPr/>
        </p:nvSpPr>
        <p:spPr>
          <a:xfrm>
            <a:off x="1337412" y="1043178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Freeform 142"/>
          <p:cNvSpPr/>
          <p:nvPr/>
        </p:nvSpPr>
        <p:spPr>
          <a:xfrm>
            <a:off x="1344600" y="1048893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Freeform 143"/>
          <p:cNvSpPr/>
          <p:nvPr/>
        </p:nvSpPr>
        <p:spPr>
          <a:xfrm>
            <a:off x="1355144" y="1054608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Freeform 144"/>
          <p:cNvSpPr/>
          <p:nvPr/>
        </p:nvSpPr>
        <p:spPr>
          <a:xfrm>
            <a:off x="1368621" y="1060323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Freeform 145"/>
          <p:cNvSpPr/>
          <p:nvPr/>
        </p:nvSpPr>
        <p:spPr>
          <a:xfrm>
            <a:off x="1384496" y="1066038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reeform 146"/>
          <p:cNvSpPr/>
          <p:nvPr/>
        </p:nvSpPr>
        <p:spPr>
          <a:xfrm>
            <a:off x="1402135" y="1071753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Freeform 147"/>
          <p:cNvSpPr/>
          <p:nvPr/>
        </p:nvSpPr>
        <p:spPr>
          <a:xfrm>
            <a:off x="1420835" y="1077468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Freeform 148"/>
          <p:cNvSpPr/>
          <p:nvPr/>
        </p:nvSpPr>
        <p:spPr>
          <a:xfrm>
            <a:off x="1439851" y="1083183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Freeform 149"/>
          <p:cNvSpPr/>
          <p:nvPr/>
        </p:nvSpPr>
        <p:spPr>
          <a:xfrm>
            <a:off x="1458424" y="1088898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Freeform 150"/>
          <p:cNvSpPr/>
          <p:nvPr/>
        </p:nvSpPr>
        <p:spPr>
          <a:xfrm>
            <a:off x="1475814" y="1094613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Freeform 151"/>
          <p:cNvSpPr/>
          <p:nvPr/>
        </p:nvSpPr>
        <p:spPr>
          <a:xfrm>
            <a:off x="1491327" y="1100328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Freeform 152"/>
          <p:cNvSpPr/>
          <p:nvPr/>
        </p:nvSpPr>
        <p:spPr>
          <a:xfrm>
            <a:off x="1504346" y="1106043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Freeform 153"/>
          <p:cNvSpPr/>
          <p:nvPr/>
        </p:nvSpPr>
        <p:spPr>
          <a:xfrm>
            <a:off x="1514351" y="1111758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Freeform 154"/>
          <p:cNvSpPr/>
          <p:nvPr/>
        </p:nvSpPr>
        <p:spPr>
          <a:xfrm>
            <a:off x="1520944" y="1117473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Freeform 155"/>
          <p:cNvSpPr/>
          <p:nvPr/>
        </p:nvSpPr>
        <p:spPr>
          <a:xfrm>
            <a:off x="1522986" y="1123188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Freeform 156"/>
          <p:cNvSpPr/>
          <p:nvPr/>
        </p:nvSpPr>
        <p:spPr>
          <a:xfrm>
            <a:off x="1518354" y="1128903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Freeform 157"/>
          <p:cNvSpPr/>
          <p:nvPr/>
        </p:nvSpPr>
        <p:spPr>
          <a:xfrm>
            <a:off x="1510150" y="11346180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Freeform 158"/>
          <p:cNvSpPr/>
          <p:nvPr/>
        </p:nvSpPr>
        <p:spPr>
          <a:xfrm>
            <a:off x="1498701" y="11403330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Freeform 159"/>
          <p:cNvSpPr/>
          <p:nvPr/>
        </p:nvSpPr>
        <p:spPr>
          <a:xfrm>
            <a:off x="1484463" y="11460480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Freeform 160"/>
          <p:cNvSpPr/>
          <p:nvPr/>
        </p:nvSpPr>
        <p:spPr>
          <a:xfrm>
            <a:off x="1468004" y="11517630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Freeform 161"/>
          <p:cNvSpPr/>
          <p:nvPr/>
        </p:nvSpPr>
        <p:spPr>
          <a:xfrm>
            <a:off x="1449980" y="11574780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Freeform 162"/>
          <p:cNvSpPr/>
          <p:nvPr/>
        </p:nvSpPr>
        <p:spPr>
          <a:xfrm>
            <a:off x="1431109" y="11631930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1333500" y="8667750"/>
            <a:ext cx="1333500" cy="1626869"/>
          </a:xfrm>
          <a:prstGeom prst="ellipse">
            <a:avLst/>
          </a:pr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1626870" y="8928049"/>
            <a:ext cx="160020" cy="325373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Freeform 165"/>
          <p:cNvSpPr/>
          <p:nvPr/>
        </p:nvSpPr>
        <p:spPr>
          <a:xfrm>
            <a:off x="1914525" y="1025652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Freeform 166"/>
          <p:cNvSpPr/>
          <p:nvPr/>
        </p:nvSpPr>
        <p:spPr>
          <a:xfrm>
            <a:off x="2000250" y="1038987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Freeform 167"/>
          <p:cNvSpPr/>
          <p:nvPr/>
        </p:nvSpPr>
        <p:spPr>
          <a:xfrm>
            <a:off x="2019173" y="1044702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Freeform 168"/>
          <p:cNvSpPr/>
          <p:nvPr/>
        </p:nvSpPr>
        <p:spPr>
          <a:xfrm>
            <a:off x="2037342" y="1050417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Freeform 169"/>
          <p:cNvSpPr/>
          <p:nvPr/>
        </p:nvSpPr>
        <p:spPr>
          <a:xfrm>
            <a:off x="2054032" y="1056132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Freeform 170"/>
          <p:cNvSpPr/>
          <p:nvPr/>
        </p:nvSpPr>
        <p:spPr>
          <a:xfrm>
            <a:off x="2068578" y="1061847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Freeform 171"/>
          <p:cNvSpPr/>
          <p:nvPr/>
        </p:nvSpPr>
        <p:spPr>
          <a:xfrm>
            <a:off x="2080400" y="1067562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Freeform 172"/>
          <p:cNvSpPr/>
          <p:nvPr/>
        </p:nvSpPr>
        <p:spPr>
          <a:xfrm>
            <a:off x="2089026" y="1073277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Freeform 173"/>
          <p:cNvSpPr/>
          <p:nvPr/>
        </p:nvSpPr>
        <p:spPr>
          <a:xfrm>
            <a:off x="2094114" y="1078992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Freeform 174"/>
          <p:cNvSpPr/>
          <p:nvPr/>
        </p:nvSpPr>
        <p:spPr>
          <a:xfrm>
            <a:off x="2093008" y="1084707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Freeform 175"/>
          <p:cNvSpPr/>
          <p:nvPr/>
        </p:nvSpPr>
        <p:spPr>
          <a:xfrm>
            <a:off x="2086860" y="1090422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Freeform 176"/>
          <p:cNvSpPr/>
          <p:nvPr/>
        </p:nvSpPr>
        <p:spPr>
          <a:xfrm>
            <a:off x="2077259" y="1096137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Freeform 177"/>
          <p:cNvSpPr/>
          <p:nvPr/>
        </p:nvSpPr>
        <p:spPr>
          <a:xfrm>
            <a:off x="2064587" y="1101852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Freeform 178"/>
          <p:cNvSpPr/>
          <p:nvPr/>
        </p:nvSpPr>
        <p:spPr>
          <a:xfrm>
            <a:off x="2049351" y="1107567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Freeform 179"/>
          <p:cNvSpPr/>
          <p:nvPr/>
        </p:nvSpPr>
        <p:spPr>
          <a:xfrm>
            <a:off x="2032157" y="1113282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Freeform 180"/>
          <p:cNvSpPr/>
          <p:nvPr/>
        </p:nvSpPr>
        <p:spPr>
          <a:xfrm>
            <a:off x="2013691" y="1118997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Freeform 181"/>
          <p:cNvSpPr/>
          <p:nvPr/>
        </p:nvSpPr>
        <p:spPr>
          <a:xfrm>
            <a:off x="1994689" y="1124712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Freeform 182"/>
          <p:cNvSpPr/>
          <p:nvPr/>
        </p:nvSpPr>
        <p:spPr>
          <a:xfrm>
            <a:off x="1975909" y="1130427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Freeform 183"/>
          <p:cNvSpPr/>
          <p:nvPr/>
        </p:nvSpPr>
        <p:spPr>
          <a:xfrm>
            <a:off x="1958099" y="1136142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Freeform 184"/>
          <p:cNvSpPr/>
          <p:nvPr/>
        </p:nvSpPr>
        <p:spPr>
          <a:xfrm>
            <a:off x="1941970" y="1141857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Freeform 185"/>
          <p:cNvSpPr/>
          <p:nvPr/>
        </p:nvSpPr>
        <p:spPr>
          <a:xfrm>
            <a:off x="1928164" y="1147572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Freeform 186"/>
          <p:cNvSpPr/>
          <p:nvPr/>
        </p:nvSpPr>
        <p:spPr>
          <a:xfrm>
            <a:off x="1917232" y="1153287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Freeform 187"/>
          <p:cNvSpPr/>
          <p:nvPr/>
        </p:nvSpPr>
        <p:spPr>
          <a:xfrm>
            <a:off x="1909609" y="1159002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Freeform 188"/>
          <p:cNvSpPr/>
          <p:nvPr/>
        </p:nvSpPr>
        <p:spPr>
          <a:xfrm>
            <a:off x="1905600" y="1164717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6905625" y="7620000"/>
            <a:ext cx="1428750" cy="1743075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7219950" y="7898892"/>
            <a:ext cx="171450" cy="348615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Freeform 191"/>
          <p:cNvSpPr/>
          <p:nvPr/>
        </p:nvSpPr>
        <p:spPr>
          <a:xfrm>
            <a:off x="7534275" y="9324975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Freeform 192"/>
          <p:cNvSpPr/>
          <p:nvPr/>
        </p:nvSpPr>
        <p:spPr>
          <a:xfrm>
            <a:off x="7620000" y="9458325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Freeform 193"/>
          <p:cNvSpPr/>
          <p:nvPr/>
        </p:nvSpPr>
        <p:spPr>
          <a:xfrm>
            <a:off x="7638923" y="9515475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Freeform 194"/>
          <p:cNvSpPr/>
          <p:nvPr/>
        </p:nvSpPr>
        <p:spPr>
          <a:xfrm>
            <a:off x="7657092" y="9572625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Freeform 195"/>
          <p:cNvSpPr/>
          <p:nvPr/>
        </p:nvSpPr>
        <p:spPr>
          <a:xfrm>
            <a:off x="7673782" y="9629775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Freeform 196"/>
          <p:cNvSpPr/>
          <p:nvPr/>
        </p:nvSpPr>
        <p:spPr>
          <a:xfrm>
            <a:off x="7688328" y="9686925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Freeform 197"/>
          <p:cNvSpPr/>
          <p:nvPr/>
        </p:nvSpPr>
        <p:spPr>
          <a:xfrm>
            <a:off x="7700150" y="9744075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Freeform 198"/>
          <p:cNvSpPr/>
          <p:nvPr/>
        </p:nvSpPr>
        <p:spPr>
          <a:xfrm>
            <a:off x="7708776" y="9801225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Freeform 199"/>
          <p:cNvSpPr/>
          <p:nvPr/>
        </p:nvSpPr>
        <p:spPr>
          <a:xfrm>
            <a:off x="7713864" y="9858375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Freeform 200"/>
          <p:cNvSpPr/>
          <p:nvPr/>
        </p:nvSpPr>
        <p:spPr>
          <a:xfrm>
            <a:off x="7712758" y="9915525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Freeform 201"/>
          <p:cNvSpPr/>
          <p:nvPr/>
        </p:nvSpPr>
        <p:spPr>
          <a:xfrm>
            <a:off x="7706610" y="9972675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Freeform 202"/>
          <p:cNvSpPr/>
          <p:nvPr/>
        </p:nvSpPr>
        <p:spPr>
          <a:xfrm>
            <a:off x="7697009" y="10029825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Freeform 203"/>
          <p:cNvSpPr/>
          <p:nvPr/>
        </p:nvSpPr>
        <p:spPr>
          <a:xfrm>
            <a:off x="7684337" y="10086975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Freeform 204"/>
          <p:cNvSpPr/>
          <p:nvPr/>
        </p:nvSpPr>
        <p:spPr>
          <a:xfrm>
            <a:off x="7669101" y="10144125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Freeform 205"/>
          <p:cNvSpPr/>
          <p:nvPr/>
        </p:nvSpPr>
        <p:spPr>
          <a:xfrm>
            <a:off x="7651907" y="10201275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Freeform 206"/>
          <p:cNvSpPr/>
          <p:nvPr/>
        </p:nvSpPr>
        <p:spPr>
          <a:xfrm>
            <a:off x="7633441" y="10258425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Freeform 207"/>
          <p:cNvSpPr/>
          <p:nvPr/>
        </p:nvSpPr>
        <p:spPr>
          <a:xfrm>
            <a:off x="7614439" y="10315575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Freeform 208"/>
          <p:cNvSpPr/>
          <p:nvPr/>
        </p:nvSpPr>
        <p:spPr>
          <a:xfrm>
            <a:off x="7595659" y="10372725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Freeform 209"/>
          <p:cNvSpPr/>
          <p:nvPr/>
        </p:nvSpPr>
        <p:spPr>
          <a:xfrm>
            <a:off x="7577849" y="10429875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Freeform 210"/>
          <p:cNvSpPr/>
          <p:nvPr/>
        </p:nvSpPr>
        <p:spPr>
          <a:xfrm>
            <a:off x="7561720" y="10487025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Freeform 211"/>
          <p:cNvSpPr/>
          <p:nvPr/>
        </p:nvSpPr>
        <p:spPr>
          <a:xfrm>
            <a:off x="7547914" y="10544175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Freeform 212"/>
          <p:cNvSpPr/>
          <p:nvPr/>
        </p:nvSpPr>
        <p:spPr>
          <a:xfrm>
            <a:off x="7536982" y="10601325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Freeform 213"/>
          <p:cNvSpPr/>
          <p:nvPr/>
        </p:nvSpPr>
        <p:spPr>
          <a:xfrm>
            <a:off x="7529359" y="10658475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Freeform 214"/>
          <p:cNvSpPr/>
          <p:nvPr/>
        </p:nvSpPr>
        <p:spPr>
          <a:xfrm>
            <a:off x="7525350" y="10715625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Freeform 215"/>
          <p:cNvSpPr/>
          <p:nvPr/>
        </p:nvSpPr>
        <p:spPr>
          <a:xfrm>
            <a:off x="7525115" y="10772775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Freeform 216"/>
          <p:cNvSpPr/>
          <p:nvPr/>
        </p:nvSpPr>
        <p:spPr>
          <a:xfrm>
            <a:off x="7525115" y="10829925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Freeform 217"/>
          <p:cNvSpPr/>
          <p:nvPr/>
        </p:nvSpPr>
        <p:spPr>
          <a:xfrm>
            <a:off x="7528662" y="10887075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Freeform 218"/>
          <p:cNvSpPr/>
          <p:nvPr/>
        </p:nvSpPr>
        <p:spPr>
          <a:xfrm>
            <a:off x="7535850" y="10944225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Freeform 219"/>
          <p:cNvSpPr/>
          <p:nvPr/>
        </p:nvSpPr>
        <p:spPr>
          <a:xfrm>
            <a:off x="7546394" y="11001375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Freeform 220"/>
          <p:cNvSpPr/>
          <p:nvPr/>
        </p:nvSpPr>
        <p:spPr>
          <a:xfrm>
            <a:off x="7559871" y="11058525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Freeform 221"/>
          <p:cNvSpPr/>
          <p:nvPr/>
        </p:nvSpPr>
        <p:spPr>
          <a:xfrm>
            <a:off x="7575746" y="11115675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Freeform 222"/>
          <p:cNvSpPr/>
          <p:nvPr/>
        </p:nvSpPr>
        <p:spPr>
          <a:xfrm>
            <a:off x="7593385" y="11172825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Freeform 223"/>
          <p:cNvSpPr/>
          <p:nvPr/>
        </p:nvSpPr>
        <p:spPr>
          <a:xfrm>
            <a:off x="7612085" y="11229975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Freeform 224"/>
          <p:cNvSpPr/>
          <p:nvPr/>
        </p:nvSpPr>
        <p:spPr>
          <a:xfrm>
            <a:off x="7631101" y="11287125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Freeform 225"/>
          <p:cNvSpPr/>
          <p:nvPr/>
        </p:nvSpPr>
        <p:spPr>
          <a:xfrm>
            <a:off x="7649674" y="11344275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Freeform 226"/>
          <p:cNvSpPr/>
          <p:nvPr/>
        </p:nvSpPr>
        <p:spPr>
          <a:xfrm>
            <a:off x="7667064" y="11401425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Freeform 227"/>
          <p:cNvSpPr/>
          <p:nvPr/>
        </p:nvSpPr>
        <p:spPr>
          <a:xfrm>
            <a:off x="7682577" y="11458575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Freeform 228"/>
          <p:cNvSpPr/>
          <p:nvPr/>
        </p:nvSpPr>
        <p:spPr>
          <a:xfrm>
            <a:off x="7695596" y="11515725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Freeform 229"/>
          <p:cNvSpPr/>
          <p:nvPr/>
        </p:nvSpPr>
        <p:spPr>
          <a:xfrm>
            <a:off x="7705601" y="11572875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Freeform 230"/>
          <p:cNvSpPr/>
          <p:nvPr/>
        </p:nvSpPr>
        <p:spPr>
          <a:xfrm>
            <a:off x="7712194" y="11630025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Oval 231"/>
          <p:cNvSpPr/>
          <p:nvPr/>
        </p:nvSpPr>
        <p:spPr>
          <a:xfrm>
            <a:off x="8096250" y="7048500"/>
            <a:ext cx="1524000" cy="1859280"/>
          </a:xfrm>
          <a:prstGeom prst="ellipse">
            <a:avLst/>
          </a:pr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8431530" y="7345984"/>
            <a:ext cx="182880" cy="371856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Freeform 233"/>
          <p:cNvSpPr/>
          <p:nvPr/>
        </p:nvSpPr>
        <p:spPr>
          <a:xfrm>
            <a:off x="8772525" y="886968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Freeform 234"/>
          <p:cNvSpPr/>
          <p:nvPr/>
        </p:nvSpPr>
        <p:spPr>
          <a:xfrm>
            <a:off x="8858250" y="900303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Freeform 235"/>
          <p:cNvSpPr/>
          <p:nvPr/>
        </p:nvSpPr>
        <p:spPr>
          <a:xfrm>
            <a:off x="8877173" y="906018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Freeform 236"/>
          <p:cNvSpPr/>
          <p:nvPr/>
        </p:nvSpPr>
        <p:spPr>
          <a:xfrm>
            <a:off x="8895342" y="911733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Freeform 237"/>
          <p:cNvSpPr/>
          <p:nvPr/>
        </p:nvSpPr>
        <p:spPr>
          <a:xfrm>
            <a:off x="8912032" y="917448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Freeform 238"/>
          <p:cNvSpPr/>
          <p:nvPr/>
        </p:nvSpPr>
        <p:spPr>
          <a:xfrm>
            <a:off x="8926578" y="923163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Freeform 239"/>
          <p:cNvSpPr/>
          <p:nvPr/>
        </p:nvSpPr>
        <p:spPr>
          <a:xfrm>
            <a:off x="8938400" y="928878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Freeform 240"/>
          <p:cNvSpPr/>
          <p:nvPr/>
        </p:nvSpPr>
        <p:spPr>
          <a:xfrm>
            <a:off x="8947026" y="934593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Freeform 241"/>
          <p:cNvSpPr/>
          <p:nvPr/>
        </p:nvSpPr>
        <p:spPr>
          <a:xfrm>
            <a:off x="8952114" y="940308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Freeform 242"/>
          <p:cNvSpPr/>
          <p:nvPr/>
        </p:nvSpPr>
        <p:spPr>
          <a:xfrm>
            <a:off x="8951008" y="946023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Freeform 243"/>
          <p:cNvSpPr/>
          <p:nvPr/>
        </p:nvSpPr>
        <p:spPr>
          <a:xfrm>
            <a:off x="8944860" y="951738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Freeform 244"/>
          <p:cNvSpPr/>
          <p:nvPr/>
        </p:nvSpPr>
        <p:spPr>
          <a:xfrm>
            <a:off x="8935259" y="957453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Freeform 245"/>
          <p:cNvSpPr/>
          <p:nvPr/>
        </p:nvSpPr>
        <p:spPr>
          <a:xfrm>
            <a:off x="8922587" y="963168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Freeform 246"/>
          <p:cNvSpPr/>
          <p:nvPr/>
        </p:nvSpPr>
        <p:spPr>
          <a:xfrm>
            <a:off x="8907351" y="968883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Freeform 247"/>
          <p:cNvSpPr/>
          <p:nvPr/>
        </p:nvSpPr>
        <p:spPr>
          <a:xfrm>
            <a:off x="8890157" y="974598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Freeform 248"/>
          <p:cNvSpPr/>
          <p:nvPr/>
        </p:nvSpPr>
        <p:spPr>
          <a:xfrm>
            <a:off x="8871691" y="980313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Freeform 249"/>
          <p:cNvSpPr/>
          <p:nvPr/>
        </p:nvSpPr>
        <p:spPr>
          <a:xfrm>
            <a:off x="8852689" y="986028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Freeform 250"/>
          <p:cNvSpPr/>
          <p:nvPr/>
        </p:nvSpPr>
        <p:spPr>
          <a:xfrm>
            <a:off x="8833909" y="991743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Freeform 251"/>
          <p:cNvSpPr/>
          <p:nvPr/>
        </p:nvSpPr>
        <p:spPr>
          <a:xfrm>
            <a:off x="8816099" y="997458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Freeform 252"/>
          <p:cNvSpPr/>
          <p:nvPr/>
        </p:nvSpPr>
        <p:spPr>
          <a:xfrm>
            <a:off x="8799970" y="1003173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Freeform 253"/>
          <p:cNvSpPr/>
          <p:nvPr/>
        </p:nvSpPr>
        <p:spPr>
          <a:xfrm>
            <a:off x="8786164" y="1008888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Freeform 254"/>
          <p:cNvSpPr/>
          <p:nvPr/>
        </p:nvSpPr>
        <p:spPr>
          <a:xfrm>
            <a:off x="8775232" y="1014603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Freeform 255"/>
          <p:cNvSpPr/>
          <p:nvPr/>
        </p:nvSpPr>
        <p:spPr>
          <a:xfrm>
            <a:off x="8767609" y="1020318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Freeform 256"/>
          <p:cNvSpPr/>
          <p:nvPr/>
        </p:nvSpPr>
        <p:spPr>
          <a:xfrm>
            <a:off x="8763600" y="1026033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Freeform 257"/>
          <p:cNvSpPr/>
          <p:nvPr/>
        </p:nvSpPr>
        <p:spPr>
          <a:xfrm>
            <a:off x="8763365" y="1031748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Freeform 258"/>
          <p:cNvSpPr/>
          <p:nvPr/>
        </p:nvSpPr>
        <p:spPr>
          <a:xfrm>
            <a:off x="8763365" y="1037463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Freeform 259"/>
          <p:cNvSpPr/>
          <p:nvPr/>
        </p:nvSpPr>
        <p:spPr>
          <a:xfrm>
            <a:off x="8766912" y="1043178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Freeform 260"/>
          <p:cNvSpPr/>
          <p:nvPr/>
        </p:nvSpPr>
        <p:spPr>
          <a:xfrm>
            <a:off x="8774100" y="1048893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Freeform 261"/>
          <p:cNvSpPr/>
          <p:nvPr/>
        </p:nvSpPr>
        <p:spPr>
          <a:xfrm>
            <a:off x="8784644" y="1054608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Freeform 262"/>
          <p:cNvSpPr/>
          <p:nvPr/>
        </p:nvSpPr>
        <p:spPr>
          <a:xfrm>
            <a:off x="8798121" y="1060323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Freeform 263"/>
          <p:cNvSpPr/>
          <p:nvPr/>
        </p:nvSpPr>
        <p:spPr>
          <a:xfrm>
            <a:off x="8813996" y="1066038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Freeform 264"/>
          <p:cNvSpPr/>
          <p:nvPr/>
        </p:nvSpPr>
        <p:spPr>
          <a:xfrm>
            <a:off x="8831635" y="1071753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Freeform 265"/>
          <p:cNvSpPr/>
          <p:nvPr/>
        </p:nvSpPr>
        <p:spPr>
          <a:xfrm>
            <a:off x="8850335" y="1077468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Freeform 266"/>
          <p:cNvSpPr/>
          <p:nvPr/>
        </p:nvSpPr>
        <p:spPr>
          <a:xfrm>
            <a:off x="8869351" y="1083183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Freeform 267"/>
          <p:cNvSpPr/>
          <p:nvPr/>
        </p:nvSpPr>
        <p:spPr>
          <a:xfrm>
            <a:off x="8887924" y="1088898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Freeform 268"/>
          <p:cNvSpPr/>
          <p:nvPr/>
        </p:nvSpPr>
        <p:spPr>
          <a:xfrm>
            <a:off x="8905314" y="1094613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Freeform 269"/>
          <p:cNvSpPr/>
          <p:nvPr/>
        </p:nvSpPr>
        <p:spPr>
          <a:xfrm>
            <a:off x="8920827" y="1100328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Freeform 270"/>
          <p:cNvSpPr/>
          <p:nvPr/>
        </p:nvSpPr>
        <p:spPr>
          <a:xfrm>
            <a:off x="8933846" y="1106043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Freeform 271"/>
          <p:cNvSpPr/>
          <p:nvPr/>
        </p:nvSpPr>
        <p:spPr>
          <a:xfrm>
            <a:off x="8943851" y="1111758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Freeform 272"/>
          <p:cNvSpPr/>
          <p:nvPr/>
        </p:nvSpPr>
        <p:spPr>
          <a:xfrm>
            <a:off x="8950444" y="1117473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Freeform 273"/>
          <p:cNvSpPr/>
          <p:nvPr/>
        </p:nvSpPr>
        <p:spPr>
          <a:xfrm>
            <a:off x="8952486" y="1123188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Freeform 274"/>
          <p:cNvSpPr/>
          <p:nvPr/>
        </p:nvSpPr>
        <p:spPr>
          <a:xfrm>
            <a:off x="8947854" y="1128903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Freeform 275"/>
          <p:cNvSpPr/>
          <p:nvPr/>
        </p:nvSpPr>
        <p:spPr>
          <a:xfrm>
            <a:off x="8939650" y="11346180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Freeform 276"/>
          <p:cNvSpPr/>
          <p:nvPr/>
        </p:nvSpPr>
        <p:spPr>
          <a:xfrm>
            <a:off x="8928201" y="11403330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Freeform 277"/>
          <p:cNvSpPr/>
          <p:nvPr/>
        </p:nvSpPr>
        <p:spPr>
          <a:xfrm>
            <a:off x="8913963" y="11460480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Freeform 278"/>
          <p:cNvSpPr/>
          <p:nvPr/>
        </p:nvSpPr>
        <p:spPr>
          <a:xfrm>
            <a:off x="8897504" y="11517630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Freeform 279"/>
          <p:cNvSpPr/>
          <p:nvPr/>
        </p:nvSpPr>
        <p:spPr>
          <a:xfrm>
            <a:off x="8879480" y="11574780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Freeform 280"/>
          <p:cNvSpPr/>
          <p:nvPr/>
        </p:nvSpPr>
        <p:spPr>
          <a:xfrm>
            <a:off x="8860609" y="11631930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xfrm>
            <a:off x="7620000" y="8667750"/>
            <a:ext cx="1333500" cy="1626869"/>
          </a:xfrm>
          <a:prstGeom prst="ellipse">
            <a:avLst/>
          </a:pr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Oval 282"/>
          <p:cNvSpPr/>
          <p:nvPr/>
        </p:nvSpPr>
        <p:spPr>
          <a:xfrm>
            <a:off x="7913370" y="8928049"/>
            <a:ext cx="160020" cy="325373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Freeform 283"/>
          <p:cNvSpPr/>
          <p:nvPr/>
        </p:nvSpPr>
        <p:spPr>
          <a:xfrm>
            <a:off x="8201025" y="1025652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Freeform 284"/>
          <p:cNvSpPr/>
          <p:nvPr/>
        </p:nvSpPr>
        <p:spPr>
          <a:xfrm>
            <a:off x="8286750" y="1038987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Freeform 285"/>
          <p:cNvSpPr/>
          <p:nvPr/>
        </p:nvSpPr>
        <p:spPr>
          <a:xfrm>
            <a:off x="8305673" y="1044702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Freeform 286"/>
          <p:cNvSpPr/>
          <p:nvPr/>
        </p:nvSpPr>
        <p:spPr>
          <a:xfrm>
            <a:off x="8323842" y="1050417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Freeform 287"/>
          <p:cNvSpPr/>
          <p:nvPr/>
        </p:nvSpPr>
        <p:spPr>
          <a:xfrm>
            <a:off x="8340532" y="1056132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Freeform 288"/>
          <p:cNvSpPr/>
          <p:nvPr/>
        </p:nvSpPr>
        <p:spPr>
          <a:xfrm>
            <a:off x="8355078" y="1061847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Freeform 289"/>
          <p:cNvSpPr/>
          <p:nvPr/>
        </p:nvSpPr>
        <p:spPr>
          <a:xfrm>
            <a:off x="8366900" y="1067562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Freeform 290"/>
          <p:cNvSpPr/>
          <p:nvPr/>
        </p:nvSpPr>
        <p:spPr>
          <a:xfrm>
            <a:off x="8375526" y="1073277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Freeform 291"/>
          <p:cNvSpPr/>
          <p:nvPr/>
        </p:nvSpPr>
        <p:spPr>
          <a:xfrm>
            <a:off x="8380614" y="1078992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Freeform 292"/>
          <p:cNvSpPr/>
          <p:nvPr/>
        </p:nvSpPr>
        <p:spPr>
          <a:xfrm>
            <a:off x="8379508" y="1084707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Freeform 293"/>
          <p:cNvSpPr/>
          <p:nvPr/>
        </p:nvSpPr>
        <p:spPr>
          <a:xfrm>
            <a:off x="8373360" y="1090422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Freeform 294"/>
          <p:cNvSpPr/>
          <p:nvPr/>
        </p:nvSpPr>
        <p:spPr>
          <a:xfrm>
            <a:off x="8363759" y="1096137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Freeform 295"/>
          <p:cNvSpPr/>
          <p:nvPr/>
        </p:nvSpPr>
        <p:spPr>
          <a:xfrm>
            <a:off x="8351087" y="1101852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Freeform 296"/>
          <p:cNvSpPr/>
          <p:nvPr/>
        </p:nvSpPr>
        <p:spPr>
          <a:xfrm>
            <a:off x="8335851" y="1107567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Freeform 297"/>
          <p:cNvSpPr/>
          <p:nvPr/>
        </p:nvSpPr>
        <p:spPr>
          <a:xfrm>
            <a:off x="8318657" y="1113282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Freeform 298"/>
          <p:cNvSpPr/>
          <p:nvPr/>
        </p:nvSpPr>
        <p:spPr>
          <a:xfrm>
            <a:off x="8300191" y="1118997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Freeform 299"/>
          <p:cNvSpPr/>
          <p:nvPr/>
        </p:nvSpPr>
        <p:spPr>
          <a:xfrm>
            <a:off x="8281189" y="1124712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Freeform 300"/>
          <p:cNvSpPr/>
          <p:nvPr/>
        </p:nvSpPr>
        <p:spPr>
          <a:xfrm>
            <a:off x="8262409" y="1130427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Freeform 301"/>
          <p:cNvSpPr/>
          <p:nvPr/>
        </p:nvSpPr>
        <p:spPr>
          <a:xfrm>
            <a:off x="8244599" y="1136142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Freeform 302"/>
          <p:cNvSpPr/>
          <p:nvPr/>
        </p:nvSpPr>
        <p:spPr>
          <a:xfrm>
            <a:off x="8228470" y="1141857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Freeform 303"/>
          <p:cNvSpPr/>
          <p:nvPr/>
        </p:nvSpPr>
        <p:spPr>
          <a:xfrm>
            <a:off x="8214664" y="1147572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Freeform 304"/>
          <p:cNvSpPr/>
          <p:nvPr/>
        </p:nvSpPr>
        <p:spPr>
          <a:xfrm>
            <a:off x="8203732" y="1153287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Freeform 305"/>
          <p:cNvSpPr/>
          <p:nvPr/>
        </p:nvSpPr>
        <p:spPr>
          <a:xfrm>
            <a:off x="8196109" y="1159002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Freeform 306"/>
          <p:cNvSpPr/>
          <p:nvPr/>
        </p:nvSpPr>
        <p:spPr>
          <a:xfrm>
            <a:off x="8192100" y="1164717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8" name="Picture 307" descr="soil-corner-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0001250"/>
            <a:ext cx="6096000" cy="2857500"/>
          </a:xfrm>
          <a:prstGeom prst="rect">
            <a:avLst/>
          </a:prstGeom>
        </p:spPr>
      </p:pic>
      <p:pic>
        <p:nvPicPr>
          <p:cNvPr id="309" name="Picture 308" descr="soil-corner-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5334000" y="10382250"/>
            <a:ext cx="4953000" cy="2476500"/>
          </a:xfrm>
          <a:prstGeom prst="rect">
            <a:avLst/>
          </a:prstGeom>
        </p:spPr>
      </p:pic>
      <p:pic>
        <p:nvPicPr>
          <p:cNvPr id="310" name="Picture 309" descr="foundation-logo-col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14750" y="7239000"/>
            <a:ext cx="2857500" cy="2569057"/>
          </a:xfrm>
          <a:prstGeom prst="rect">
            <a:avLst/>
          </a:prstGeom>
        </p:spPr>
      </p:pic>
      <p:sp>
        <p:nvSpPr>
          <p:cNvPr id="311" name="TextBox 310"/>
          <p:cNvSpPr txBox="1"/>
          <p:nvPr/>
        </p:nvSpPr>
        <p:spPr>
          <a:xfrm>
            <a:off x="762000" y="10572750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4C3634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