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/ closing: bunting, balloons, stars, soil (PowerPoint shapes and cut photo).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Ib Borup Pedersen, Brian Daubenspeck, Elena Kalli.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Nick Padwick, Carla Ribeiro Machado e Portugal, Gerald Ramírez.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Kavi Reddy, Wesley Sander, Isadora Schmidt.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Delvin Solkinson, Tommy Tepper, Dora Tkalec.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People: Ayşen Üstünay, Loida Vasquez, Casey Williams.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in one grid.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/ closing: bunting, balloons, stars, soil (PowerPoint shapes and cut photo).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Relationship Id="rId10" Type="http://schemas.openxmlformats.org/officeDocument/2006/relationships/image" Target="../media/image24.jpg"/><Relationship Id="rId11" Type="http://schemas.openxmlformats.org/officeDocument/2006/relationships/image" Target="../media/image25.jpg"/><Relationship Id="rId12" Type="http://schemas.openxmlformats.org/officeDocument/2006/relationships/image" Target="../media/image26.jpg"/><Relationship Id="rId13" Type="http://schemas.openxmlformats.org/officeDocument/2006/relationships/image" Target="../media/image27.jpg"/><Relationship Id="rId14" Type="http://schemas.openxmlformats.org/officeDocument/2006/relationships/image" Target="../media/image28.jpg"/><Relationship Id="rId15" Type="http://schemas.openxmlformats.org/officeDocument/2006/relationships/image" Target="../media/image29.jpg"/><Relationship Id="rId16" Type="http://schemas.openxmlformats.org/officeDocument/2006/relationships/image" Target="../media/image30.jpg"/><Relationship Id="rId17" Type="http://schemas.openxmlformats.org/officeDocument/2006/relationships/image" Target="../media/image31.jpg"/><Relationship Id="rId18" Type="http://schemas.openxmlformats.org/officeDocument/2006/relationships/image" Target="../media/image32.jpg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2981325" y="248602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5-Point Star 68"/>
          <p:cNvSpPr/>
          <p:nvPr/>
        </p:nvSpPr>
        <p:spPr>
          <a:xfrm>
            <a:off x="6981825" y="248602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000" y="24288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00" y="30480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5000" y="5715000"/>
            <a:ext cx="6477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Thank you to our instructors and education staff.</a:t>
            </a:r>
          </a:p>
        </p:txBody>
      </p:sp>
      <p:sp>
        <p:nvSpPr>
          <p:cNvPr id="73" name="Oval 72"/>
          <p:cNvSpPr/>
          <p:nvPr/>
        </p:nvSpPr>
        <p:spPr>
          <a:xfrm>
            <a:off x="1952625" y="76200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266950" y="78988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581275" y="93249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667000" y="94583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685923" y="95154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04092" y="95726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20782" y="96297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35328" y="96869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747150" y="97440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55776" y="98012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60864" y="98583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59758" y="99155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53610" y="99726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44009" y="100298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731337" y="100869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716101" y="101441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698907" y="102012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80441" y="102584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61439" y="103155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42659" y="103727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624849" y="104298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608720" y="104870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594914" y="105441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83982" y="106013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576359" y="106584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572350" y="107156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572115" y="107727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572115" y="108299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575662" y="108870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582850" y="109442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593394" y="110013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06871" y="110585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622746" y="111156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640385" y="111728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2659085" y="112299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678101" y="112871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696674" y="113442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14064" y="114014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729577" y="114585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742596" y="115157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52601" y="115728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59194" y="116300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66750" y="7048500"/>
            <a:ext cx="1524000" cy="1859280"/>
          </a:xfrm>
          <a:prstGeom prst="ellipse">
            <a:avLst/>
          </a:prstGeom>
          <a:solidFill>
            <a:srgbClr val="654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02029" y="73459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343025" y="88696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654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428750" y="90030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447673" y="90601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465842" y="91173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482532" y="91744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497078" y="92316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508900" y="92887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517526" y="93459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522614" y="94030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521508" y="94602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515360" y="95173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505759" y="95745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493087" y="96316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477851" y="96888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460657" y="97459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442191" y="98031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423189" y="98602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404409" y="99174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386599" y="99745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370470" y="100317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356664" y="100888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345732" y="101460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338109" y="102031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334100" y="102603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333865" y="103174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333865" y="103746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337412" y="104317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344600" y="104889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355144" y="105460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368621" y="106032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384496" y="106603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402135" y="107175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420835" y="107746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39851" y="108318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458424" y="108889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475814" y="109461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491327" y="110032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504346" y="110604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514351" y="111175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520944" y="111747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522986" y="112318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518354" y="112890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10150" y="113461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498701" y="114033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484463" y="114604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468004" y="115176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449980" y="115747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431109" y="116319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333500" y="86677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626870" y="89280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914525" y="102565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000250" y="103898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019173" y="104470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2037342" y="105041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2054032" y="105613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068578" y="106184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080400" y="106756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2089026" y="107327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2094114" y="107899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2093008" y="108470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2086860" y="109042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2077259" y="109613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064587" y="110185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049351" y="110756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032157" y="111328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2013691" y="111899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994689" y="112471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975909" y="113042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958099" y="113614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941970" y="114185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928164" y="114757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917232" y="115328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909609" y="115900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905600" y="116471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6905625" y="7620000"/>
            <a:ext cx="1428750" cy="1743075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219950" y="78988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7534275" y="93249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7620000" y="94583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7638923" y="95154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7657092" y="95726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7673782" y="96297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7688328" y="96869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7700150" y="97440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7708776" y="98012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7713864" y="98583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7712758" y="99155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7706610" y="99726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7697009" y="100298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7684337" y="100869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7669101" y="101441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7651907" y="102012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7633441" y="102584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7614439" y="103155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7595659" y="103727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7577849" y="104298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7561720" y="104870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7547914" y="105441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7536982" y="106013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7529359" y="106584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7525350" y="107156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7525115" y="107727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7525115" y="108299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7528662" y="108870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7535850" y="109442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7546394" y="110013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7559871" y="110585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7575746" y="111156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7593385" y="111728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7612085" y="112299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7631101" y="112871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649674" y="113442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7667064" y="114014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682577" y="114585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695596" y="115157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7705601" y="115728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7712194" y="116300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8096250" y="7048500"/>
            <a:ext cx="1524000" cy="1859280"/>
          </a:xfrm>
          <a:prstGeom prst="ellipse">
            <a:avLst/>
          </a:prstGeom>
          <a:solidFill>
            <a:srgbClr val="4B7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8431530" y="73459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8772525" y="88696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4B7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8858250" y="90030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8877173" y="90601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8895342" y="91173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8912032" y="91744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8926578" y="92316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8938400" y="92887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8947026" y="93459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8952114" y="94030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8951008" y="94602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8944860" y="95173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8935259" y="95745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8922587" y="96316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8907351" y="96888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8890157" y="97459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871691" y="98031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852689" y="98602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8833909" y="99174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8816099" y="99745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8799970" y="100317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8786164" y="100888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8775232" y="101460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8767609" y="102031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8763600" y="102603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8763365" y="103174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8763365" y="103746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8766912" y="104317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8774100" y="104889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8784644" y="105460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8798121" y="106032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8813996" y="106603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8831635" y="107175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8850335" y="107746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8869351" y="108318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8887924" y="108889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8905314" y="109461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8920827" y="110032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8933846" y="110604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8943851" y="111175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8950444" y="111747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8952486" y="112318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8947854" y="112890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8939650" y="113461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8928201" y="114033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8913963" y="114604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8897504" y="115176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8879480" y="115747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8860609" y="116319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620000" y="8667750"/>
            <a:ext cx="1333500" cy="1626869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7913370" y="89280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8201025" y="102565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8286750" y="103898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8305673" y="104470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8323842" y="105041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8340532" y="105613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8355078" y="106184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8366900" y="106756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8375526" y="107327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8380614" y="107899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8379508" y="108470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8373360" y="109042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8363759" y="109613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8351087" y="110185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8335851" y="110756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8318657" y="111328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8300191" y="111899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8281189" y="112471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8262409" y="113042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8244599" y="113614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8228470" y="114185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8214664" y="114757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203732" y="115328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196109" y="115900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8192100" y="116471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9" name="Picture 308" descr="soil-corner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01250"/>
            <a:ext cx="6096000" cy="2857500"/>
          </a:xfrm>
          <a:prstGeom prst="rect">
            <a:avLst/>
          </a:prstGeom>
        </p:spPr>
      </p:pic>
      <p:pic>
        <p:nvPicPr>
          <p:cNvPr id="310" name="Picture 309" descr="soil-corner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334000" y="10382250"/>
            <a:ext cx="4953000" cy="2476500"/>
          </a:xfrm>
          <a:prstGeom prst="rect">
            <a:avLst/>
          </a:prstGeom>
        </p:spPr>
      </p:pic>
      <p:pic>
        <p:nvPicPr>
          <p:cNvPr id="311" name="Picture 310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0" y="7239000"/>
            <a:ext cx="2857500" cy="2569057"/>
          </a:xfrm>
          <a:prstGeom prst="rect">
            <a:avLst/>
          </a:prstGeom>
        </p:spPr>
      </p:pic>
      <p:sp>
        <p:nvSpPr>
          <p:cNvPr id="312" name="TextBox 311"/>
          <p:cNvSpPr txBox="1"/>
          <p:nvPr/>
        </p:nvSpPr>
        <p:spPr>
          <a:xfrm>
            <a:off x="762000" y="10572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766501904335837275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571625"/>
            <a:ext cx="3048000" cy="30480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095750" y="25241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95750" y="31840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Farmer, Mentor &amp; Consultant</a:t>
            </a:r>
          </a:p>
        </p:txBody>
      </p:sp>
      <p:pic>
        <p:nvPicPr>
          <p:cNvPr id="73" name="Picture 72" descr="567210888403987076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905375"/>
            <a:ext cx="3048000" cy="3048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095750" y="585787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95750" y="651775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6" name="Picture 75" descr="377746652366816237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8239125"/>
            <a:ext cx="3048000" cy="3048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095750" y="91916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95750" y="98515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School Administration Officer</a:t>
            </a:r>
          </a:p>
        </p:txBody>
      </p:sp>
      <p:pic>
        <p:nvPicPr>
          <p:cNvPr id="79" name="Picture 78" descr="soil-corner-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096000" y="10763250"/>
            <a:ext cx="4191000" cy="2095500"/>
          </a:xfrm>
          <a:prstGeom prst="rect">
            <a:avLst/>
          </a:prstGeom>
        </p:spPr>
      </p:pic>
      <p:pic>
        <p:nvPicPr>
          <p:cNvPr id="80" name="Picture 79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152525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3174130039309004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571625"/>
            <a:ext cx="3048000" cy="30480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095750" y="25241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95750" y="31840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Farmer, Mentor &amp; Consultant</a:t>
            </a:r>
          </a:p>
        </p:txBody>
      </p:sp>
      <p:pic>
        <p:nvPicPr>
          <p:cNvPr id="73" name="Picture 72" descr="38763866860280734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905375"/>
            <a:ext cx="3048000" cy="3048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095750" y="5857875"/>
            <a:ext cx="5524500" cy="1224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Dr. Carla Ribeiro Machado e Portugal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95750" y="7082380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 &amp; Science Lead</a:t>
            </a:r>
          </a:p>
        </p:txBody>
      </p:sp>
      <p:pic>
        <p:nvPicPr>
          <p:cNvPr id="76" name="Picture 75" descr="148656066552496356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8239125"/>
            <a:ext cx="3048000" cy="3048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095750" y="91916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95750" y="98515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</a:t>
            </a:r>
          </a:p>
        </p:txBody>
      </p:sp>
      <p:pic>
        <p:nvPicPr>
          <p:cNvPr id="79" name="Picture 78" descr="soil-corner-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096000" y="10763250"/>
            <a:ext cx="4191000" cy="2095500"/>
          </a:xfrm>
          <a:prstGeom prst="rect">
            <a:avLst/>
          </a:prstGeom>
        </p:spPr>
      </p:pic>
      <p:pic>
        <p:nvPicPr>
          <p:cNvPr id="80" name="Picture 79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152525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6750" y="1571625"/>
            <a:ext cx="3048000" cy="304800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" y="2342034"/>
            <a:ext cx="1676400" cy="150718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095750" y="25241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Kavi Reddy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95750" y="31840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Permaculture Instructor</a:t>
            </a:r>
          </a:p>
        </p:txBody>
      </p:sp>
      <p:pic>
        <p:nvPicPr>
          <p:cNvPr id="74" name="Picture 73" descr="71310918627939760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905375"/>
            <a:ext cx="3048000" cy="3048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095750" y="585787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Wesley Sander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95750" y="651775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7" name="Picture 76" descr="835502137285680169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8239125"/>
            <a:ext cx="3048000" cy="30480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095750" y="91916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Isadora Schmidt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95750" y="98515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80" name="Picture 79" descr="soil-corner-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096000" y="10763250"/>
            <a:ext cx="4191000" cy="2095500"/>
          </a:xfrm>
          <a:prstGeom prst="rect">
            <a:avLst/>
          </a:prstGeom>
        </p:spPr>
      </p:pic>
      <p:pic>
        <p:nvPicPr>
          <p:cNvPr id="81" name="Picture 80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152525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25454088502369450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571625"/>
            <a:ext cx="3048000" cy="30480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095750" y="25241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95750" y="3184002"/>
            <a:ext cx="5524500" cy="9496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Graham Bell Legacy PDC Permaculture Lead Instructor</a:t>
            </a:r>
          </a:p>
        </p:txBody>
      </p:sp>
      <p:pic>
        <p:nvPicPr>
          <p:cNvPr id="73" name="Picture 72" descr="92151801120696272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905375"/>
            <a:ext cx="3048000" cy="3048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095750" y="585787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Tommy Tepper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95750" y="651775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Education Department Director &amp; Mentor</a:t>
            </a:r>
          </a:p>
        </p:txBody>
      </p:sp>
      <p:pic>
        <p:nvPicPr>
          <p:cNvPr id="76" name="Picture 75" descr="14605624686342080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8239125"/>
            <a:ext cx="3048000" cy="3048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095750" y="91916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95750" y="98515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9" name="Picture 78" descr="soil-corner-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096000" y="10763250"/>
            <a:ext cx="4191000" cy="2095500"/>
          </a:xfrm>
          <a:prstGeom prst="rect">
            <a:avLst/>
          </a:prstGeom>
        </p:spPr>
      </p:pic>
      <p:pic>
        <p:nvPicPr>
          <p:cNvPr id="80" name="Picture 79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152525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11195698163191677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571625"/>
            <a:ext cx="3048000" cy="30480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095750" y="25241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95750" y="31840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3" name="Picture 72" descr="16262544815019609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905375"/>
            <a:ext cx="3048000" cy="3048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095750" y="585787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95750" y="651775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Advanced Programs Lead</a:t>
            </a:r>
          </a:p>
        </p:txBody>
      </p:sp>
      <p:pic>
        <p:nvPicPr>
          <p:cNvPr id="76" name="Picture 75" descr="47328028227665854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8239125"/>
            <a:ext cx="3048000" cy="3048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095750" y="9191625"/>
            <a:ext cx="5524500" cy="6598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95750" y="9851502"/>
            <a:ext cx="5524500" cy="522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9" name="Picture 78" descr="soil-corner-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096000" y="10763250"/>
            <a:ext cx="4191000" cy="2095500"/>
          </a:xfrm>
          <a:prstGeom prst="rect">
            <a:avLst/>
          </a:prstGeom>
        </p:spPr>
      </p:pic>
      <p:pic>
        <p:nvPicPr>
          <p:cNvPr id="80" name="Picture 79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152525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1857375"/>
            <a:ext cx="6667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1" name="Picture 70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0" y="1714500"/>
            <a:ext cx="1333500" cy="1198893"/>
          </a:xfrm>
          <a:prstGeom prst="rect">
            <a:avLst/>
          </a:prstGeom>
        </p:spPr>
      </p:pic>
      <p:pic>
        <p:nvPicPr>
          <p:cNvPr id="72" name="Picture 71" descr="15399464613209588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29000"/>
            <a:ext cx="1798320" cy="179832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57200" y="527494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4" name="Picture 73" descr="431917943072991636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770" y="3429000"/>
            <a:ext cx="1798320" cy="179832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350770" y="527494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6" name="Picture 75" descr="462149221827664885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340" y="3429000"/>
            <a:ext cx="1798320" cy="179832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244340" y="527494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78" name="Picture 77" descr="22288918775492135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7910" y="3429000"/>
            <a:ext cx="1798320" cy="179832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137910" y="527494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80" name="Picture 79" descr="389709832451457324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1480" y="3429000"/>
            <a:ext cx="1798320" cy="179832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031480" y="527494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82" name="Picture 81" descr="681486440432676761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665470"/>
            <a:ext cx="1798320" cy="179832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57200" y="751141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50770" y="5665470"/>
            <a:ext cx="1798320" cy="179832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392" y="6120011"/>
            <a:ext cx="989076" cy="88923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350770" y="751141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Kavi Reddy</a:t>
            </a:r>
          </a:p>
        </p:txBody>
      </p:sp>
      <p:pic>
        <p:nvPicPr>
          <p:cNvPr id="87" name="Picture 86" descr="848402131610393042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4340" y="5665470"/>
            <a:ext cx="1798320" cy="179832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44340" y="751141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89" name="Picture 88" descr="484381800163440437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7910" y="5665470"/>
            <a:ext cx="1798320" cy="179832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137910" y="751141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Isadora Schmidt</a:t>
            </a:r>
          </a:p>
        </p:txBody>
      </p:sp>
      <p:pic>
        <p:nvPicPr>
          <p:cNvPr id="91" name="Picture 90" descr="183223689426092324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1480" y="5665470"/>
            <a:ext cx="1798320" cy="179832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031480" y="7511414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93" name="Picture 92" descr="786225065875967281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7901940"/>
            <a:ext cx="1798320" cy="17983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57200" y="974788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Tommy Tepper</a:t>
            </a:r>
          </a:p>
        </p:txBody>
      </p:sp>
      <p:pic>
        <p:nvPicPr>
          <p:cNvPr id="95" name="Picture 94" descr="107633015324253675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50770" y="7901940"/>
            <a:ext cx="1798320" cy="179832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2350770" y="974788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97" name="Picture 96" descr="727938892562564352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44340" y="7901940"/>
            <a:ext cx="1798320" cy="179832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244340" y="974788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9" name="Picture 98" descr="2831008992287184629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7910" y="7901940"/>
            <a:ext cx="1798320" cy="179832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137910" y="974788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101" name="Picture 100" descr="8731685222402673050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1480" y="7901940"/>
            <a:ext cx="1798320" cy="179832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31480" y="9747885"/>
            <a:ext cx="179832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103" name="Picture 102" descr="soil-corner-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10537031"/>
            <a:ext cx="4953000" cy="2321718"/>
          </a:xfrm>
          <a:prstGeom prst="rect">
            <a:avLst/>
          </a:prstGeom>
        </p:spPr>
      </p:pic>
      <p:pic>
        <p:nvPicPr>
          <p:cNvPr id="104" name="Picture 103" descr="soil-corner-b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6096000" y="10763250"/>
            <a:ext cx="41910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7613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7594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7562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7517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7459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7390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7308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7214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7109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6993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6866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6728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6581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6424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6259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6085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5903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5715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5519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5319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5113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4902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4688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4471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4252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4031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3810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3588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52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295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438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581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7620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867400" y="739022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7010400" y="672862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8153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296400" y="447159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5-Point Star 67"/>
          <p:cNvSpPr/>
          <p:nvPr/>
        </p:nvSpPr>
        <p:spPr>
          <a:xfrm>
            <a:off x="2981325" y="248602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5-Point Star 68"/>
          <p:cNvSpPr/>
          <p:nvPr/>
        </p:nvSpPr>
        <p:spPr>
          <a:xfrm>
            <a:off x="6981825" y="2486025"/>
            <a:ext cx="323850" cy="323850"/>
          </a:xfrm>
          <a:prstGeom prst="star5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000" y="24288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00" y="3048000"/>
            <a:ext cx="876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72" name="Oval 71"/>
          <p:cNvSpPr/>
          <p:nvPr/>
        </p:nvSpPr>
        <p:spPr>
          <a:xfrm>
            <a:off x="1952625" y="7620000"/>
            <a:ext cx="1428750" cy="1743075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266950" y="78988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581275" y="93249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667000" y="94583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685923" y="95154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704092" y="95726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720782" y="96297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735328" y="96869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747150" y="97440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755776" y="98012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760864" y="98583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2759758" y="99155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753610" y="99726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744009" y="100298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731337" y="100869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716101" y="101441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2698907" y="102012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680441" y="102584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2661439" y="103155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42659" y="103727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624849" y="104298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608720" y="104870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594914" y="105441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583982" y="106013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576359" y="106584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572350" y="107156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2572115" y="107727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572115" y="108299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2575662" y="108870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2582850" y="109442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593394" y="110013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606871" y="110585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2622746" y="111156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2640385" y="111728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2659085" y="112299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2678101" y="112871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696674" y="113442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14064" y="114014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729577" y="114585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742596" y="115157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752601" y="115728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59194" y="116300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66750" y="7048500"/>
            <a:ext cx="1524000" cy="1859280"/>
          </a:xfrm>
          <a:prstGeom prst="ellipse">
            <a:avLst/>
          </a:prstGeom>
          <a:solidFill>
            <a:srgbClr val="654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02029" y="73459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343025" y="88696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654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1428750" y="90030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447673" y="90601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465842" y="91173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482532" y="91744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1497078" y="92316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1508900" y="92887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517526" y="93459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522614" y="94030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521508" y="94602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515360" y="95173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505759" y="95745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493087" y="96316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477851" y="96888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460657" y="97459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442191" y="98031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423189" y="98602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404409" y="99174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386599" y="99745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370470" y="100317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356664" y="100888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345732" y="101460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338109" y="102031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334100" y="102603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333865" y="103174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333865" y="103746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337412" y="104317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344600" y="104889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355144" y="105460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368621" y="106032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384496" y="106603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402135" y="107175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420835" y="107746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1439851" y="108318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458424" y="108889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475814" y="109461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491327" y="110032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1504346" y="110604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514351" y="111175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520944" y="111747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522986" y="112318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518354" y="112890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510150" y="113461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498701" y="114033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484463" y="114604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468004" y="115176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449980" y="115747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431109" y="116319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333500" y="8667750"/>
            <a:ext cx="1333500" cy="162686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626870" y="89280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914525" y="102565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000250" y="103898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019173" y="104470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037342" y="105041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2054032" y="105613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2068578" y="106184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080400" y="106756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089026" y="107327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2094114" y="107899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2093008" y="108470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2086860" y="109042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2077259" y="109613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2064587" y="110185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049351" y="110756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032157" y="111328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013691" y="111899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94689" y="112471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975909" y="113042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958099" y="113614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1941970" y="114185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928164" y="114757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917232" y="115328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909609" y="115900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905600" y="116471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905625" y="7620000"/>
            <a:ext cx="1428750" cy="1743075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219950" y="7898892"/>
            <a:ext cx="171450" cy="348615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7534275" y="932497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7620000" y="9458325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7638923" y="9515475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7657092" y="9572625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7673782" y="9629775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7688328" y="9686925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7700150" y="9744075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7708776" y="9801225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7713864" y="9858375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7712758" y="9915525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7706610" y="9972675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7697009" y="10029825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7684337" y="10086975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7669101" y="10144125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7651907" y="10201275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7633441" y="10258425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7614439" y="10315575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7595659" y="10372725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7577849" y="10429875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7561720" y="10487025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7547914" y="10544175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7536982" y="10601325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7529359" y="10658475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7525350" y="10715625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7525115" y="10772775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7525115" y="10829925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7528662" y="10887075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7535850" y="10944225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7546394" y="11001375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7559871" y="11058525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7575746" y="11115675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7593385" y="11172825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7612085" y="11229975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7631101" y="11287125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7649674" y="11344275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667064" y="11401425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7682577" y="11458575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695596" y="11515725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705601" y="11572875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7712194" y="11630025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8096250" y="7048500"/>
            <a:ext cx="1524000" cy="1859280"/>
          </a:xfrm>
          <a:prstGeom prst="ellipse">
            <a:avLst/>
          </a:prstGeom>
          <a:solidFill>
            <a:srgbClr val="4B7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8431530" y="7345984"/>
            <a:ext cx="182880" cy="371856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8772525" y="886968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4B7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8858250" y="900303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8877173" y="906018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8895342" y="911733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8912032" y="917448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8926578" y="923163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8938400" y="928878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8947026" y="934593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8952114" y="940308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8951008" y="946023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8944860" y="951738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8935259" y="957453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8922587" y="963168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8907351" y="968883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8890157" y="974598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8871691" y="980313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852689" y="986028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833909" y="991743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8816099" y="997458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8799970" y="1003173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8786164" y="1008888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8775232" y="1014603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8767609" y="1020318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8763600" y="1026033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8763365" y="10317480"/>
            <a:ext cx="19285" cy="57150"/>
          </a:xfrm>
          <a:custGeom>
            <a:avLst/>
            <a:gdLst/>
            <a:ahLst/>
            <a:cxnLst/>
            <a:rect l="l" t="t" r="r" b="b"/>
            <a:pathLst>
              <a:path w="19285" h="57150">
                <a:moveTo>
                  <a:pt x="23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28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8763365" y="10374630"/>
            <a:ext cx="22597" cy="57150"/>
          </a:xfrm>
          <a:custGeom>
            <a:avLst/>
            <a:gdLst/>
            <a:ahLst/>
            <a:cxnLst/>
            <a:rect l="l" t="t" r="r" b="b"/>
            <a:pathLst>
              <a:path w="22597" h="57150">
                <a:moveTo>
                  <a:pt x="0" y="0"/>
                </a:moveTo>
                <a:lnTo>
                  <a:pt x="3547" y="57150"/>
                </a:lnTo>
                <a:lnTo>
                  <a:pt x="2259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8766912" y="10431780"/>
            <a:ext cx="26238" cy="57150"/>
          </a:xfrm>
          <a:custGeom>
            <a:avLst/>
            <a:gdLst/>
            <a:ahLst/>
            <a:cxnLst/>
            <a:rect l="l" t="t" r="r" b="b"/>
            <a:pathLst>
              <a:path w="26238" h="57150">
                <a:moveTo>
                  <a:pt x="0" y="0"/>
                </a:moveTo>
                <a:lnTo>
                  <a:pt x="7188" y="57150"/>
                </a:lnTo>
                <a:lnTo>
                  <a:pt x="262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8774100" y="10488930"/>
            <a:ext cx="29593" cy="57150"/>
          </a:xfrm>
          <a:custGeom>
            <a:avLst/>
            <a:gdLst/>
            <a:ahLst/>
            <a:cxnLst/>
            <a:rect l="l" t="t" r="r" b="b"/>
            <a:pathLst>
              <a:path w="29594" h="57150">
                <a:moveTo>
                  <a:pt x="0" y="0"/>
                </a:moveTo>
                <a:lnTo>
                  <a:pt x="10544" y="57150"/>
                </a:lnTo>
                <a:lnTo>
                  <a:pt x="29594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8784644" y="10546080"/>
            <a:ext cx="32527" cy="57150"/>
          </a:xfrm>
          <a:custGeom>
            <a:avLst/>
            <a:gdLst/>
            <a:ahLst/>
            <a:cxnLst/>
            <a:rect l="l" t="t" r="r" b="b"/>
            <a:pathLst>
              <a:path w="32527" h="57150">
                <a:moveTo>
                  <a:pt x="0" y="0"/>
                </a:moveTo>
                <a:lnTo>
                  <a:pt x="13477" y="57150"/>
                </a:lnTo>
                <a:lnTo>
                  <a:pt x="3252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8798121" y="10603230"/>
            <a:ext cx="34924" cy="57150"/>
          </a:xfrm>
          <a:custGeom>
            <a:avLst/>
            <a:gdLst/>
            <a:ahLst/>
            <a:cxnLst/>
            <a:rect l="l" t="t" r="r" b="b"/>
            <a:pathLst>
              <a:path w="34925" h="57150">
                <a:moveTo>
                  <a:pt x="0" y="0"/>
                </a:moveTo>
                <a:lnTo>
                  <a:pt x="15875" y="57150"/>
                </a:lnTo>
                <a:lnTo>
                  <a:pt x="3492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8813996" y="10660380"/>
            <a:ext cx="36689" cy="57150"/>
          </a:xfrm>
          <a:custGeom>
            <a:avLst/>
            <a:gdLst/>
            <a:ahLst/>
            <a:cxnLst/>
            <a:rect l="l" t="t" r="r" b="b"/>
            <a:pathLst>
              <a:path w="36689" h="57150">
                <a:moveTo>
                  <a:pt x="0" y="0"/>
                </a:moveTo>
                <a:lnTo>
                  <a:pt x="17639" y="57150"/>
                </a:lnTo>
                <a:lnTo>
                  <a:pt x="3668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8831635" y="10717530"/>
            <a:ext cx="37750" cy="57150"/>
          </a:xfrm>
          <a:custGeom>
            <a:avLst/>
            <a:gdLst/>
            <a:ahLst/>
            <a:cxnLst/>
            <a:rect l="l" t="t" r="r" b="b"/>
            <a:pathLst>
              <a:path w="37750" h="57150">
                <a:moveTo>
                  <a:pt x="0" y="0"/>
                </a:moveTo>
                <a:lnTo>
                  <a:pt x="18700" y="57150"/>
                </a:lnTo>
                <a:lnTo>
                  <a:pt x="3775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8850335" y="10774680"/>
            <a:ext cx="38065" cy="57150"/>
          </a:xfrm>
          <a:custGeom>
            <a:avLst/>
            <a:gdLst/>
            <a:ahLst/>
            <a:cxnLst/>
            <a:rect l="l" t="t" r="r" b="b"/>
            <a:pathLst>
              <a:path w="38066" h="57150">
                <a:moveTo>
                  <a:pt x="0" y="0"/>
                </a:moveTo>
                <a:lnTo>
                  <a:pt x="19016" y="57150"/>
                </a:lnTo>
                <a:lnTo>
                  <a:pt x="3806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8869351" y="10831830"/>
            <a:ext cx="37623" cy="57150"/>
          </a:xfrm>
          <a:custGeom>
            <a:avLst/>
            <a:gdLst/>
            <a:ahLst/>
            <a:cxnLst/>
            <a:rect l="l" t="t" r="r" b="b"/>
            <a:pathLst>
              <a:path w="37623" h="57150">
                <a:moveTo>
                  <a:pt x="0" y="0"/>
                </a:moveTo>
                <a:lnTo>
                  <a:pt x="18573" y="57150"/>
                </a:lnTo>
                <a:lnTo>
                  <a:pt x="3762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8887924" y="10888980"/>
            <a:ext cx="36439" cy="57150"/>
          </a:xfrm>
          <a:custGeom>
            <a:avLst/>
            <a:gdLst/>
            <a:ahLst/>
            <a:cxnLst/>
            <a:rect l="l" t="t" r="r" b="b"/>
            <a:pathLst>
              <a:path w="36440" h="57150">
                <a:moveTo>
                  <a:pt x="0" y="0"/>
                </a:moveTo>
                <a:lnTo>
                  <a:pt x="17390" y="57150"/>
                </a:lnTo>
                <a:lnTo>
                  <a:pt x="364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8905314" y="10946130"/>
            <a:ext cx="34563" cy="57150"/>
          </a:xfrm>
          <a:custGeom>
            <a:avLst/>
            <a:gdLst/>
            <a:ahLst/>
            <a:cxnLst/>
            <a:rect l="l" t="t" r="r" b="b"/>
            <a:pathLst>
              <a:path w="34563" h="57150">
                <a:moveTo>
                  <a:pt x="0" y="0"/>
                </a:moveTo>
                <a:lnTo>
                  <a:pt x="15513" y="57150"/>
                </a:lnTo>
                <a:lnTo>
                  <a:pt x="3456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8920827" y="11003280"/>
            <a:ext cx="32068" cy="57150"/>
          </a:xfrm>
          <a:custGeom>
            <a:avLst/>
            <a:gdLst/>
            <a:ahLst/>
            <a:cxnLst/>
            <a:rect l="l" t="t" r="r" b="b"/>
            <a:pathLst>
              <a:path w="32069" h="57150">
                <a:moveTo>
                  <a:pt x="0" y="0"/>
                </a:moveTo>
                <a:lnTo>
                  <a:pt x="13019" y="57150"/>
                </a:lnTo>
                <a:lnTo>
                  <a:pt x="3206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8933846" y="11060430"/>
            <a:ext cx="29055" cy="57150"/>
          </a:xfrm>
          <a:custGeom>
            <a:avLst/>
            <a:gdLst/>
            <a:ahLst/>
            <a:cxnLst/>
            <a:rect l="l" t="t" r="r" b="b"/>
            <a:pathLst>
              <a:path w="29055" h="57150">
                <a:moveTo>
                  <a:pt x="0" y="0"/>
                </a:moveTo>
                <a:lnTo>
                  <a:pt x="10005" y="57150"/>
                </a:lnTo>
                <a:lnTo>
                  <a:pt x="2905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8943851" y="11117580"/>
            <a:ext cx="25642" cy="57150"/>
          </a:xfrm>
          <a:custGeom>
            <a:avLst/>
            <a:gdLst/>
            <a:ahLst/>
            <a:cxnLst/>
            <a:rect l="l" t="t" r="r" b="b"/>
            <a:pathLst>
              <a:path w="25643" h="57150">
                <a:moveTo>
                  <a:pt x="0" y="0"/>
                </a:moveTo>
                <a:lnTo>
                  <a:pt x="6593" y="57150"/>
                </a:lnTo>
                <a:lnTo>
                  <a:pt x="2564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8950444" y="11174730"/>
            <a:ext cx="21966" cy="57150"/>
          </a:xfrm>
          <a:custGeom>
            <a:avLst/>
            <a:gdLst/>
            <a:ahLst/>
            <a:cxnLst/>
            <a:rect l="l" t="t" r="r" b="b"/>
            <a:pathLst>
              <a:path w="21967" h="57150">
                <a:moveTo>
                  <a:pt x="0" y="0"/>
                </a:moveTo>
                <a:lnTo>
                  <a:pt x="2917" y="57150"/>
                </a:lnTo>
                <a:lnTo>
                  <a:pt x="21967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8952486" y="11231880"/>
            <a:ext cx="19924" cy="57150"/>
          </a:xfrm>
          <a:custGeom>
            <a:avLst/>
            <a:gdLst/>
            <a:ahLst/>
            <a:cxnLst/>
            <a:rect l="l" t="t" r="r" b="b"/>
            <a:pathLst>
              <a:path w="19925" h="57150">
                <a:moveTo>
                  <a:pt x="8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925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8947854" y="11289030"/>
            <a:ext cx="23681" cy="57150"/>
          </a:xfrm>
          <a:custGeom>
            <a:avLst/>
            <a:gdLst/>
            <a:ahLst/>
            <a:cxnLst/>
            <a:rect l="l" t="t" r="r" b="b"/>
            <a:pathLst>
              <a:path w="23682" h="57150">
                <a:moveTo>
                  <a:pt x="46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6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8939650" y="11346180"/>
            <a:ext cx="27254" cy="57150"/>
          </a:xfrm>
          <a:custGeom>
            <a:avLst/>
            <a:gdLst/>
            <a:ahLst/>
            <a:cxnLst/>
            <a:rect l="l" t="t" r="r" b="b"/>
            <a:pathLst>
              <a:path w="27254" h="57150">
                <a:moveTo>
                  <a:pt x="820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725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8928201" y="11403330"/>
            <a:ext cx="30499" cy="57150"/>
          </a:xfrm>
          <a:custGeom>
            <a:avLst/>
            <a:gdLst/>
            <a:ahLst/>
            <a:cxnLst/>
            <a:rect l="l" t="t" r="r" b="b"/>
            <a:pathLst>
              <a:path w="30499" h="57150">
                <a:moveTo>
                  <a:pt x="1144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049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8913963" y="11460480"/>
            <a:ext cx="33287" cy="57150"/>
          </a:xfrm>
          <a:custGeom>
            <a:avLst/>
            <a:gdLst/>
            <a:ahLst/>
            <a:cxnLst/>
            <a:rect l="l" t="t" r="r" b="b"/>
            <a:pathLst>
              <a:path w="33288" h="57150">
                <a:moveTo>
                  <a:pt x="1423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328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8897504" y="11517630"/>
            <a:ext cx="35509" cy="57150"/>
          </a:xfrm>
          <a:custGeom>
            <a:avLst/>
            <a:gdLst/>
            <a:ahLst/>
            <a:cxnLst/>
            <a:rect l="l" t="t" r="r" b="b"/>
            <a:pathLst>
              <a:path w="35509" h="57150">
                <a:moveTo>
                  <a:pt x="1645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50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8879480" y="11574780"/>
            <a:ext cx="37074" cy="57150"/>
          </a:xfrm>
          <a:custGeom>
            <a:avLst/>
            <a:gdLst/>
            <a:ahLst/>
            <a:cxnLst/>
            <a:rect l="l" t="t" r="r" b="b"/>
            <a:pathLst>
              <a:path w="37074" h="57150">
                <a:moveTo>
                  <a:pt x="1802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07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8860609" y="11631930"/>
            <a:ext cx="37920" cy="57150"/>
          </a:xfrm>
          <a:custGeom>
            <a:avLst/>
            <a:gdLst/>
            <a:ahLst/>
            <a:cxnLst/>
            <a:rect l="l" t="t" r="r" b="b"/>
            <a:pathLst>
              <a:path w="37921" h="57150">
                <a:moveTo>
                  <a:pt x="1887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92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7620000" y="8667750"/>
            <a:ext cx="1333500" cy="1626869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913370" y="8928049"/>
            <a:ext cx="160020" cy="325373"/>
          </a:xfrm>
          <a:prstGeom prst="ellipse">
            <a:avLst/>
          </a:prstGeom>
          <a:solidFill>
            <a:srgbClr val="F3F1E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8201025" y="10256520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0" y="133350"/>
                </a:moveTo>
                <a:lnTo>
                  <a:pt x="171450" y="133350"/>
                </a:lnTo>
                <a:lnTo>
                  <a:pt x="85725" y="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8286750" y="10389870"/>
            <a:ext cx="37973" cy="57150"/>
          </a:xfrm>
          <a:custGeom>
            <a:avLst/>
            <a:gdLst/>
            <a:ahLst/>
            <a:cxnLst/>
            <a:rect l="l" t="t" r="r" b="b"/>
            <a:pathLst>
              <a:path w="37973" h="57150">
                <a:moveTo>
                  <a:pt x="0" y="0"/>
                </a:moveTo>
                <a:lnTo>
                  <a:pt x="18923" y="57150"/>
                </a:lnTo>
                <a:lnTo>
                  <a:pt x="37973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8305673" y="10447020"/>
            <a:ext cx="37218" cy="57150"/>
          </a:xfrm>
          <a:custGeom>
            <a:avLst/>
            <a:gdLst/>
            <a:ahLst/>
            <a:cxnLst/>
            <a:rect l="l" t="t" r="r" b="b"/>
            <a:pathLst>
              <a:path w="37219" h="57150">
                <a:moveTo>
                  <a:pt x="0" y="0"/>
                </a:moveTo>
                <a:lnTo>
                  <a:pt x="18169" y="57150"/>
                </a:lnTo>
                <a:lnTo>
                  <a:pt x="37219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8323842" y="10504170"/>
            <a:ext cx="35740" cy="57150"/>
          </a:xfrm>
          <a:custGeom>
            <a:avLst/>
            <a:gdLst/>
            <a:ahLst/>
            <a:cxnLst/>
            <a:rect l="l" t="t" r="r" b="b"/>
            <a:pathLst>
              <a:path w="35740" h="57150">
                <a:moveTo>
                  <a:pt x="0" y="0"/>
                </a:moveTo>
                <a:lnTo>
                  <a:pt x="16690" y="57150"/>
                </a:lnTo>
                <a:lnTo>
                  <a:pt x="3574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8340532" y="10561320"/>
            <a:ext cx="33595" cy="57150"/>
          </a:xfrm>
          <a:custGeom>
            <a:avLst/>
            <a:gdLst/>
            <a:ahLst/>
            <a:cxnLst/>
            <a:rect l="l" t="t" r="r" b="b"/>
            <a:pathLst>
              <a:path w="33596" h="57150">
                <a:moveTo>
                  <a:pt x="0" y="0"/>
                </a:moveTo>
                <a:lnTo>
                  <a:pt x="14546" y="57150"/>
                </a:lnTo>
                <a:lnTo>
                  <a:pt x="3359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8355078" y="10618470"/>
            <a:ext cx="30871" cy="57150"/>
          </a:xfrm>
          <a:custGeom>
            <a:avLst/>
            <a:gdLst/>
            <a:ahLst/>
            <a:cxnLst/>
            <a:rect l="l" t="t" r="r" b="b"/>
            <a:pathLst>
              <a:path w="30872" h="57150">
                <a:moveTo>
                  <a:pt x="0" y="0"/>
                </a:moveTo>
                <a:lnTo>
                  <a:pt x="11822" y="57150"/>
                </a:lnTo>
                <a:lnTo>
                  <a:pt x="30872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8366900" y="10675620"/>
            <a:ext cx="27676" cy="57150"/>
          </a:xfrm>
          <a:custGeom>
            <a:avLst/>
            <a:gdLst/>
            <a:ahLst/>
            <a:cxnLst/>
            <a:rect l="l" t="t" r="r" b="b"/>
            <a:pathLst>
              <a:path w="27676" h="57150">
                <a:moveTo>
                  <a:pt x="0" y="0"/>
                </a:moveTo>
                <a:lnTo>
                  <a:pt x="8626" y="57150"/>
                </a:lnTo>
                <a:lnTo>
                  <a:pt x="27676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8375526" y="10732770"/>
            <a:ext cx="24137" cy="57150"/>
          </a:xfrm>
          <a:custGeom>
            <a:avLst/>
            <a:gdLst/>
            <a:ahLst/>
            <a:cxnLst/>
            <a:rect l="l" t="t" r="r" b="b"/>
            <a:pathLst>
              <a:path w="24138" h="57150">
                <a:moveTo>
                  <a:pt x="0" y="0"/>
                </a:moveTo>
                <a:lnTo>
                  <a:pt x="5088" y="57150"/>
                </a:lnTo>
                <a:lnTo>
                  <a:pt x="24138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8380614" y="10789920"/>
            <a:ext cx="20395" cy="57150"/>
          </a:xfrm>
          <a:custGeom>
            <a:avLst/>
            <a:gdLst/>
            <a:ahLst/>
            <a:cxnLst/>
            <a:rect l="l" t="t" r="r" b="b"/>
            <a:pathLst>
              <a:path w="20395" h="57150">
                <a:moveTo>
                  <a:pt x="0" y="0"/>
                </a:moveTo>
                <a:lnTo>
                  <a:pt x="1345" y="57150"/>
                </a:lnTo>
                <a:lnTo>
                  <a:pt x="20395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8379508" y="10847070"/>
            <a:ext cx="21500" cy="57150"/>
          </a:xfrm>
          <a:custGeom>
            <a:avLst/>
            <a:gdLst/>
            <a:ahLst/>
            <a:cxnLst/>
            <a:rect l="l" t="t" r="r" b="b"/>
            <a:pathLst>
              <a:path w="21501" h="57150">
                <a:moveTo>
                  <a:pt x="245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150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8373360" y="10904220"/>
            <a:ext cx="25198" cy="57150"/>
          </a:xfrm>
          <a:custGeom>
            <a:avLst/>
            <a:gdLst/>
            <a:ahLst/>
            <a:cxnLst/>
            <a:rect l="l" t="t" r="r" b="b"/>
            <a:pathLst>
              <a:path w="25198" h="57150">
                <a:moveTo>
                  <a:pt x="6148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5198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8363759" y="10961370"/>
            <a:ext cx="28651" cy="57150"/>
          </a:xfrm>
          <a:custGeom>
            <a:avLst/>
            <a:gdLst/>
            <a:ahLst/>
            <a:cxnLst/>
            <a:rect l="l" t="t" r="r" b="b"/>
            <a:pathLst>
              <a:path w="28651" h="57150">
                <a:moveTo>
                  <a:pt x="9601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8651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8351087" y="11018520"/>
            <a:ext cx="31721" cy="57150"/>
          </a:xfrm>
          <a:custGeom>
            <a:avLst/>
            <a:gdLst/>
            <a:ahLst/>
            <a:cxnLst/>
            <a:rect l="l" t="t" r="r" b="b"/>
            <a:pathLst>
              <a:path w="31722" h="57150">
                <a:moveTo>
                  <a:pt x="1267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172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8335851" y="11075670"/>
            <a:ext cx="34286" cy="57150"/>
          </a:xfrm>
          <a:custGeom>
            <a:avLst/>
            <a:gdLst/>
            <a:ahLst/>
            <a:cxnLst/>
            <a:rect l="l" t="t" r="r" b="b"/>
            <a:pathLst>
              <a:path w="34286" h="57150">
                <a:moveTo>
                  <a:pt x="1523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428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8318657" y="11132820"/>
            <a:ext cx="36243" cy="57150"/>
          </a:xfrm>
          <a:custGeom>
            <a:avLst/>
            <a:gdLst/>
            <a:ahLst/>
            <a:cxnLst/>
            <a:rect l="l" t="t" r="r" b="b"/>
            <a:pathLst>
              <a:path w="36244" h="57150">
                <a:moveTo>
                  <a:pt x="17194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244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8300191" y="11189970"/>
            <a:ext cx="37515" cy="57150"/>
          </a:xfrm>
          <a:custGeom>
            <a:avLst/>
            <a:gdLst/>
            <a:ahLst/>
            <a:cxnLst/>
            <a:rect l="l" t="t" r="r" b="b"/>
            <a:pathLst>
              <a:path w="37516" h="57150">
                <a:moveTo>
                  <a:pt x="1846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51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8281189" y="11247120"/>
            <a:ext cx="38051" cy="57150"/>
          </a:xfrm>
          <a:custGeom>
            <a:avLst/>
            <a:gdLst/>
            <a:ahLst/>
            <a:cxnLst/>
            <a:rect l="l" t="t" r="r" b="b"/>
            <a:pathLst>
              <a:path w="38052" h="57150">
                <a:moveTo>
                  <a:pt x="1900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805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8262409" y="11304270"/>
            <a:ext cx="37830" cy="57150"/>
          </a:xfrm>
          <a:custGeom>
            <a:avLst/>
            <a:gdLst/>
            <a:ahLst/>
            <a:cxnLst/>
            <a:rect l="l" t="t" r="r" b="b"/>
            <a:pathLst>
              <a:path w="37830" h="57150">
                <a:moveTo>
                  <a:pt x="1878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783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8244599" y="11361420"/>
            <a:ext cx="36859" cy="57150"/>
          </a:xfrm>
          <a:custGeom>
            <a:avLst/>
            <a:gdLst/>
            <a:ahLst/>
            <a:cxnLst/>
            <a:rect l="l" t="t" r="r" b="b"/>
            <a:pathLst>
              <a:path w="36860" h="57150">
                <a:moveTo>
                  <a:pt x="17810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6860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8228470" y="11418570"/>
            <a:ext cx="35179" cy="57150"/>
          </a:xfrm>
          <a:custGeom>
            <a:avLst/>
            <a:gdLst/>
            <a:ahLst/>
            <a:cxnLst/>
            <a:rect l="l" t="t" r="r" b="b"/>
            <a:pathLst>
              <a:path w="35179" h="57150">
                <a:moveTo>
                  <a:pt x="1612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517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8214664" y="11475720"/>
            <a:ext cx="32855" cy="57150"/>
          </a:xfrm>
          <a:custGeom>
            <a:avLst/>
            <a:gdLst/>
            <a:ahLst/>
            <a:cxnLst/>
            <a:rect l="l" t="t" r="r" b="b"/>
            <a:pathLst>
              <a:path w="32856" h="57150">
                <a:moveTo>
                  <a:pt x="13806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32856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8203732" y="11532870"/>
            <a:ext cx="29982" cy="57150"/>
          </a:xfrm>
          <a:custGeom>
            <a:avLst/>
            <a:gdLst/>
            <a:ahLst/>
            <a:cxnLst/>
            <a:rect l="l" t="t" r="r" b="b"/>
            <a:pathLst>
              <a:path w="29982" h="57150">
                <a:moveTo>
                  <a:pt x="10932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9982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8196109" y="11590020"/>
            <a:ext cx="26672" cy="57150"/>
          </a:xfrm>
          <a:custGeom>
            <a:avLst/>
            <a:gdLst/>
            <a:ahLst/>
            <a:cxnLst/>
            <a:rect l="l" t="t" r="r" b="b"/>
            <a:pathLst>
              <a:path w="26673" h="57150">
                <a:moveTo>
                  <a:pt x="7623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6673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192100" y="11647170"/>
            <a:ext cx="23058" cy="57150"/>
          </a:xfrm>
          <a:custGeom>
            <a:avLst/>
            <a:gdLst/>
            <a:ahLst/>
            <a:cxnLst/>
            <a:rect l="l" t="t" r="r" b="b"/>
            <a:pathLst>
              <a:path w="23059" h="57150">
                <a:moveTo>
                  <a:pt x="4009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23059" y="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8" name="Picture 307" descr="soil-corner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01250"/>
            <a:ext cx="6096000" cy="2857500"/>
          </a:xfrm>
          <a:prstGeom prst="rect">
            <a:avLst/>
          </a:prstGeom>
        </p:spPr>
      </p:pic>
      <p:pic>
        <p:nvPicPr>
          <p:cNvPr id="309" name="Picture 308" descr="soil-corner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334000" y="10382250"/>
            <a:ext cx="4953000" cy="2476500"/>
          </a:xfrm>
          <a:prstGeom prst="rect">
            <a:avLst/>
          </a:prstGeom>
        </p:spPr>
      </p:pic>
      <p:pic>
        <p:nvPicPr>
          <p:cNvPr id="310" name="Picture 309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0" y="7239000"/>
            <a:ext cx="2857500" cy="2569057"/>
          </a:xfrm>
          <a:prstGeom prst="rect">
            <a:avLst/>
          </a:prstGeom>
        </p:spPr>
      </p:pic>
      <p:sp>
        <p:nvSpPr>
          <p:cNvPr id="311" name="TextBox 310"/>
          <p:cNvSpPr txBox="1"/>
          <p:nvPr/>
        </p:nvSpPr>
        <p:spPr>
          <a:xfrm>
            <a:off x="762000" y="10572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