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/ closing: bunting, balloons, stars, soil (PowerPoint shapes and cut photo). Mentor photos: Linnea's Drive folder (5 Oct 2026). Soil: cut from assets/photo/hand-of-compost.jpg. Names and titles: Stephanie McDaniel, 6 Oct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People: Ib Borup Pedersen, Brian Daubenspeck, Elena Kalli. Mentor photos: Linnea's Drive folder (5 Oct 2026). Soil: cut from assets/photo/hand-of-compost.jpg. Names and titles: Stephanie McDaniel, 6 Oct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People: Nick Padwick, Carla Ribeiro Machado e Portugal, Gerald Ramírez. Mentor photos: Linnea's Drive folder (5 Oct 2026). Soil: cut from assets/photo/hand-of-compost.jpg. Names and titles: Stephanie McDaniel, 6 Oct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People: Kavi Reddy, Wesley Sander, Isadora Schmidt. Mentor photos: Linnea's Drive folder (5 Oct 2026). Soil: cut from assets/photo/hand-of-compost.jpg. Names and titles: Stephanie McDaniel, 6 Oct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People: Delvin Solkinson, Tommy Tepper, Dora Tkalec. Mentor photos: Linnea's Drive folder (5 Oct 2026). Soil: cut from assets/photo/hand-of-compost.jpg. Names and titles: Stephanie McDaniel, 6 Oct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People: Ayşen Üstünay, Loida Vasquez, Casey Williams. Mentor photos: Linnea's Drive folder (5 Oct 2026). Soil: cut from assets/photo/hand-of-compost.jpg. Names and titles: Stephanie McDaniel, 6 Oct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in one grid. Mentor photos: Linnea's Drive folder (5 Oct 2026). Soil: cut from assets/photo/hand-of-compost.jpg. Names and titles: Stephanie McDaniel, 6 Oct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/ closing: bunting, balloons, stars, soil (PowerPoint shapes and cut photo). Mentor photos: Linnea's Drive folder (5 Oct 2026). Soil: cut from assets/photo/hand-of-compost.jpg. Names and titles: Stephanie McDaniel, 6 Oct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3.png"/><Relationship Id="rId8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8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3.png"/><Relationship Id="rId8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image" Target="../media/image3.png"/><Relationship Id="rId8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3.png"/><Relationship Id="rId8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Relationship Id="rId10" Type="http://schemas.openxmlformats.org/officeDocument/2006/relationships/image" Target="../media/image24.jpg"/><Relationship Id="rId11" Type="http://schemas.openxmlformats.org/officeDocument/2006/relationships/image" Target="../media/image25.jpg"/><Relationship Id="rId12" Type="http://schemas.openxmlformats.org/officeDocument/2006/relationships/image" Target="../media/image26.jpg"/><Relationship Id="rId13" Type="http://schemas.openxmlformats.org/officeDocument/2006/relationships/image" Target="../media/image27.jpg"/><Relationship Id="rId14" Type="http://schemas.openxmlformats.org/officeDocument/2006/relationships/image" Target="../media/image28.jpg"/><Relationship Id="rId15" Type="http://schemas.openxmlformats.org/officeDocument/2006/relationships/image" Target="../media/image29.jpg"/><Relationship Id="rId16" Type="http://schemas.openxmlformats.org/officeDocument/2006/relationships/image" Target="../media/image30.jpg"/><Relationship Id="rId17" Type="http://schemas.openxmlformats.org/officeDocument/2006/relationships/image" Target="../media/image31.jpg"/><Relationship Id="rId18" Type="http://schemas.openxmlformats.org/officeDocument/2006/relationships/image" Target="../media/image32.jpg"/><Relationship Id="rId19" Type="http://schemas.openxmlformats.org/officeDocument/2006/relationships/image" Target="../media/image2.png"/><Relationship Id="rId20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atched-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5-Point Star 68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05000" y="5715000"/>
            <a:ext cx="6477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Thank you to our instructors and education staff.</a:t>
            </a:r>
          </a:p>
        </p:txBody>
      </p:sp>
      <p:sp>
        <p:nvSpPr>
          <p:cNvPr id="73" name="Oval 72"/>
          <p:cNvSpPr/>
          <p:nvPr/>
        </p:nvSpPr>
        <p:spPr>
          <a:xfrm>
            <a:off x="1952625" y="76200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2266950" y="78988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581275" y="93249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67000" y="94583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685923" y="95154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04092" y="95726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20782" y="96297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35328" y="96869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47150" y="97440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55776" y="98012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60864" y="98583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9758" y="99155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53610" y="99726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44009" y="100298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31337" y="100869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716101" y="101441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98907" y="102012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80441" y="102584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61439" y="103155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42659" y="103727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24849" y="104298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608720" y="104870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94914" y="105441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83982" y="106013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6359" y="106584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350" y="107156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07727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2115" y="108299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75662" y="108870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82850" y="109442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593394" y="110013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06871" y="110585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22746" y="111156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40385" y="111728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59085" y="112299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78101" y="112871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696674" y="113442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14064" y="114014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29577" y="114585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42596" y="115157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2601" y="115728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59194" y="116300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66750" y="7048500"/>
            <a:ext cx="1524000" cy="1859280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02029" y="73459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1343025" y="88696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1428750" y="90030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1447673" y="90601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1465842" y="91173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1482532" y="91744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1497078" y="92316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1508900" y="92887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1517526" y="93459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1522614" y="94030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1521508" y="94602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1515360" y="95173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1505759" y="95745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493087" y="96316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1477851" y="96888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1460657" y="97459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442191" y="98031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1423189" y="98602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404409" y="99174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386599" y="99745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370470" y="100317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356664" y="100888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345732" y="101460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338109" y="102031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334100" y="102603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333865" y="103174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333865" y="103746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337412" y="104317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344600" y="104889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355144" y="105460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368621" y="106032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384496" y="106603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02135" y="107175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20835" y="107746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39851" y="108318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58424" y="108889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475814" y="109461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491327" y="110032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504346" y="110604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514351" y="111175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520944" y="111747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522986" y="112318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518354" y="112890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510150" y="113461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498701" y="114033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484463" y="114604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468004" y="115176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449980" y="115747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431109" y="116319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333500" y="8667750"/>
            <a:ext cx="1333500" cy="1626869"/>
          </a:xfrm>
          <a:prstGeom prst="ellipse">
            <a:avLst/>
          </a:pr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626870" y="89280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914525" y="102565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2000250" y="103898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2019173" y="104470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2037342" y="105041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2054032" y="105613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2068578" y="106184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2080400" y="106756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2089026" y="107327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2094114" y="107899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2093008" y="108470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2086860" y="109042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2077259" y="109613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2064587" y="110185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2049351" y="110756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2032157" y="111328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2013691" y="111899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994689" y="112471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975909" y="113042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958099" y="113614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941970" y="114185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928164" y="114757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917232" y="115328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909609" y="115900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905600" y="116471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6905625" y="76200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7219950" y="78988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7534275" y="93249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7620000" y="94583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7638923" y="95154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7657092" y="95726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7673782" y="96297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7688328" y="96869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7700150" y="97440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7708776" y="98012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7713864" y="98583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7712758" y="99155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7706610" y="99726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7697009" y="100298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7684337" y="100869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7669101" y="101441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7651907" y="102012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7633441" y="102584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7614439" y="103155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7595659" y="103727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7577849" y="104298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7561720" y="104870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7547914" y="105441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7536982" y="106013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7529359" y="106584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7525350" y="107156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7525115" y="107727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7525115" y="108299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7528662" y="108870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7535850" y="109442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7546394" y="110013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7559871" y="110585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7575746" y="111156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7593385" y="111728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7612085" y="112299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7631101" y="112871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7649674" y="113442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7667064" y="114014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7682577" y="114585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7695596" y="115157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7705601" y="115728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7712194" y="116300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8096250" y="7048500"/>
            <a:ext cx="1524000" cy="1859280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8431530" y="73459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8772525" y="88696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8858250" y="90030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8877173" y="90601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8895342" y="91173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8912032" y="91744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8926578" y="92316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8938400" y="92887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8947026" y="93459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8952114" y="94030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8951008" y="94602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8944860" y="95173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8935259" y="95745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8922587" y="96316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8907351" y="96888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8890157" y="97459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8871691" y="98031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8852689" y="98602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8833909" y="99174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8816099" y="99745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8799970" y="100317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8786164" y="100888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8775232" y="101460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8767609" y="102031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8763600" y="102603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8763365" y="103174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8763365" y="103746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8766912" y="104317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8774100" y="104889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8784644" y="105460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8798121" y="106032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8813996" y="106603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8831635" y="107175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8850335" y="107746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8869351" y="108318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8887924" y="108889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8905314" y="109461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8920827" y="110032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8933846" y="110604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8943851" y="111175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8950444" y="111747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8952486" y="112318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8947854" y="112890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8939650" y="113461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8928201" y="114033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8913963" y="114604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8897504" y="115176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8879480" y="115747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8860609" y="116319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7620000" y="8667750"/>
            <a:ext cx="1333500" cy="1626869"/>
          </a:xfrm>
          <a:prstGeom prst="ellipse">
            <a:avLst/>
          </a:pr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7913370" y="89280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8201025" y="102565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8286750" y="103898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8305673" y="104470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8323842" y="105041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8340532" y="105613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8355078" y="106184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8366900" y="106756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8375526" y="107327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8380614" y="107899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8379508" y="108470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8373360" y="109042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8363759" y="109613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8351087" y="110185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8335851" y="110756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8318657" y="111328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8300191" y="111899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8281189" y="112471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8262409" y="113042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8244599" y="113614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8228470" y="114185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8214664" y="114757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203732" y="115328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196109" y="115900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192100" y="116471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9" name="Picture 308" descr="soil-corner-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001250"/>
            <a:ext cx="6096000" cy="2857500"/>
          </a:xfrm>
          <a:prstGeom prst="rect">
            <a:avLst/>
          </a:prstGeom>
        </p:spPr>
      </p:pic>
      <p:pic>
        <p:nvPicPr>
          <p:cNvPr id="310" name="Picture 309" descr="soil-corner-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5334000" y="10382250"/>
            <a:ext cx="4953000" cy="2476500"/>
          </a:xfrm>
          <a:prstGeom prst="rect">
            <a:avLst/>
          </a:prstGeom>
        </p:spPr>
      </p:pic>
      <p:pic>
        <p:nvPicPr>
          <p:cNvPr id="311" name="Picture 310" descr="foundation-logo-col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312" name="TextBox 311"/>
          <p:cNvSpPr txBox="1"/>
          <p:nvPr/>
        </p:nvSpPr>
        <p:spPr>
          <a:xfrm>
            <a:off x="762000" y="10572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atched-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331198371073569493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1571625"/>
            <a:ext cx="3048000" cy="30480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095750" y="25241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95750" y="318400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Farmer, Mentor &amp; Consultant</a:t>
            </a:r>
          </a:p>
        </p:txBody>
      </p:sp>
      <p:pic>
        <p:nvPicPr>
          <p:cNvPr id="73" name="Picture 72" descr="61003515296954521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" y="4905375"/>
            <a:ext cx="3048000" cy="3048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4095750" y="585787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95750" y="651775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pic>
        <p:nvPicPr>
          <p:cNvPr id="76" name="Picture 75" descr="784708142168305997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750" y="8239125"/>
            <a:ext cx="3048000" cy="304800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095750" y="91916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95750" y="985150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School Administration Officer</a:t>
            </a:r>
          </a:p>
        </p:txBody>
      </p:sp>
      <p:pic>
        <p:nvPicPr>
          <p:cNvPr id="79" name="Picture 78" descr="soil-corner-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096000" y="10763250"/>
            <a:ext cx="4191000" cy="2095500"/>
          </a:xfrm>
          <a:prstGeom prst="rect">
            <a:avLst/>
          </a:prstGeom>
        </p:spPr>
      </p:pic>
      <p:pic>
        <p:nvPicPr>
          <p:cNvPr id="80" name="Picture 79" descr="foundation-logo-colo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750" y="11525250"/>
            <a:ext cx="1143000" cy="10276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atched-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82898387070528248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1571625"/>
            <a:ext cx="3048000" cy="30480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095750" y="25241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95750" y="318400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Farmer, Mentor &amp; Consultant</a:t>
            </a:r>
          </a:p>
        </p:txBody>
      </p:sp>
      <p:pic>
        <p:nvPicPr>
          <p:cNvPr id="73" name="Picture 72" descr="429988897213418950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" y="4905375"/>
            <a:ext cx="3048000" cy="3048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4095750" y="5857875"/>
            <a:ext cx="5524500" cy="1224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Dr. Carla Ribeiro Machado e Portugal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95750" y="7082380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Mentor &amp; Science Lead</a:t>
            </a:r>
          </a:p>
        </p:txBody>
      </p:sp>
      <p:pic>
        <p:nvPicPr>
          <p:cNvPr id="76" name="Picture 75" descr="747032245202344625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750" y="8239125"/>
            <a:ext cx="3048000" cy="304800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095750" y="91916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95750" y="985150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Mentor</a:t>
            </a:r>
          </a:p>
        </p:txBody>
      </p:sp>
      <p:pic>
        <p:nvPicPr>
          <p:cNvPr id="79" name="Picture 78" descr="soil-corner-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096000" y="10763250"/>
            <a:ext cx="4191000" cy="2095500"/>
          </a:xfrm>
          <a:prstGeom prst="rect">
            <a:avLst/>
          </a:prstGeom>
        </p:spPr>
      </p:pic>
      <p:pic>
        <p:nvPicPr>
          <p:cNvPr id="80" name="Picture 79" descr="foundation-logo-colo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750" y="11525250"/>
            <a:ext cx="1143000" cy="10276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atched-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66750" y="1571625"/>
            <a:ext cx="3048000" cy="3048000"/>
          </a:xfrm>
          <a:prstGeom prst="rect">
            <a:avLst/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2550" y="2342034"/>
            <a:ext cx="1676400" cy="150718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095750" y="25241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Kavi Reddy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95750" y="318400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Permaculture Instructor</a:t>
            </a:r>
          </a:p>
        </p:txBody>
      </p:sp>
      <p:pic>
        <p:nvPicPr>
          <p:cNvPr id="74" name="Picture 73" descr="395680887080740994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" y="4905375"/>
            <a:ext cx="3048000" cy="304800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4095750" y="585787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95750" y="651775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pic>
        <p:nvPicPr>
          <p:cNvPr id="77" name="Picture 76" descr="76016860169754534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750" y="8239125"/>
            <a:ext cx="3048000" cy="304800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4095750" y="91916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95750" y="985150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pic>
        <p:nvPicPr>
          <p:cNvPr id="80" name="Picture 79" descr="soil-corner-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096000" y="10763250"/>
            <a:ext cx="4191000" cy="2095500"/>
          </a:xfrm>
          <a:prstGeom prst="rect">
            <a:avLst/>
          </a:prstGeom>
        </p:spPr>
      </p:pic>
      <p:pic>
        <p:nvPicPr>
          <p:cNvPr id="81" name="Picture 80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11525250"/>
            <a:ext cx="1143000" cy="10276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atched-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26174515487076468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1571625"/>
            <a:ext cx="3048000" cy="30480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095750" y="25241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95750" y="3184002"/>
            <a:ext cx="5524500" cy="9496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Graham Bell Legacy PDC Permaculture Lead Instructor</a:t>
            </a:r>
          </a:p>
        </p:txBody>
      </p:sp>
      <p:pic>
        <p:nvPicPr>
          <p:cNvPr id="73" name="Picture 72" descr="445616592628079510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" y="4905375"/>
            <a:ext cx="3048000" cy="3048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4095750" y="585787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95750" y="651775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Education Department Director &amp; Mentor</a:t>
            </a:r>
          </a:p>
        </p:txBody>
      </p:sp>
      <p:pic>
        <p:nvPicPr>
          <p:cNvPr id="76" name="Picture 75" descr="10364407673827403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750" y="8239125"/>
            <a:ext cx="3048000" cy="304800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095750" y="91916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95750" y="985150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pic>
        <p:nvPicPr>
          <p:cNvPr id="79" name="Picture 78" descr="soil-corner-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096000" y="10763250"/>
            <a:ext cx="4191000" cy="2095500"/>
          </a:xfrm>
          <a:prstGeom prst="rect">
            <a:avLst/>
          </a:prstGeom>
        </p:spPr>
      </p:pic>
      <p:pic>
        <p:nvPicPr>
          <p:cNvPr id="80" name="Picture 79" descr="foundation-logo-colo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750" y="11525250"/>
            <a:ext cx="1143000" cy="10276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atched-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664004028674645618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1571625"/>
            <a:ext cx="3048000" cy="30480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095750" y="25241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95750" y="318400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pic>
        <p:nvPicPr>
          <p:cNvPr id="73" name="Picture 72" descr="6859803551392939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" y="4905375"/>
            <a:ext cx="3048000" cy="3048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4095750" y="585787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95750" y="651775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Advanced Programs Lead</a:t>
            </a:r>
          </a:p>
        </p:txBody>
      </p:sp>
      <p:pic>
        <p:nvPicPr>
          <p:cNvPr id="76" name="Picture 75" descr="821600367295280355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750" y="8239125"/>
            <a:ext cx="3048000" cy="304800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095750" y="9191625"/>
            <a:ext cx="55245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95750" y="9851502"/>
            <a:ext cx="5524500" cy="522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pic>
        <p:nvPicPr>
          <p:cNvPr id="79" name="Picture 78" descr="soil-corner-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096000" y="10763250"/>
            <a:ext cx="4191000" cy="2095500"/>
          </a:xfrm>
          <a:prstGeom prst="rect">
            <a:avLst/>
          </a:prstGeom>
        </p:spPr>
      </p:pic>
      <p:pic>
        <p:nvPicPr>
          <p:cNvPr id="80" name="Picture 79" descr="foundation-logo-colo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750" y="11525250"/>
            <a:ext cx="1143000" cy="10276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atched-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1857375"/>
            <a:ext cx="66675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1" name="Picture 70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6300" y="1714500"/>
            <a:ext cx="1333500" cy="1198893"/>
          </a:xfrm>
          <a:prstGeom prst="rect">
            <a:avLst/>
          </a:prstGeom>
        </p:spPr>
      </p:pic>
      <p:pic>
        <p:nvPicPr>
          <p:cNvPr id="72" name="Picture 71" descr="466491316404564934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429000"/>
            <a:ext cx="1798320" cy="179832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57200" y="527494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Ib Borup Pedersen</a:t>
            </a:r>
          </a:p>
        </p:txBody>
      </p:sp>
      <p:pic>
        <p:nvPicPr>
          <p:cNvPr id="74" name="Picture 73" descr="883518917279170219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0770" y="3429000"/>
            <a:ext cx="1798320" cy="179832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350770" y="527494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Brian Daubenspeck</a:t>
            </a:r>
          </a:p>
        </p:txBody>
      </p:sp>
      <p:pic>
        <p:nvPicPr>
          <p:cNvPr id="76" name="Picture 75" descr="89557594922418221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4340" y="3429000"/>
            <a:ext cx="1798320" cy="179832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244340" y="527494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Elena Kalli</a:t>
            </a:r>
          </a:p>
        </p:txBody>
      </p:sp>
      <p:pic>
        <p:nvPicPr>
          <p:cNvPr id="78" name="Picture 77" descr="3548661873792585812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7910" y="3429000"/>
            <a:ext cx="1798320" cy="179832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6137910" y="527494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Nick Padwick</a:t>
            </a:r>
          </a:p>
        </p:txBody>
      </p:sp>
      <p:pic>
        <p:nvPicPr>
          <p:cNvPr id="80" name="Picture 79" descr="7195349629116484349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31480" y="3429000"/>
            <a:ext cx="1798320" cy="17983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8031480" y="527494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Carla Portugal</a:t>
            </a:r>
          </a:p>
        </p:txBody>
      </p:sp>
      <p:pic>
        <p:nvPicPr>
          <p:cNvPr id="82" name="Picture 81" descr="402491614922722760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5665470"/>
            <a:ext cx="1798320" cy="179832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57200" y="7511414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Gerald Ramírez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350770" y="5665470"/>
            <a:ext cx="1798320" cy="1798320"/>
          </a:xfrm>
          <a:prstGeom prst="rect">
            <a:avLst/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5392" y="6120011"/>
            <a:ext cx="989076" cy="889236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2350770" y="7511414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Kavi Reddy</a:t>
            </a:r>
          </a:p>
        </p:txBody>
      </p:sp>
      <p:pic>
        <p:nvPicPr>
          <p:cNvPr id="87" name="Picture 86" descr="186829014317639181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44340" y="5665470"/>
            <a:ext cx="1798320" cy="1798320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4244340" y="7511414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Wesley Sander</a:t>
            </a:r>
          </a:p>
        </p:txBody>
      </p:sp>
      <p:pic>
        <p:nvPicPr>
          <p:cNvPr id="89" name="Picture 88" descr="619133687076133241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37910" y="5665470"/>
            <a:ext cx="1798320" cy="179832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6137910" y="7511414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Isadora Schmidt</a:t>
            </a:r>
          </a:p>
        </p:txBody>
      </p:sp>
      <p:pic>
        <p:nvPicPr>
          <p:cNvPr id="91" name="Picture 90" descr="813721358707404655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31480" y="5665470"/>
            <a:ext cx="1798320" cy="17983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031480" y="7511414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Delvin Solkinson</a:t>
            </a:r>
          </a:p>
        </p:txBody>
      </p:sp>
      <p:pic>
        <p:nvPicPr>
          <p:cNvPr id="93" name="Picture 92" descr="580909537959074951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7901940"/>
            <a:ext cx="1798320" cy="179832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457200" y="974788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Tommy Tepper</a:t>
            </a:r>
          </a:p>
        </p:txBody>
      </p:sp>
      <p:pic>
        <p:nvPicPr>
          <p:cNvPr id="95" name="Picture 94" descr="4481289821236142327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350770" y="7901940"/>
            <a:ext cx="1798320" cy="17983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2350770" y="974788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Dora Tkalec</a:t>
            </a:r>
          </a:p>
        </p:txBody>
      </p:sp>
      <p:pic>
        <p:nvPicPr>
          <p:cNvPr id="97" name="Picture 96" descr="2262394542248587893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44340" y="7901940"/>
            <a:ext cx="1798320" cy="1798320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4244340" y="974788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Ayşen Üstünay</a:t>
            </a:r>
          </a:p>
        </p:txBody>
      </p:sp>
      <p:pic>
        <p:nvPicPr>
          <p:cNvPr id="99" name="Picture 98" descr="2398880101340963445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37910" y="7901940"/>
            <a:ext cx="1798320" cy="179832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6137910" y="974788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Loida Vasquez</a:t>
            </a:r>
          </a:p>
        </p:txBody>
      </p:sp>
      <p:pic>
        <p:nvPicPr>
          <p:cNvPr id="101" name="Picture 100" descr="3838357928454935262.jp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31480" y="7901940"/>
            <a:ext cx="1798320" cy="1798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031480" y="9747885"/>
            <a:ext cx="179832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3130"/>
                </a:solidFill>
                <a:latin typeface="Source Sans 3"/>
              </a:rPr>
              <a:t>Casey Williams</a:t>
            </a:r>
          </a:p>
        </p:txBody>
      </p:sp>
      <p:pic>
        <p:nvPicPr>
          <p:cNvPr id="103" name="Picture 102" descr="soil-corner-a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0" y="10537031"/>
            <a:ext cx="4953000" cy="2321718"/>
          </a:xfrm>
          <a:prstGeom prst="rect">
            <a:avLst/>
          </a:prstGeom>
        </p:spPr>
      </p:pic>
      <p:pic>
        <p:nvPicPr>
          <p:cNvPr id="104" name="Picture 103" descr="soil-corner-b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 flipH="1">
            <a:off x="6096000" y="10763250"/>
            <a:ext cx="4191000" cy="2095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atched-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5-Point Star 68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6200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78988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3249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4583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5154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5726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6297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6869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7440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8012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98583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99155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99726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0298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0869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1441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2012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2584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3155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3727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4298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4870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5441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6013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6584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7156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7727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08299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08870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09442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0013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0585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1156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1728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2299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2871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3442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4014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4585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5157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5728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6300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66750" y="7048500"/>
            <a:ext cx="1524000" cy="1859280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002029" y="73459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1343025" y="88696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1428750" y="90030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1447673" y="90601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1465842" y="91173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1482532" y="91744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1497078" y="92316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1508900" y="92887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1517526" y="93459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1522614" y="94030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1521508" y="94602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1515360" y="95173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1505759" y="95745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1493087" y="96316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477851" y="96888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1460657" y="97459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1442191" y="98031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423189" y="98602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1404409" y="99174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86599" y="99745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370470" y="100317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356664" y="100888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345732" y="101460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338109" y="102031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334100" y="102603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333865" y="103174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333865" y="103746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337412" y="104317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344600" y="104889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355144" y="105460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368621" y="106032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384496" y="106603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02135" y="107175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20835" y="107746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39851" y="108318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58424" y="108889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75814" y="109461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491327" y="110032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504346" y="110604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514351" y="111175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520944" y="111747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522986" y="112318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518354" y="112890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510150" y="113461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498701" y="114033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484463" y="114604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468004" y="115176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449980" y="115747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431109" y="116319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333500" y="8667750"/>
            <a:ext cx="1333500" cy="1626869"/>
          </a:xfrm>
          <a:prstGeom prst="ellipse">
            <a:avLst/>
          </a:pr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626870" y="89280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914525" y="102565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2000250" y="103898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2019173" y="104470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2037342" y="105041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2054032" y="105613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2068578" y="106184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2080400" y="106756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2089026" y="107327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2094114" y="107899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2093008" y="108470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2086860" y="109042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2077259" y="109613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2064587" y="110185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2049351" y="110756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2032157" y="111328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2013691" y="111899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994689" y="112471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975909" y="113042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958099" y="113614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941970" y="114185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928164" y="114757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917232" y="115328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909609" y="115900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905600" y="116471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6905625" y="76200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7219950" y="78988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7534275" y="93249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7620000" y="94583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7638923" y="95154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7657092" y="95726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7673782" y="96297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7688328" y="96869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7700150" y="97440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7708776" y="98012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7713864" y="98583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7712758" y="99155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7706610" y="99726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7697009" y="100298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7684337" y="100869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7669101" y="101441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7651907" y="102012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7633441" y="102584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7614439" y="103155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7595659" y="103727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7577849" y="104298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7561720" y="104870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7547914" y="105441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7536982" y="106013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7529359" y="106584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7525350" y="107156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7525115" y="107727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7525115" y="108299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7528662" y="108870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7535850" y="109442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7546394" y="110013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7559871" y="110585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7575746" y="111156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7593385" y="111728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7612085" y="112299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7631101" y="112871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7649674" y="113442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7667064" y="114014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7682577" y="114585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7695596" y="115157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7705601" y="115728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7712194" y="116300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8096250" y="7048500"/>
            <a:ext cx="1524000" cy="1859280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8431530" y="73459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8772525" y="88696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8858250" y="90030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8877173" y="90601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8895342" y="91173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8912032" y="91744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8926578" y="92316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8938400" y="92887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8947026" y="93459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8952114" y="94030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8951008" y="94602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8944860" y="95173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8935259" y="95745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8922587" y="96316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8907351" y="96888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8890157" y="97459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8871691" y="98031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8852689" y="98602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8833909" y="99174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8816099" y="99745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8799970" y="100317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8786164" y="100888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8775232" y="101460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8767609" y="102031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8763600" y="102603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8763365" y="103174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8763365" y="103746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8766912" y="104317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8774100" y="104889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8784644" y="105460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8798121" y="106032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8813996" y="106603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8831635" y="107175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8850335" y="107746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8869351" y="108318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8887924" y="108889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8905314" y="109461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8920827" y="110032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8933846" y="110604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8943851" y="111175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8950444" y="111747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8952486" y="112318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8947854" y="112890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8939650" y="113461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8928201" y="114033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8913963" y="114604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8897504" y="115176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8879480" y="115747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8860609" y="116319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7620000" y="8667750"/>
            <a:ext cx="1333500" cy="1626869"/>
          </a:xfrm>
          <a:prstGeom prst="ellipse">
            <a:avLst/>
          </a:pr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7913370" y="89280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8201025" y="102565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8286750" y="103898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8305673" y="104470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8323842" y="105041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8340532" y="105613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8355078" y="106184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8366900" y="106756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8375526" y="107327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8380614" y="107899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8379508" y="108470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8373360" y="109042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8363759" y="109613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8351087" y="110185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8335851" y="110756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8318657" y="111328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8300191" y="111899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8281189" y="112471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8262409" y="113042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8244599" y="113614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8228470" y="114185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8214664" y="114757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8203732" y="115328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196109" y="115900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192100" y="116471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8" name="Picture 307" descr="soil-corner-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001250"/>
            <a:ext cx="6096000" cy="2857500"/>
          </a:xfrm>
          <a:prstGeom prst="rect">
            <a:avLst/>
          </a:prstGeom>
        </p:spPr>
      </p:pic>
      <p:pic>
        <p:nvPicPr>
          <p:cNvPr id="309" name="Picture 308" descr="soil-corner-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5334000" y="10382250"/>
            <a:ext cx="4953000" cy="2476500"/>
          </a:xfrm>
          <a:prstGeom prst="rect">
            <a:avLst/>
          </a:prstGeom>
        </p:spPr>
      </p:pic>
      <p:pic>
        <p:nvPicPr>
          <p:cNvPr id="310" name="Picture 309" descr="foundation-logo-col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311" name="TextBox 310"/>
          <p:cNvSpPr txBox="1"/>
          <p:nvPr/>
        </p:nvSpPr>
        <p:spPr>
          <a:xfrm>
            <a:off x="762000" y="10572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