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 among his coffee plants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91059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429750"/>
            <a:ext cx="7620000" cy="1845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389315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Guinea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267245"/>
            <a:ext cx="8382000" cy="3752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“Today, I ask a different question: What does the soil food web need to thrive?”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305754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Boubacar Tidiane Diallo, Guinea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his compost or mulched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HOW HE FEEDS HIS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Compost, vermicompost, activated biochar, permanent mulch, cover crops.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coffee between cacao and banana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HE GROWS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Coffee, cacao, bananas, citrus, pineapple.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earthworms in his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better soil structure, better moisture, stronger young plants.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3870996"/>
            <a:ext cx="8382000" cy="3021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“I am cultivating the life that makes healthy agriculture possible.”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178003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Boubacar Tidiane Diallo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8035253"/>
            <a:ext cx="8382000" cy="1269977"/>
          </a:xfrm>
          <a:prstGeom prst="roundRect">
            <a:avLst>
              <a:gd name="adj" fmla="val 3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8035253"/>
            <a:ext cx="7772400" cy="1269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Follow @boubacartidianediallo on YouTube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