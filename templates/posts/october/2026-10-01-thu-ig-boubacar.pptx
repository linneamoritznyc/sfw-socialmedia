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1A. Series cover. Same cover on every Soil Regenerators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Boubacar among his coffee plants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077075"/>
            <a:ext cx="10287000" cy="5781675"/>
          </a:xfrm>
          <a:prstGeom prst="rect">
            <a:avLst/>
          </a:prstGeom>
          <a:gradFill rotWithShape="1">
            <a:gsLst>
              <a:gs pos="0">
                <a:srgbClr val="1E3F1D">
                  <a:alpha val="0"/>
                </a:srgbClr>
              </a:gs>
              <a:gs pos="100000">
                <a:srgbClr val="1E3F1D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7620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1E3F1D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620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9105900"/>
            <a:ext cx="1143000" cy="381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9429750"/>
            <a:ext cx="7620000" cy="1845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3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1389315"/>
            <a:ext cx="742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B1BCB1"/>
                </a:solidFill>
                <a:latin typeface="Source Sans 3"/>
              </a:rPr>
              <a:t>Guinea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2857500" cy="3301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31662F">
                    <a:alpha val="3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267245"/>
            <a:ext cx="8382000" cy="37527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1E3F1D"/>
                </a:solidFill>
                <a:latin typeface="Montserrat"/>
              </a:rPr>
              <a:t>“Today, I ask a different question: What does the soil food web need to thrive?”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8305754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31662F"/>
                </a:solidFill>
                <a:latin typeface="Source Sans 3"/>
              </a:rPr>
              <a:t>Boubacar Tidiane Diallo, Guinea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his compost or mulched soil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HOW HE FEEDS HIS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Compost, vermicompost, activated biochar, permanent mulch, cover crops.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coffee between cacao and banana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WHAT HE GROWS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Coffee, cacao, bananas, citrus, pineapple.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earthworms in his soil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WHAT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More earthworms, better soil structure, better moisture, stronger young plants.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5/6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2857500" cy="3301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31662F">
                    <a:alpha val="3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3870996"/>
            <a:ext cx="8382000" cy="3021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1E3F1D"/>
                </a:solidFill>
                <a:latin typeface="Montserrat"/>
              </a:rPr>
              <a:t>“I am cultivating the life that makes healthy agriculture possible.”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7178003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31662F"/>
                </a:solidFill>
                <a:latin typeface="Source Sans 3"/>
              </a:rPr>
              <a:t>Boubacar Tidiane Diallo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52500" y="8035253"/>
            <a:ext cx="8382000" cy="1269977"/>
          </a:xfrm>
          <a:prstGeom prst="roundRect">
            <a:avLst>
              <a:gd name="adj" fmla="val 30000"/>
            </a:avLst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8035253"/>
            <a:ext cx="7772400" cy="12699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>
                <a:solidFill>
                  <a:srgbClr val="F3F1EA"/>
                </a:solidFill>
                <a:latin typeface="Montserrat"/>
              </a:rPr>
              <a:t>Follow @boubacartidianediallo on YouTube</a:t>
            </a:r>
          </a:p>
        </p:txBody>
      </p:sp>
      <p:pic>
        <p:nvPicPr>
          <p:cNvPr id="7" name="Picture 6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6/6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