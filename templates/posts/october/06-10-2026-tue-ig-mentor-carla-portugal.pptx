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'Meet our mentors' post; posts 8 to 10 reuse this layout. No photo of Carla at a microscope in the library; this is her headshot (499 px, upscaled: ask for a larger file or a microscope photo) [PHOTO NEEDED: higher resolution]. Stickers are drawn shapes.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per-grain-cr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 rot="21480000">
            <a:off x="476250" y="381000"/>
            <a:ext cx="9334500" cy="7810500"/>
          </a:xfrm>
          <a:prstGeom prst="rect">
            <a:avLst/>
          </a:prstGeom>
          <a:solidFill>
            <a:srgbClr val="FFFDF7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463338054360793863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480000">
            <a:off x="666750" y="571500"/>
            <a:ext cx="8953500" cy="7429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 rot="19800000">
            <a:off x="285750" y="323850"/>
            <a:ext cx="1714500" cy="4953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1800000">
            <a:off x="8286750" y="323850"/>
            <a:ext cx="1714500" cy="495300"/>
          </a:xfrm>
          <a:prstGeom prst="rect">
            <a:avLst/>
          </a:prstGeom>
          <a:solidFill>
            <a:srgbClr val="DBE6A7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8362950"/>
            <a:ext cx="10287000" cy="4495800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rim-dried-flowers-2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680000">
            <a:off x="8477250" y="6352322"/>
            <a:ext cx="1809750" cy="2725855"/>
          </a:xfrm>
          <a:prstGeom prst="rect">
            <a:avLst/>
          </a:prstGeom>
        </p:spPr>
      </p:pic>
      <p:grpSp>
        <p:nvGrpSpPr>
          <p:cNvPr id="9" name="Group 8"/>
          <p:cNvGrpSpPr/>
          <p:nvPr/>
        </p:nvGrpSpPr>
        <p:grpSpPr>
          <a:xfrm>
            <a:off x="0" y="0"/>
            <a:ext cx="9763125" cy="11410950"/>
            <a:chOff x="0" y="0"/>
            <a:chExt cx="9763125" cy="11410950"/>
          </a:xfrm>
        </p:grpSpPr>
        <p:sp>
          <p:nvSpPr>
            <p:cNvPr id="10" name="Rectangle 9"/>
            <p:cNvSpPr/>
            <p:nvPr/>
          </p:nvSpPr>
          <p:spPr>
            <a:xfrm>
              <a:off x="8820150" y="9926955"/>
              <a:ext cx="76200" cy="1122045"/>
            </a:xfrm>
            <a:prstGeom prst="rect">
              <a:avLst/>
            </a:prstGeom>
            <a:solidFill>
              <a:srgbClr val="7FA05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 rot="8700000">
              <a:off x="8134350" y="9673590"/>
              <a:ext cx="723900" cy="361950"/>
            </a:xfrm>
            <a:prstGeom prst="ellipse">
              <a:avLst/>
            </a:prstGeom>
            <a:solidFill>
              <a:srgbClr val="59A66C"/>
            </a:solidFill>
            <a:ln w="571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 rot="2100000">
              <a:off x="8858250" y="9673590"/>
              <a:ext cx="723900" cy="361950"/>
            </a:xfrm>
            <a:prstGeom prst="ellipse">
              <a:avLst/>
            </a:prstGeom>
            <a:solidFill>
              <a:srgbClr val="59A66C"/>
            </a:solidFill>
            <a:ln w="571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7953375" y="10868025"/>
              <a:ext cx="1809750" cy="542925"/>
            </a:xfrm>
            <a:prstGeom prst="ellipse">
              <a:avLst/>
            </a:prstGeom>
            <a:solidFill>
              <a:srgbClr val="4F3433"/>
            </a:solidFill>
            <a:ln w="57150">
              <a:solidFill>
                <a:srgbClr val="FFFFFF"/>
              </a:solidFill>
            </a:ln>
            <a:effectLst>
              <a:outerShdw blurRad="228600" dist="76200" dir="5400000" algn="t" rotWithShape="0">
                <a:srgbClr val="000000">
                  <a:alpha val="30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8722518" y="11078930"/>
              <a:ext cx="48724" cy="48724"/>
            </a:xfrm>
            <a:prstGeom prst="ellipse">
              <a:avLst/>
            </a:prstGeom>
            <a:solidFill>
              <a:srgbClr val="F4F1E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Oval 14"/>
            <p:cNvSpPr/>
            <p:nvPr/>
          </p:nvSpPr>
          <p:spPr>
            <a:xfrm>
              <a:off x="8945257" y="11078930"/>
              <a:ext cx="48724" cy="48724"/>
            </a:xfrm>
            <a:prstGeom prst="ellipse">
              <a:avLst/>
            </a:prstGeom>
            <a:solidFill>
              <a:srgbClr val="F4F1E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Block Arc 15"/>
            <p:cNvSpPr/>
            <p:nvPr/>
          </p:nvSpPr>
          <p:spPr>
            <a:xfrm rot="10800000">
              <a:off x="8781683" y="11117213"/>
              <a:ext cx="153132" cy="111369"/>
            </a:xfrm>
            <a:prstGeom prst="blockArc">
              <a:avLst>
                <a:gd name="adj1" fmla="val 10800000"/>
                <a:gd name="adj2" fmla="val 0"/>
                <a:gd name="adj3" fmla="val 18000"/>
              </a:avLst>
            </a:prstGeom>
            <a:solidFill>
              <a:srgbClr val="F4F1E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17" name="Rounded Rectangle 16"/>
          <p:cNvSpPr/>
          <p:nvPr/>
        </p:nvSpPr>
        <p:spPr>
          <a:xfrm>
            <a:off x="762000" y="8763000"/>
            <a:ext cx="3143250" cy="571500"/>
          </a:xfrm>
          <a:prstGeom prst="roundRect">
            <a:avLst>
              <a:gd name="adj" fmla="val 50000"/>
            </a:avLst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000" y="8763000"/>
            <a:ext cx="31432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22371F"/>
                </a:solidFill>
                <a:latin typeface="Montserrat"/>
              </a:rPr>
              <a:t>Meet our mentors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962025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5000" b="1" i="0">
                <a:solidFill>
                  <a:srgbClr val="F4F1EA"/>
                </a:solidFill>
                <a:latin typeface="Montserrat"/>
              </a:rPr>
              <a:t>Dr. Carla Portugal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10525125"/>
            <a:ext cx="7239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DBE6A7"/>
                </a:solidFill>
                <a:latin typeface="Source Sans 3"/>
              </a:rPr>
              <a:t>Science Lead &amp; Mentor</a:t>
            </a:r>
          </a:p>
        </p:txBody>
      </p:sp>
      <p:pic>
        <p:nvPicPr>
          <p:cNvPr id="21" name="Picture 20" descr="foundation-logo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58250" y="11516532"/>
            <a:ext cx="857250" cy="77071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