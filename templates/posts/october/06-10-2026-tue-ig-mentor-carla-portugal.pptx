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'Meet our mentors' post; posts 8 to 10 reuse this layout. No photo of Carla at a microscope in the library; this is her headshot (499 px, upscaled: ask for a larger file or a microscope photo) [PHOTO NEEDED: higher resolution].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830699321903255768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83629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8362950"/>
            <a:ext cx="10287000" cy="449580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im-dried-flowers-2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80000">
            <a:off x="8477250" y="6161822"/>
            <a:ext cx="1809750" cy="272585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2000" y="8763000"/>
            <a:ext cx="3143250" cy="571500"/>
          </a:xfrm>
          <a:prstGeom prst="roundRect">
            <a:avLst>
              <a:gd name="adj" fmla="val 50000"/>
            </a:avLst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8763000"/>
            <a:ext cx="31432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22371F"/>
                </a:solidFill>
                <a:latin typeface="Montserrat"/>
              </a:rPr>
              <a:t>Meet our mentors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6202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5000" b="1" i="0">
                <a:solidFill>
                  <a:srgbClr val="F4F1EA"/>
                </a:solidFill>
                <a:latin typeface="Montserrat"/>
              </a:rPr>
              <a:t>Dr. Carla Portugal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0525125"/>
            <a:ext cx="7620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DBE6A7"/>
                </a:solidFill>
                <a:latin typeface="Source Sans 3"/>
              </a:rPr>
              <a:t>Science Lead &amp; Mentor</a:t>
            </a:r>
          </a:p>
        </p:txBody>
      </p:sp>
      <p:pic>
        <p:nvPicPr>
          <p:cNvPr id="9" name="Picture 8" descr="foundation-logo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0" y="11516532"/>
            <a:ext cx="857250" cy="7707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