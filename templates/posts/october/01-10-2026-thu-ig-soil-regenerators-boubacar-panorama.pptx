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9157085063692990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52408"/>
            <a:ext cx="8191500" cy="1774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E1412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10427370"/>
            <a:ext cx="8191500" cy="101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1">
                <a:solidFill>
                  <a:srgbClr val="1E1412"/>
                </a:solidFill>
                <a:latin typeface="EB Garamond"/>
              </a:rPr>
              <a:t>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88298776475651654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05860099819001337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46350708243902871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83164"/>
            <a:ext cx="8191500" cy="165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Gnaly Coffee &amp; AgroÉcole Bio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0433314"/>
            <a:ext cx="8191500" cy="88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22371F"/>
                </a:solidFill>
                <a:latin typeface="Source Sans 3"/>
              </a:rPr>
              <a:t>Fouta Djallon, Guinea-Conakry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4327874706224749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3A2524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5200872265367627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7276493504954541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E1412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1412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3609686924889190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7168397834212967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098162082879693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22371F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47689892461873514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536453492721166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3A252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195066376919875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9426642683273299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20855997796871128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748307377298166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1327704531728443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22371F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3704271010012677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48718720804071086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7322685571933020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567934645944872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702097487065184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E1412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5692309095917332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