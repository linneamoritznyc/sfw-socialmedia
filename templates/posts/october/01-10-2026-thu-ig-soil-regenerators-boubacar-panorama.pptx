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1342537133089196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E1412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1896225170290084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6993184445704061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6536403776741192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371F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22371F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288047924582150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A2524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3A2524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041883124578728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10925583863742189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E1412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1412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845958211265690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6879335317952814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0229854586433418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22371F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5784199620220399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850201908140300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3A252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533247067751476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917203704285511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98588786246724845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5767604459115228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79629635194929304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22371F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695656344673119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24347207850666086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98991959813360610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6247489796877176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31284602464759756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981947704624671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