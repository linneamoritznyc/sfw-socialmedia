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1239012155841574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7084876906240868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0375661030473935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4008609868571739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25472427029114542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485775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12969169783414959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14471600825079399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84711787450281251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435385427485791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23203840210667604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82780363024096795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15600835700669478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35191648032100642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39053311928796730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1311732335973442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3905639858234891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429517870640846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87441754284314909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83094845261495798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56306625911371963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735701200977937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67047093851636256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8014351720004343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