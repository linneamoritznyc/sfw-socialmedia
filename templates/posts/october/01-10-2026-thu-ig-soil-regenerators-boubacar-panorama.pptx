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Grid and continuous hyphae panorama after Stephanie's feedback. Background: assets/collage/boubacar-panorama/ (tools/make_hyphae_panorama.py, drawn by code). His quotes from his email to Allison, 30 Sep 2026.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 Photo: boubacar-portrait-bananas-closer.jpg. Graduation line from Linnea (1 Oct 2026): confirm the exact course or program and the date [VERIFY].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Gnaly. Grid and continuous hyphae panorama after Stephanie's feedback. Background: assets/collage/boubacar-panorama/ (tools/make_hyphae_panorama.py, drawn by code). His quotes from his email to Allison, 30 Sep 2026. Photos: farm-overview-with-tanks.jpeg, young-tree-with-pineapples.jpg, man-by-water-tanks.jpeg. NEW COPY for approval (narrative hook): based on his email and the approved caption draft. From the caption: 'When he started, the soil had been degraded and poorly managed for years.'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question. Grid and continuous hyphae panorama after Stephanie's feedback. Background: assets/collage/boubacar-panorama/ (tools/make_hyphae_panorama.py, drawn by code). His quotes from his email to Allison, 30 Sep 2026. Photo: vegetable-beds-by-building.jpeg. NEW COPY for approval (narrative hook): based on his email and the approved caption draft. Lead-in 'So he changed the question' is new; the quote is 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Feeding the soil. Grid and continuous hyphae panorama after Stephanie's feedback. Background: assets/collage/boubacar-panorama/ (tools/make_hyphae_panorama.py, drawn by code). His quotes from his email to Allison, 30 Sep 2026. Photos: boubacar-compost-pile.jpeg; still-biochar-kiln-smoke-73s.png (making-biochar-in-barrel-kiln.mp4 at 1:13).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practice. Grid and continuous hyphae panorama after Stephanie's feedback. Background: assets/collage/boubacar-panorama/ (tools/make_hyphae_panorama.py, drawn by code). His quotes from his email to Allison, 30 Sep 2026. Photos: carrying-mulch.jpg, still-biochar-charcoal-16s.png, barrel-brew-under-shelter.jpeg.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grows. Grid and continuous hyphae panorama after Stephanie's feedback. Background: assets/collage/boubacar-panorama/ (tools/make_hyphae_panorama.py, drawn by code). His quotes from his email to Allison, 30 Sep 2026. Photos: planting-seedling-in-agroforest.jpeg, banana-bunch.jpg.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His compost. Grid and continuous hyphae panorama after Stephanie's feedback. Background: assets/collage/boubacar-panorama/ (tools/make_hyphae_panorama.py, drawn by code). His quotes from his email to Allison, 30 Sep 2026. Photos: buckets-of-tubers.jpg, young-tree-yellow-new-leaves.jpg, man-with-harvested-tubers.jpeg [VERIFY who].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What's changing. Grid and continuous hyphae panorama after Stephanie's feedback. Background: assets/collage/boubacar-panorama/ (tools/make_hyphae_panorama.py, drawn by code). His quotes from his email to Allison, 30 Sep 2026. Photos: millipede-leaf-litter.jpg, boubacar-hand-compost-worm.jpg.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Life returns. Grid and continuous hyphae panorama after Stephanie's feedback. Background: assets/collage/boubacar-panorama/ (tools/make_hyphae_panorama.py, drawn by code). His quotes from his email to Allison, 30 Sep 2026. Photos: yellow-caterpillar-on-stem.jpg, caterpillar-on-leaf.jpg, still-young-plants-buckets-29s.png.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Passing it on. Grid and continuous hyphae panorama after Stephanie's feedback. Background: assets/collage/boubacar-panorama/ (tools/make_hyphae_panorama.py, drawn by code). His quotes from his email to Allison, 30 Sep 2026. Photos: group-of-five-farmers.jpeg, two-men-at-shade-house.jpeg [VERIFY who, where, when].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dream and the call to action (YouTube). Grid and continuous hyphae panorama after Stephanie's feedback. Background: assets/collage/boubacar-panorama/ (tools/make_hyphae_panorama.py, drawn by code). His quotes from his email to Allison, 30 Sep 2026. Photo: young-coffee-plant.jpg.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2553213971185036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857250"/>
            <a:ext cx="2286000" cy="20552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361950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Happy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International</a:t>
            </a:r>
          </a:p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E1412"/>
                </a:solidFill>
                <a:latin typeface="Montserrat"/>
              </a:rPr>
              <a:t>Coffee 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Guinea-Conakry</a:t>
            </a:r>
          </a:p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Graduated from the Soil Food Web School in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6717774843987087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88581685492074916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65422642943583040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25662"/>
            <a:ext cx="8191500" cy="121330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11111"/>
                </a:solidFill>
                <a:latin typeface="Montserrat"/>
              </a:rPr>
              <a:t>When he started, the land was worn 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9838969"/>
            <a:ext cx="8191500" cy="16331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11111"/>
                </a:solidFill>
                <a:latin typeface="Source Sans 3"/>
              </a:rPr>
              <a:t>The soil at Gnaly Coffee &amp; AgroÉcole Bio, in the Fouta Djallon highlands of Guinea-Conakry, had been degraded and poorly managed for years.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13080604185724452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485775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48095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So he changed the question: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55760"/>
            <a:ext cx="81915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1">
                <a:solidFill>
                  <a:srgbClr val="111111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25173381505626094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971966309158119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24025"/>
            <a:ext cx="8191500" cy="714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1111"/>
                </a:solidFill>
                <a:latin typeface="Montserrat"/>
              </a:rPr>
              <a:t>How he feeds his soil: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538081"/>
            <a:ext cx="8191500" cy="1735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11111"/>
                </a:solidFill>
                <a:latin typeface="Source Sans 3"/>
              </a:rPr>
              <a:t>living groundcover, mulch from his farm and the forest, and compost with biochar activated with fish hydrolysate and compost tea.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537159517803623581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81134833093675583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573052852391496418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719693"/>
            <a:ext cx="8191500" cy="26583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0" i="1">
                <a:solidFill>
                  <a:srgbClr val="111111"/>
                </a:solidFill>
                <a:latin typeface="EB Garamond"/>
              </a:rPr>
              <a:t>“I apply compost regularly around young trees and whenever I add new mulch.”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82404099385272053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54426581677743580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848542"/>
            <a:ext cx="8191500" cy="870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i="0">
                <a:solidFill>
                  <a:srgbClr val="111111"/>
                </a:solidFill>
                <a:latin typeface="Montserrat"/>
              </a:rPr>
              <a:t>What he grows together: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718614"/>
            <a:ext cx="8191500" cy="15305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11111"/>
                </a:solidFill>
                <a:latin typeface="Source Sans 3"/>
              </a:rPr>
              <a:t>coffee, cacao, bananas, citrus, and pineapple.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703882008968777390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78484087067607981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811069258751958398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634256"/>
            <a:ext cx="8191500" cy="28292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“My compost includes plant residues, animal manure when available, biochar activated with fish hydrolysate and compost tea, and local organic materials.”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473323475568813363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642534804882230107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623434"/>
            <a:ext cx="8191500" cy="807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 i="0">
                <a:solidFill>
                  <a:srgbClr val="111111"/>
                </a:solidFill>
                <a:latin typeface="Montserrat"/>
              </a:rPr>
              <a:t>What he's seeing: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9431099"/>
            <a:ext cx="8191500" cy="2043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11111"/>
                </a:solidFill>
                <a:latin typeface="Source Sans 3"/>
              </a:rPr>
              <a:t>more earthworms, more mushrooms, active decomposition, and better soil structure.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00663071773120476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1301987003002686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3238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62750" y="4286250"/>
            <a:ext cx="2857500" cy="3429000"/>
          </a:xfrm>
          <a:prstGeom prst="rect">
            <a:avLst/>
          </a:prstGeom>
          <a:solidFill>
            <a:srgbClr val="F1E4D6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63533999457484337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0" y="4381500"/>
            <a:ext cx="2667000" cy="3238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1E4D6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“I can already see signs of healthier soil in the field, including more earthworms, mushrooms, and active decomposition.”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620039508680180232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762750" y="666750"/>
            <a:ext cx="2857500" cy="7048500"/>
          </a:xfrm>
          <a:prstGeom prst="rect">
            <a:avLst/>
          </a:prstGeom>
          <a:solidFill>
            <a:srgbClr val="F6E3C2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53291534083960649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0" y="762000"/>
            <a:ext cx="2667000" cy="6858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F6E3C2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76004"/>
            <a:ext cx="8191500" cy="21457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1">
                <a:solidFill>
                  <a:srgbClr val="111111"/>
                </a:solidFill>
                <a:latin typeface="EB Garamond"/>
              </a:rPr>
              <a:t>“Your training changed the way I see agriculture. I now believe that agriculture is biology, not chemical fertilizer.”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1E1412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66750" y="666750"/>
            <a:ext cx="5715000" cy="7048500"/>
          </a:xfrm>
          <a:prstGeom prst="rect">
            <a:avLst/>
          </a:prstGeom>
          <a:solidFill>
            <a:srgbClr val="E4E6CF"/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21108452073614990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"/>
            <a:ext cx="55245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53250" y="476250"/>
            <a:ext cx="2667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F6E3C2"/>
                </a:solidFill>
                <a:latin typeface="EB Garamond"/>
              </a:rPr>
              <a:t>“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8500" y="5562600"/>
            <a:ext cx="2286000" cy="2055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8191500"/>
            <a:ext cx="9144000" cy="3619500"/>
          </a:xfrm>
          <a:prstGeom prst="rect">
            <a:avLst/>
          </a:prstGeom>
          <a:solidFill>
            <a:srgbClr val="E4E6CF">
              <a:alpha val="94000"/>
            </a:srgbClr>
          </a:solidFill>
          <a:ln>
            <a:noFill/>
          </a:ln>
          <a:effectLst>
            <a:outerShdw blurRad="228600" dist="76200" dir="5400000" algn="t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8924742"/>
            <a:ext cx="8191500" cy="22482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1">
                <a:solidFill>
                  <a:srgbClr val="111111"/>
                </a:solidFill>
                <a:latin typeface="EB Garamond"/>
              </a:rPr>
              <a:t>“My dream is to restore degraded land in the Fouta Djallon and help my community learn living-soil practices.”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11982450"/>
            <a:ext cx="10287000" cy="476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F4F1EA"/>
                </a:solidFill>
                <a:latin typeface="Montserrat"/>
              </a:rPr>
              <a:t>Subscribe on YouTube: @boubacartidianediallo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