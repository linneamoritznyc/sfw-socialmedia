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Grid and continuous hyphae panorama after Stephanie's feedback. Background: assets/collage/boubacar-panorama/ (tools/make_hyphae_panorama.py, drawn by code). His quotes from his email to Allison, 30 Sep 2026.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boubacar-portrait-bananas-closer.jpg. Graduation line from Linnea (1 Oct 2026): confirm the exact course or program and the date [VERIFY].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Gnaly. Grid and continuous hyphae panorama after Stephanie's feedback. Background: assets/collage/boubacar-panorama/ (tools/make_hyphae_panorama.py, drawn by code). His quotes from his email to Allison, 30 Sep 2026. Photos: farm-overview-with-tanks.jpeg, young-tree-with-pineapples.jpg, man-by-water-tanks.jpeg. NEW COPY for approval (narrative hook): based on his email and the approved caption draft. From the caption: 'When he started, the soil had been degraded and poorly managed for years.'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question. Grid and continuous hyphae panorama after Stephanie's feedback. Background: assets/collage/boubacar-panorama/ (tools/make_hyphae_panorama.py, drawn by code). His quotes from his email to Allison, 30 Sep 2026. Photo: vegetable-beds-by-building.jpeg. NEW COPY for approval (narrative hook): based on his email and the approved caption draft. Lead-in 'So he changed the question' is new; the quote is 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Feeding the soil. Grid and continuous hyphae panorama after Stephanie's feedback. Background: assets/collage/boubacar-panorama/ (tools/make_hyphae_panorama.py, drawn by code). His quotes from his email to Allison, 30 Sep 2026. Photos: boubacar-compost-pile.jpeg; still-biochar-kiln-smoke-73s.png (making-biochar-in-barrel-kiln.mp4 at 1:13).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practice. Grid and continuous hyphae panorama after Stephanie's feedback. Background: assets/collage/boubacar-panorama/ (tools/make_hyphae_panorama.py, drawn by code). His quotes from his email to Allison, 30 Sep 2026. Photos: carrying-mulch.jpg, still-biochar-charcoal-16s.png,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grows. Grid and continuous hyphae panorama after Stephanie's feedback. Background: assets/collage/boubacar-panorama/ (tools/make_hyphae_panorama.py, drawn by code). His quotes from his email to Allison, 30 Sep 2026. Photos: planting-seedling-in-agroforest.jpeg, banana-bunch.jpg.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compost. Grid and continuous hyphae panorama after Stephanie's feedback. Background: assets/collage/boubacar-panorama/ (tools/make_hyphae_panorama.py, drawn by code). His quotes from his email to Allison, 30 Sep 2026. Photos: buckets-of-tubers.jpg, young-tree-yellow-new-leaves.jpg, man-with-harvested-tubers.jpeg [VERIFY who].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changing. Grid and continuous hyphae panorama after Stephanie's feedback. Background: assets/collage/boubacar-panorama/ (tools/make_hyphae_panorama.py, drawn by code). His quotes from his email to Allison, 30 Sep 2026. Photos: millipede-leaf-litter.jpg, boubacar-hand-compost-worm.jpg.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Life returns. Grid and continuous hyphae panorama after Stephanie's feedback. Background: assets/collage/boubacar-panorama/ (tools/make_hyphae_panorama.py, drawn by code). His quotes from his email to Allison, 30 Sep 2026. Photos: yellow-caterpillar-on-stem.jpg, caterpillar-on-leaf.jpg, still-young-plants-buckets-29s.png.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Passing it on. Grid and continuous hyphae panorama after Stephanie's feedback. Background: assets/collage/boubacar-panorama/ (tools/make_hyphae_panorama.py, drawn by code). His quotes from his email to Allison, 30 Sep 2026. Photos: group-of-five-farmers.jpeg, two-men-at-shade-house.jpeg [VERIFY who, where, when].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dream and the call to action (YouTube). Grid and continuous hyphae panorama after Stephanie's feedback. Background: assets/collage/boubacar-panorama/ (tools/make_hyphae_panorama.py, drawn by code). His quotes from his email to Allison, 30 Sep 2026. Photo: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91467035344939004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pic>
        <p:nvPicPr>
          <p:cNvPr id="5" name="Picture 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857250"/>
            <a:ext cx="2286000" cy="2055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361950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Happy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Guinea-Conakry</a:t>
            </a:r>
          </a:p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Graduated from the Soil Food Web School in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04762109870444449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35993413627146451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96129877223531828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25662"/>
            <a:ext cx="8191500" cy="1213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1111"/>
                </a:solidFill>
                <a:latin typeface="Montserrat"/>
              </a:rPr>
              <a:t>When he started, the land was worn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9838969"/>
            <a:ext cx="8191500" cy="1633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11111"/>
                </a:solidFill>
                <a:latin typeface="Source Sans 3"/>
              </a:rPr>
              <a:t>The soil at Gnaly Coffee &amp; AgroÉcole Bio, in the Fouta Djallon highlands of Guinea-Conakry, had been degraded and poorly managed for years.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51262368042188972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485775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48095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So he changed the question: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55760"/>
            <a:ext cx="81915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1">
                <a:solidFill>
                  <a:srgbClr val="111111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41537623243129946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83455690675730806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24025"/>
            <a:ext cx="8191500" cy="71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1111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538081"/>
            <a:ext cx="81915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11111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04753787996356199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89388601955088893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07281487590664544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719693"/>
            <a:ext cx="8191500" cy="2658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0" i="1">
                <a:solidFill>
                  <a:srgbClr val="111111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4857630907515583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99446667860163755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48542"/>
            <a:ext cx="8191500" cy="870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18614"/>
            <a:ext cx="81915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37533834579326916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50996262931259114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9546706927328044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34256"/>
            <a:ext cx="8191500" cy="28292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11111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25573293175303999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79219624221273348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What he's seeing: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20926988675353291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76699770494173173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57808182334217543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55712003088707384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86718138799512876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76004"/>
            <a:ext cx="8191500" cy="214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11111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4956599034610576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556260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