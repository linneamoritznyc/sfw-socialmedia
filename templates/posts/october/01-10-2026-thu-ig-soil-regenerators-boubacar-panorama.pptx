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NEW COPY for approval (narrative hook): based on his email and the approved caption draft. Hook paraphrases his line 'Instead of simply feeding plants, I am learning to feed the soil ecosystem that supports the plants.'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54275985726402504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81382"/>
            <a:ext cx="8191500" cy="2024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E1412"/>
                </a:solidFill>
                <a:latin typeface="Montserrat"/>
              </a:rPr>
              <a:t>Meet Boubacar. He grows coffee by feeding the soil, not just the plants.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10705969"/>
            <a:ext cx="8191500" cy="7103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E1412"/>
                </a:solidFill>
                <a:latin typeface="Source Sans 3"/>
              </a:rPr>
              <a:t>Boubacar Tidiane Diallo, Guinea-Conakry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8800433817524106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58909123925540941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45064333797314664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2371F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22371F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5302195887962906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3A2524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3A2524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40502016782071629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929087538978212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E1412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1412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4899433081853913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01573598339451486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9066427013301578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22371F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8815866951042405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83352297665426434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3A2524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3A2524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895726905914338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93750422828712450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0748715355714205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E1412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3786718990525052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96049698211769177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22371F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728958620021485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69175510134209509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96269668916012566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3A2524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5946973024026333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44622298112031491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E1412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88228824501257553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22371F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