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 teaching a workshop or running a soil test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