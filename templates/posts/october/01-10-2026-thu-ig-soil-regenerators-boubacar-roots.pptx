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Root-network style (as the LinkedIn option E card). Fonts: Montserrat headings, Source Sans 3 text, EB Garamond italic for his words (brand). Same words as the scrapbook version.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Root-network style (as the LinkedIn option E card). Fonts: Montserrat headings, Source Sans 3 text, EB Garamond italic for his words (brand). Same words as the scrapbook version. Photos: farm-overview-with-tanks.jpeg, young-tree-with-pineapples.jpg,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Quote. Root-network style (as the LinkedIn option E card). Fonts: Montserrat headings, Source Sans 3 text, EB Garamond italic for his words (brand). Same words as the scrapbook version. Photo: vegetable-beds-by-building.jpeg.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Method. Root-network style (as the LinkedIn option E card). Fonts: Montserrat headings, Source Sans 3 text, EB Garamond italic for his words (brand). Same words as the scrapbook version.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Montserrat headings, Source Sans 3 text, EB Garamond italic for his words (brand). Same words as the scrapbook version.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Crops. Root-network style (as the LinkedIn option E card). Fonts: Montserrat headings, Source Sans 3 text, EB Garamond italic for his words (brand). Same words as the scrapbook version.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Montserrat headings, Source Sans 3 text, EB Garamond italic for his words (brand). Same words as the scrapbook version.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Results. Root-network style (as the LinkedIn option E card). Fonts: Montserrat headings, Source Sans 3 text, EB Garamond italic for his words (brand). Same words as the scrapbook version.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Montserrat headings, Source Sans 3 text, EB Garamond italic for his words (brand). Same words as the scrapbook version.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Montserrat headings, Source Sans 3 text, EB Garamond italic for his words (brand). Same words as the scrapbook version. Photos: group-of-five-farmers.jpeg, two-men-at-shade-house.jpeg, shade-house.jpg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quote and call to action (YouTube). Root-network style (as the LinkedIn option E card). Fonts: Montserrat headings, Source Sans 3 text, EB Garamond italic for his words (brand). Same words as the scrapbook version.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8.jpg"/><Relationship Id="rId5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76250"/>
            <a:ext cx="1619250" cy="14557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905250" y="571500"/>
            <a:ext cx="5524500" cy="7810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350372334561251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0" y="666750"/>
            <a:ext cx="5334000" cy="762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2000" y="8858250"/>
            <a:ext cx="2857500" cy="57150"/>
          </a:xfrm>
          <a:prstGeom prst="rect">
            <a:avLst/>
          </a:prstGeom>
          <a:solidFill>
            <a:srgbClr val="1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01065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E1412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9572625"/>
            <a:ext cx="8953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0" i="0">
                <a:solidFill>
                  <a:srgbClr val="1E1412"/>
                </a:solidFill>
                <a:latin typeface="Montserrat"/>
              </a:rPr>
              <a:t>Boubacar Tidiane Diallo,</a:t>
            </a:r>
          </a:p>
          <a:p>
            <a:pPr algn="l">
              <a:lnSpc>
                <a:spcPct val="98000"/>
              </a:lnSpc>
            </a:pPr>
            <a:r>
              <a:rPr sz="5200" b="0" i="0">
                <a:solidFill>
                  <a:srgbClr val="1E1412"/>
                </a:solidFill>
                <a:latin typeface="Montserrat"/>
              </a:rPr>
              <a:t>Guinea-Conakry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762000"/>
            <a:ext cx="4572000" cy="6858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803362944931805539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857250"/>
            <a:ext cx="4381500" cy="6667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0" y="952500"/>
            <a:ext cx="3905250" cy="3048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34355051456016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0" y="1047750"/>
            <a:ext cx="371475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715000" y="4381500"/>
            <a:ext cx="3905250" cy="323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1435210031789613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0" y="4476750"/>
            <a:ext cx="3714750" cy="304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382000"/>
            <a:ext cx="10287000" cy="3140333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715375"/>
            <a:ext cx="8572500" cy="1755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22371F"/>
                </a:solidFill>
                <a:latin typeface="Montserrat"/>
              </a:rPr>
              <a:t>Gnaly Coffee &amp; AgroÉcole Bio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10471287"/>
            <a:ext cx="8572500" cy="812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22371F"/>
                </a:solidFill>
                <a:latin typeface="Source Sans 3"/>
              </a:rPr>
              <a:t>Fouta Djallon, Guinea-Conakry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50" y="3810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5000" b="0" i="0">
                <a:solidFill>
                  <a:srgbClr val="E8CDB8"/>
                </a:solidFill>
                <a:latin typeface="EB Garamond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09750"/>
            <a:ext cx="8572500" cy="3109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0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2762250" y="5471999"/>
            <a:ext cx="4762500" cy="662475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0689036020638825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5567249"/>
            <a:ext cx="4572000" cy="6434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685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620776606720165306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6667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762250"/>
            <a:ext cx="3048000" cy="4381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97645038040230046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28575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096250"/>
            <a:ext cx="10287000" cy="4115060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42962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E1412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280646"/>
            <a:ext cx="8572500" cy="2692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E1412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4381500" cy="7429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61101451237068456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191000" cy="7239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24500" y="857250"/>
            <a:ext cx="4095750" cy="333375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874315569890438071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952500"/>
            <a:ext cx="3905250" cy="31432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524500" y="4572000"/>
            <a:ext cx="4095750" cy="352425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96980514302267739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9750" y="4667250"/>
            <a:ext cx="3905250" cy="33337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858250"/>
            <a:ext cx="10287000" cy="2922289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9191625"/>
            <a:ext cx="8572500" cy="23507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1">
                <a:solidFill>
                  <a:srgbClr val="22371F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723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5246419287758959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952750"/>
            <a:ext cx="3048000" cy="4381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27275029540740918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0480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572500"/>
            <a:ext cx="10287000" cy="3015521"/>
          </a:xfrm>
          <a:prstGeom prst="rect">
            <a:avLst/>
          </a:prstGeom>
          <a:solidFill>
            <a:srgbClr val="F1E4D6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905875"/>
            <a:ext cx="8572500" cy="9134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1" i="0">
                <a:solidFill>
                  <a:srgbClr val="3A2524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819302"/>
            <a:ext cx="8572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3A2524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143500" cy="6667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47977659338552035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953000" cy="6477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91250" y="857250"/>
            <a:ext cx="34290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24923084084327904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952500"/>
            <a:ext cx="323850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91250" y="4286250"/>
            <a:ext cx="34290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97977844376878267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381500"/>
            <a:ext cx="3238500" cy="2857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096250"/>
            <a:ext cx="10287000" cy="3400737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429625"/>
            <a:ext cx="8572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E1412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723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633378284565080215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952750"/>
            <a:ext cx="3048000" cy="4381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15185082428872033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0480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477250"/>
            <a:ext cx="10287000" cy="3630668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810625"/>
            <a:ext cx="8572500" cy="9134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724052"/>
            <a:ext cx="8572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22371F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4572000" cy="723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91291519411564187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3815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19750" y="857250"/>
            <a:ext cx="4000500" cy="323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7921052863211799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952500"/>
            <a:ext cx="3810000" cy="304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19750" y="4476750"/>
            <a:ext cx="4000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6068953148050044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4572000"/>
            <a:ext cx="3810000" cy="3238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572500"/>
            <a:ext cx="10287000" cy="2819765"/>
          </a:xfrm>
          <a:prstGeom prst="rect">
            <a:avLst/>
          </a:prstGeom>
          <a:solidFill>
            <a:srgbClr val="F1E4D6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905875"/>
            <a:ext cx="8572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3A2524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8953500" cy="4762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708144887244854735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87630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6750" y="5810250"/>
            <a:ext cx="43815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771614696424861584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905500"/>
            <a:ext cx="419100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238750" y="5810250"/>
            <a:ext cx="43815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855605885259087941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5905500"/>
            <a:ext cx="4191000" cy="2857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9429750"/>
            <a:ext cx="10287000" cy="2819765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9763125"/>
            <a:ext cx="8572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E1412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230630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50" y="1905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5000" b="0" i="0">
                <a:solidFill>
                  <a:srgbClr val="DBE6A7"/>
                </a:solidFill>
                <a:latin typeface="EB Garamond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619250"/>
            <a:ext cx="8572500" cy="3575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0" i="1">
                <a:solidFill>
                  <a:srgbClr val="F4F1EA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0" y="5652216"/>
            <a:ext cx="4191000" cy="5301533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0780695306665072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50" y="5747466"/>
            <a:ext cx="4000500" cy="511103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11191875"/>
            <a:ext cx="10287000" cy="857250"/>
          </a:xfrm>
          <a:prstGeom prst="rect">
            <a:avLst/>
          </a:prstGeom>
          <a:solidFill>
            <a:srgbClr val="E4E6C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1191875"/>
            <a:ext cx="10287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22371F"/>
                </a:solidFill>
                <a:latin typeface="Montserrat"/>
              </a:rPr>
              <a:t>Subscribe on YouTube: @boubacartidianediallo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381000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