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0515107590066859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1E3F1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Carla Portugal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SCIENCE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86579959284559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1E3F1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Nick Padwick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FARMER, NORFOLK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76131665203380289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1E3F1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Wes Sander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MICROSCOPY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1742171707556566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1E3F1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Gerald Ramírez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96202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9620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4" name="Freeform 3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1E3F1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Caterina Capri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ADVANCED PROGRAMS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3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