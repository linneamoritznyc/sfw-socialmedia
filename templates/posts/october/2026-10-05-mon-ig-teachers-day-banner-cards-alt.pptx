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35539848962981343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800" b="1" i="0">
                <a:solidFill>
                  <a:srgbClr val="FFFFFF"/>
                </a:solidFill>
                <a:latin typeface="Montserrat"/>
              </a:rPr>
              <a:t>Dr. Carla Portugal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SCIENCE LEADER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81389961165441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Nick Padwick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FARMER, NORFOLK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845543366928267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Wes Sander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MICROSCOPY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582794306647581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Gerald Ramírez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COMPOST EXTRACTS AND TEAS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4" name="Freeform 3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800" b="1" i="0">
                <a:solidFill>
                  <a:srgbClr val="FFFFFF"/>
                </a:solidFill>
                <a:latin typeface="Montserrat"/>
              </a:rPr>
              <a:t>Dr. Caterina Capri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ADVANCED PROGRAMS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