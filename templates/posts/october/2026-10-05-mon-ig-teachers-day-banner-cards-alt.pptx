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</p:sldIdLst>
  <p:sldSz cx="10287000" cy="128587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Banner card. Banner-card alternative for the Teachers' Day mentors. Replace the two LOGO circles with the School logo and the second mark.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Banner card. Banner-card alternative for the Teachers' Day mentors. Replace the two LOGO circles with the School logo and the second mark.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Banner card. Banner-card alternative for the Teachers' Day mentors. Replace the two LOGO circles with the School logo and the second mark.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Banner card. Banner-card alternative for the Teachers' Day mentors. Replace the two LOGO circles with the School logo and the second mark.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Banner card. Banner-card alternative for the Teachers' Day mentors. Replace the two LOGO circles with the School logo and the second mark.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2371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4276041248470525378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0287000" cy="9620250"/>
          </a:xfrm>
          <a:prstGeom prst="rect">
            <a:avLst/>
          </a:prstGeom>
        </p:spPr>
      </p:pic>
      <p:sp>
        <p:nvSpPr>
          <p:cNvPr id="3" name="Freeform 2"/>
          <p:cNvSpPr/>
          <p:nvPr/>
        </p:nvSpPr>
        <p:spPr>
          <a:xfrm>
            <a:off x="9134812" y="-142875"/>
            <a:ext cx="1222143" cy="2914370"/>
          </a:xfrm>
          <a:custGeom>
            <a:avLst/>
            <a:gdLst/>
            <a:ahLst/>
            <a:cxnLst/>
            <a:rect l="l" t="t" r="r" b="b"/>
            <a:pathLst>
              <a:path w="1222143" h="2914370">
                <a:moveTo>
                  <a:pt x="1199813" y="0"/>
                </a:moveTo>
                <a:lnTo>
                  <a:pt x="988545" y="197150"/>
                </a:lnTo>
                <a:lnTo>
                  <a:pt x="784988" y="397417"/>
                </a:lnTo>
                <a:lnTo>
                  <a:pt x="596326" y="603701"/>
                </a:lnTo>
                <a:lnTo>
                  <a:pt x="428731" y="818497"/>
                </a:lnTo>
                <a:lnTo>
                  <a:pt x="286935" y="1043717"/>
                </a:lnTo>
                <a:lnTo>
                  <a:pt x="173916" y="1280562"/>
                </a:lnTo>
                <a:lnTo>
                  <a:pt x="90688" y="1529445"/>
                </a:lnTo>
                <a:lnTo>
                  <a:pt x="36237" y="1789954"/>
                </a:lnTo>
                <a:lnTo>
                  <a:pt x="7585" y="2060887"/>
                </a:lnTo>
                <a:lnTo>
                  <a:pt x="0" y="2340331"/>
                </a:lnTo>
                <a:lnTo>
                  <a:pt x="7310" y="2625793"/>
                </a:lnTo>
                <a:lnTo>
                  <a:pt x="22330" y="2914370"/>
                </a:lnTo>
                <a:lnTo>
                  <a:pt x="22330" y="2914370"/>
                </a:lnTo>
                <a:lnTo>
                  <a:pt x="233598" y="2717219"/>
                </a:lnTo>
                <a:lnTo>
                  <a:pt x="437155" y="2516953"/>
                </a:lnTo>
                <a:lnTo>
                  <a:pt x="625817" y="2310668"/>
                </a:lnTo>
                <a:lnTo>
                  <a:pt x="793412" y="2095873"/>
                </a:lnTo>
                <a:lnTo>
                  <a:pt x="935208" y="1870653"/>
                </a:lnTo>
                <a:lnTo>
                  <a:pt x="1048227" y="1633807"/>
                </a:lnTo>
                <a:lnTo>
                  <a:pt x="1131455" y="1384925"/>
                </a:lnTo>
                <a:lnTo>
                  <a:pt x="1185906" y="1124416"/>
                </a:lnTo>
                <a:lnTo>
                  <a:pt x="1214558" y="853483"/>
                </a:lnTo>
                <a:lnTo>
                  <a:pt x="1222143" y="574039"/>
                </a:lnTo>
                <a:lnTo>
                  <a:pt x="1214833" y="288577"/>
                </a:lnTo>
                <a:lnTo>
                  <a:pt x="1199813" y="0"/>
                </a:lnTo>
                <a:close/>
              </a:path>
            </a:pathLst>
          </a:custGeom>
          <a:noFill/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 flipH="1">
            <a:off x="9216016" y="-142875"/>
            <a:ext cx="1118609" cy="2768652"/>
          </a:xfrm>
          <a:prstGeom prst="line">
            <a:avLst/>
          </a:prstGeom>
          <a:ln w="190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Freeform 4"/>
          <p:cNvSpPr/>
          <p:nvPr/>
        </p:nvSpPr>
        <p:spPr>
          <a:xfrm>
            <a:off x="8040176" y="-142875"/>
            <a:ext cx="2294448" cy="2548243"/>
          </a:xfrm>
          <a:custGeom>
            <a:avLst/>
            <a:gdLst/>
            <a:ahLst/>
            <a:cxnLst/>
            <a:rect l="l" t="t" r="r" b="b"/>
            <a:pathLst>
              <a:path w="2294449" h="2548243">
                <a:moveTo>
                  <a:pt x="2294449" y="0"/>
                </a:moveTo>
                <a:lnTo>
                  <a:pt x="2004314" y="123277"/>
                </a:lnTo>
                <a:lnTo>
                  <a:pt x="1720922" y="252623"/>
                </a:lnTo>
                <a:lnTo>
                  <a:pt x="1450554" y="393697"/>
                </a:lnTo>
                <a:lnTo>
                  <a:pt x="1198606" y="551356"/>
                </a:lnTo>
                <a:lnTo>
                  <a:pt x="969216" y="729328"/>
                </a:lnTo>
                <a:lnTo>
                  <a:pt x="764988" y="929954"/>
                </a:lnTo>
                <a:lnTo>
                  <a:pt x="586808" y="1154035"/>
                </a:lnTo>
                <a:lnTo>
                  <a:pt x="433789" y="1400771"/>
                </a:lnTo>
                <a:lnTo>
                  <a:pt x="303330" y="1667819"/>
                </a:lnTo>
                <a:lnTo>
                  <a:pt x="191290" y="1951452"/>
                </a:lnTo>
                <a:lnTo>
                  <a:pt x="92274" y="2246812"/>
                </a:lnTo>
                <a:lnTo>
                  <a:pt x="0" y="2548243"/>
                </a:lnTo>
                <a:lnTo>
                  <a:pt x="0" y="2548243"/>
                </a:lnTo>
                <a:lnTo>
                  <a:pt x="290134" y="2424967"/>
                </a:lnTo>
                <a:lnTo>
                  <a:pt x="573526" y="2295620"/>
                </a:lnTo>
                <a:lnTo>
                  <a:pt x="843894" y="2154545"/>
                </a:lnTo>
                <a:lnTo>
                  <a:pt x="1095842" y="1996886"/>
                </a:lnTo>
                <a:lnTo>
                  <a:pt x="1325232" y="1818915"/>
                </a:lnTo>
                <a:lnTo>
                  <a:pt x="1529461" y="1618289"/>
                </a:lnTo>
                <a:lnTo>
                  <a:pt x="1707640" y="1394208"/>
                </a:lnTo>
                <a:lnTo>
                  <a:pt x="1860659" y="1147472"/>
                </a:lnTo>
                <a:lnTo>
                  <a:pt x="1991118" y="880423"/>
                </a:lnTo>
                <a:lnTo>
                  <a:pt x="2103159" y="596790"/>
                </a:lnTo>
                <a:lnTo>
                  <a:pt x="2202175" y="301430"/>
                </a:lnTo>
                <a:lnTo>
                  <a:pt x="2294449" y="0"/>
                </a:lnTo>
                <a:close/>
              </a:path>
            </a:pathLst>
          </a:custGeom>
          <a:noFill/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 flipH="1">
            <a:off x="8154898" y="-142875"/>
            <a:ext cx="2179727" cy="2420831"/>
          </a:xfrm>
          <a:prstGeom prst="line">
            <a:avLst/>
          </a:prstGeom>
          <a:ln w="190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Freeform 6"/>
          <p:cNvSpPr/>
          <p:nvPr/>
        </p:nvSpPr>
        <p:spPr>
          <a:xfrm>
            <a:off x="7811602" y="-142875"/>
            <a:ext cx="2523022" cy="1341514"/>
          </a:xfrm>
          <a:custGeom>
            <a:avLst/>
            <a:gdLst/>
            <a:ahLst/>
            <a:cxnLst/>
            <a:rect l="l" t="t" r="r" b="b"/>
            <a:pathLst>
              <a:path w="2523023" h="1341514">
                <a:moveTo>
                  <a:pt x="2523023" y="0"/>
                </a:moveTo>
                <a:lnTo>
                  <a:pt x="2260689" y="13842"/>
                </a:lnTo>
                <a:lnTo>
                  <a:pt x="2001905" y="34360"/>
                </a:lnTo>
                <a:lnTo>
                  <a:pt x="1749978" y="67772"/>
                </a:lnTo>
                <a:lnTo>
                  <a:pt x="1507747" y="119422"/>
                </a:lnTo>
                <a:lnTo>
                  <a:pt x="1277392" y="193406"/>
                </a:lnTo>
                <a:lnTo>
                  <a:pt x="1060284" y="292304"/>
                </a:lnTo>
                <a:lnTo>
                  <a:pt x="856889" y="416992"/>
                </a:lnTo>
                <a:lnTo>
                  <a:pt x="666739" y="566593"/>
                </a:lnTo>
                <a:lnTo>
                  <a:pt x="488466" y="738529"/>
                </a:lnTo>
                <a:lnTo>
                  <a:pt x="319890" y="928702"/>
                </a:lnTo>
                <a:lnTo>
                  <a:pt x="158170" y="1131771"/>
                </a:lnTo>
                <a:lnTo>
                  <a:pt x="0" y="1341514"/>
                </a:lnTo>
                <a:lnTo>
                  <a:pt x="0" y="1341514"/>
                </a:lnTo>
                <a:lnTo>
                  <a:pt x="262333" y="1327673"/>
                </a:lnTo>
                <a:lnTo>
                  <a:pt x="521117" y="1307155"/>
                </a:lnTo>
                <a:lnTo>
                  <a:pt x="773045" y="1273743"/>
                </a:lnTo>
                <a:lnTo>
                  <a:pt x="1015275" y="1222093"/>
                </a:lnTo>
                <a:lnTo>
                  <a:pt x="1245630" y="1148108"/>
                </a:lnTo>
                <a:lnTo>
                  <a:pt x="1462738" y="1049210"/>
                </a:lnTo>
                <a:lnTo>
                  <a:pt x="1666134" y="924522"/>
                </a:lnTo>
                <a:lnTo>
                  <a:pt x="1856283" y="774921"/>
                </a:lnTo>
                <a:lnTo>
                  <a:pt x="2034556" y="602985"/>
                </a:lnTo>
                <a:lnTo>
                  <a:pt x="2203132" y="412812"/>
                </a:lnTo>
                <a:lnTo>
                  <a:pt x="2364852" y="209743"/>
                </a:lnTo>
                <a:lnTo>
                  <a:pt x="2523023" y="0"/>
                </a:lnTo>
                <a:close/>
              </a:path>
            </a:pathLst>
          </a:custGeom>
          <a:noFill/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 flipH="1">
            <a:off x="7937753" y="-142875"/>
            <a:ext cx="2396872" cy="1274439"/>
          </a:xfrm>
          <a:prstGeom prst="line">
            <a:avLst/>
          </a:prstGeom>
          <a:ln w="190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Freeform 8"/>
          <p:cNvSpPr/>
          <p:nvPr/>
        </p:nvSpPr>
        <p:spPr>
          <a:xfrm>
            <a:off x="8303396" y="1127436"/>
            <a:ext cx="2031228" cy="851797"/>
          </a:xfrm>
          <a:custGeom>
            <a:avLst/>
            <a:gdLst/>
            <a:ahLst/>
            <a:cxnLst/>
            <a:rect l="l" t="t" r="r" b="b"/>
            <a:pathLst>
              <a:path w="2031229" h="851797">
                <a:moveTo>
                  <a:pt x="2031229" y="15564"/>
                </a:moveTo>
                <a:lnTo>
                  <a:pt x="1830099" y="5095"/>
                </a:lnTo>
                <a:lnTo>
                  <a:pt x="1631140" y="0"/>
                </a:lnTo>
                <a:lnTo>
                  <a:pt x="1436376" y="5287"/>
                </a:lnTo>
                <a:lnTo>
                  <a:pt x="1247544" y="25256"/>
                </a:lnTo>
                <a:lnTo>
                  <a:pt x="1065978" y="63207"/>
                </a:lnTo>
                <a:lnTo>
                  <a:pt x="892514" y="121214"/>
                </a:lnTo>
                <a:lnTo>
                  <a:pt x="727440" y="199985"/>
                </a:lnTo>
                <a:lnTo>
                  <a:pt x="570468" y="298812"/>
                </a:lnTo>
                <a:lnTo>
                  <a:pt x="420762" y="415621"/>
                </a:lnTo>
                <a:lnTo>
                  <a:pt x="276988" y="547113"/>
                </a:lnTo>
                <a:lnTo>
                  <a:pt x="137409" y="688986"/>
                </a:lnTo>
                <a:lnTo>
                  <a:pt x="0" y="836233"/>
                </a:lnTo>
                <a:lnTo>
                  <a:pt x="0" y="836233"/>
                </a:lnTo>
                <a:lnTo>
                  <a:pt x="201130" y="846702"/>
                </a:lnTo>
                <a:lnTo>
                  <a:pt x="400089" y="851797"/>
                </a:lnTo>
                <a:lnTo>
                  <a:pt x="594853" y="846510"/>
                </a:lnTo>
                <a:lnTo>
                  <a:pt x="783685" y="826541"/>
                </a:lnTo>
                <a:lnTo>
                  <a:pt x="965251" y="788590"/>
                </a:lnTo>
                <a:lnTo>
                  <a:pt x="1138715" y="730582"/>
                </a:lnTo>
                <a:lnTo>
                  <a:pt x="1303789" y="651811"/>
                </a:lnTo>
                <a:lnTo>
                  <a:pt x="1460761" y="552984"/>
                </a:lnTo>
                <a:lnTo>
                  <a:pt x="1610467" y="436175"/>
                </a:lnTo>
                <a:lnTo>
                  <a:pt x="1754241" y="304684"/>
                </a:lnTo>
                <a:lnTo>
                  <a:pt x="1893820" y="162811"/>
                </a:lnTo>
                <a:lnTo>
                  <a:pt x="2031229" y="15564"/>
                </a:lnTo>
                <a:close/>
              </a:path>
            </a:pathLst>
          </a:custGeom>
          <a:noFill/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" name="Connector 9"/>
          <p:cNvCxnSpPr/>
          <p:nvPr/>
        </p:nvCxnSpPr>
        <p:spPr>
          <a:xfrm flipH="1">
            <a:off x="8404958" y="1143000"/>
            <a:ext cx="1929667" cy="779635"/>
          </a:xfrm>
          <a:prstGeom prst="line">
            <a:avLst/>
          </a:prstGeom>
          <a:ln w="190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-571500" y="-571500"/>
            <a:ext cx="4381500" cy="2476500"/>
          </a:xfrm>
          <a:prstGeom prst="roundRect">
            <a:avLst>
              <a:gd name="adj" fmla="val 15384"/>
            </a:avLst>
          </a:prstGeom>
          <a:solidFill>
            <a:srgbClr val="3A3A3A">
              <a:alpha val="7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71500" y="476250"/>
            <a:ext cx="952500" cy="952500"/>
          </a:xfrm>
          <a:prstGeom prst="ellipse">
            <a:avLst/>
          </a:prstGeom>
          <a:noFill/>
          <a:ln w="19050">
            <a:solidFill>
              <a:srgbClr val="F4F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71500" y="476250"/>
            <a:ext cx="952500" cy="952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1" i="0">
                <a:solidFill>
                  <a:srgbClr val="F4F1EA"/>
                </a:solidFill>
                <a:latin typeface="Montserrat"/>
              </a:rPr>
              <a:t>LOGO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809750" y="523875"/>
            <a:ext cx="19050" cy="857250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2190750" y="476250"/>
            <a:ext cx="952500" cy="952500"/>
          </a:xfrm>
          <a:prstGeom prst="ellipse">
            <a:avLst/>
          </a:prstGeom>
          <a:noFill/>
          <a:ln w="19050">
            <a:solidFill>
              <a:srgbClr val="F4F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190750" y="476250"/>
            <a:ext cx="952500" cy="952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1" i="0">
                <a:solidFill>
                  <a:srgbClr val="F4F1EA"/>
                </a:solidFill>
                <a:latin typeface="Montserrat"/>
              </a:rPr>
              <a:t>LOGO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9620250"/>
            <a:ext cx="10287000" cy="3238500"/>
          </a:xfrm>
          <a:prstGeom prst="rect">
            <a:avLst/>
          </a:prstGeom>
          <a:solidFill>
            <a:srgbClr val="223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8953500"/>
            <a:ext cx="10287000" cy="2190750"/>
          </a:xfrm>
          <a:prstGeom prst="rect">
            <a:avLst/>
          </a:prstGeom>
          <a:solidFill>
            <a:srgbClr val="22371F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8915400"/>
            <a:ext cx="10287000" cy="38100"/>
          </a:xfrm>
          <a:prstGeom prst="rect">
            <a:avLst/>
          </a:prstGeom>
          <a:solidFill>
            <a:srgbClr val="59A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9048750"/>
            <a:ext cx="10287000" cy="19050"/>
          </a:xfrm>
          <a:prstGeom prst="rect">
            <a:avLst/>
          </a:prstGeom>
          <a:solidFill>
            <a:srgbClr val="59A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11144250"/>
            <a:ext cx="10287000" cy="38100"/>
          </a:xfrm>
          <a:prstGeom prst="rect">
            <a:avLst/>
          </a:prstGeom>
          <a:solidFill>
            <a:srgbClr val="59A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2000" y="9191625"/>
            <a:ext cx="8572500" cy="1047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5800" b="1" i="0">
                <a:solidFill>
                  <a:srgbClr val="FFFFFF"/>
                </a:solidFill>
                <a:latin typeface="Montserrat"/>
              </a:rPr>
              <a:t>Dr. Carla Portugal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2000" y="10191750"/>
            <a:ext cx="8572500" cy="666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3600" b="0" i="0" spc="100">
                <a:solidFill>
                  <a:srgbClr val="FFFFFF"/>
                </a:solidFill>
                <a:latin typeface="Source Sans 3"/>
              </a:rPr>
              <a:t>SCIENCE LEADER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2000" y="11763375"/>
            <a:ext cx="8763000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000" b="0" i="0">
                <a:solidFill>
                  <a:srgbClr val="F4F1EA"/>
                </a:solidFill>
                <a:latin typeface="Source Sans 3"/>
              </a:rPr>
              <a:t>@soilfoodwebschool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2371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5080328754071181355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0287000" cy="9620250"/>
          </a:xfrm>
          <a:prstGeom prst="rect">
            <a:avLst/>
          </a:prstGeom>
        </p:spPr>
      </p:pic>
      <p:sp>
        <p:nvSpPr>
          <p:cNvPr id="3" name="Freeform 2"/>
          <p:cNvSpPr/>
          <p:nvPr/>
        </p:nvSpPr>
        <p:spPr>
          <a:xfrm>
            <a:off x="9134812" y="-142875"/>
            <a:ext cx="1222143" cy="2914370"/>
          </a:xfrm>
          <a:custGeom>
            <a:avLst/>
            <a:gdLst/>
            <a:ahLst/>
            <a:cxnLst/>
            <a:rect l="l" t="t" r="r" b="b"/>
            <a:pathLst>
              <a:path w="1222143" h="2914370">
                <a:moveTo>
                  <a:pt x="1199813" y="0"/>
                </a:moveTo>
                <a:lnTo>
                  <a:pt x="988545" y="197150"/>
                </a:lnTo>
                <a:lnTo>
                  <a:pt x="784988" y="397417"/>
                </a:lnTo>
                <a:lnTo>
                  <a:pt x="596326" y="603701"/>
                </a:lnTo>
                <a:lnTo>
                  <a:pt x="428731" y="818497"/>
                </a:lnTo>
                <a:lnTo>
                  <a:pt x="286935" y="1043717"/>
                </a:lnTo>
                <a:lnTo>
                  <a:pt x="173916" y="1280562"/>
                </a:lnTo>
                <a:lnTo>
                  <a:pt x="90688" y="1529445"/>
                </a:lnTo>
                <a:lnTo>
                  <a:pt x="36237" y="1789954"/>
                </a:lnTo>
                <a:lnTo>
                  <a:pt x="7585" y="2060887"/>
                </a:lnTo>
                <a:lnTo>
                  <a:pt x="0" y="2340331"/>
                </a:lnTo>
                <a:lnTo>
                  <a:pt x="7310" y="2625793"/>
                </a:lnTo>
                <a:lnTo>
                  <a:pt x="22330" y="2914370"/>
                </a:lnTo>
                <a:lnTo>
                  <a:pt x="22330" y="2914370"/>
                </a:lnTo>
                <a:lnTo>
                  <a:pt x="233598" y="2717219"/>
                </a:lnTo>
                <a:lnTo>
                  <a:pt x="437155" y="2516953"/>
                </a:lnTo>
                <a:lnTo>
                  <a:pt x="625817" y="2310668"/>
                </a:lnTo>
                <a:lnTo>
                  <a:pt x="793412" y="2095873"/>
                </a:lnTo>
                <a:lnTo>
                  <a:pt x="935208" y="1870653"/>
                </a:lnTo>
                <a:lnTo>
                  <a:pt x="1048227" y="1633807"/>
                </a:lnTo>
                <a:lnTo>
                  <a:pt x="1131455" y="1384925"/>
                </a:lnTo>
                <a:lnTo>
                  <a:pt x="1185906" y="1124416"/>
                </a:lnTo>
                <a:lnTo>
                  <a:pt x="1214558" y="853483"/>
                </a:lnTo>
                <a:lnTo>
                  <a:pt x="1222143" y="574039"/>
                </a:lnTo>
                <a:lnTo>
                  <a:pt x="1214833" y="288577"/>
                </a:lnTo>
                <a:lnTo>
                  <a:pt x="1199813" y="0"/>
                </a:lnTo>
                <a:close/>
              </a:path>
            </a:pathLst>
          </a:custGeom>
          <a:noFill/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 flipH="1">
            <a:off x="9216016" y="-142875"/>
            <a:ext cx="1118609" cy="2768652"/>
          </a:xfrm>
          <a:prstGeom prst="line">
            <a:avLst/>
          </a:prstGeom>
          <a:ln w="190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Freeform 4"/>
          <p:cNvSpPr/>
          <p:nvPr/>
        </p:nvSpPr>
        <p:spPr>
          <a:xfrm>
            <a:off x="8040176" y="-142875"/>
            <a:ext cx="2294448" cy="2548243"/>
          </a:xfrm>
          <a:custGeom>
            <a:avLst/>
            <a:gdLst/>
            <a:ahLst/>
            <a:cxnLst/>
            <a:rect l="l" t="t" r="r" b="b"/>
            <a:pathLst>
              <a:path w="2294449" h="2548243">
                <a:moveTo>
                  <a:pt x="2294449" y="0"/>
                </a:moveTo>
                <a:lnTo>
                  <a:pt x="2004314" y="123277"/>
                </a:lnTo>
                <a:lnTo>
                  <a:pt x="1720922" y="252623"/>
                </a:lnTo>
                <a:lnTo>
                  <a:pt x="1450554" y="393697"/>
                </a:lnTo>
                <a:lnTo>
                  <a:pt x="1198606" y="551356"/>
                </a:lnTo>
                <a:lnTo>
                  <a:pt x="969216" y="729328"/>
                </a:lnTo>
                <a:lnTo>
                  <a:pt x="764988" y="929954"/>
                </a:lnTo>
                <a:lnTo>
                  <a:pt x="586808" y="1154035"/>
                </a:lnTo>
                <a:lnTo>
                  <a:pt x="433789" y="1400771"/>
                </a:lnTo>
                <a:lnTo>
                  <a:pt x="303330" y="1667819"/>
                </a:lnTo>
                <a:lnTo>
                  <a:pt x="191290" y="1951452"/>
                </a:lnTo>
                <a:lnTo>
                  <a:pt x="92274" y="2246812"/>
                </a:lnTo>
                <a:lnTo>
                  <a:pt x="0" y="2548243"/>
                </a:lnTo>
                <a:lnTo>
                  <a:pt x="0" y="2548243"/>
                </a:lnTo>
                <a:lnTo>
                  <a:pt x="290134" y="2424967"/>
                </a:lnTo>
                <a:lnTo>
                  <a:pt x="573526" y="2295620"/>
                </a:lnTo>
                <a:lnTo>
                  <a:pt x="843894" y="2154545"/>
                </a:lnTo>
                <a:lnTo>
                  <a:pt x="1095842" y="1996886"/>
                </a:lnTo>
                <a:lnTo>
                  <a:pt x="1325232" y="1818915"/>
                </a:lnTo>
                <a:lnTo>
                  <a:pt x="1529461" y="1618289"/>
                </a:lnTo>
                <a:lnTo>
                  <a:pt x="1707640" y="1394208"/>
                </a:lnTo>
                <a:lnTo>
                  <a:pt x="1860659" y="1147472"/>
                </a:lnTo>
                <a:lnTo>
                  <a:pt x="1991118" y="880423"/>
                </a:lnTo>
                <a:lnTo>
                  <a:pt x="2103159" y="596790"/>
                </a:lnTo>
                <a:lnTo>
                  <a:pt x="2202175" y="301430"/>
                </a:lnTo>
                <a:lnTo>
                  <a:pt x="2294449" y="0"/>
                </a:lnTo>
                <a:close/>
              </a:path>
            </a:pathLst>
          </a:custGeom>
          <a:noFill/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 flipH="1">
            <a:off x="8154898" y="-142875"/>
            <a:ext cx="2179727" cy="2420831"/>
          </a:xfrm>
          <a:prstGeom prst="line">
            <a:avLst/>
          </a:prstGeom>
          <a:ln w="190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Freeform 6"/>
          <p:cNvSpPr/>
          <p:nvPr/>
        </p:nvSpPr>
        <p:spPr>
          <a:xfrm>
            <a:off x="7811602" y="-142875"/>
            <a:ext cx="2523022" cy="1341514"/>
          </a:xfrm>
          <a:custGeom>
            <a:avLst/>
            <a:gdLst/>
            <a:ahLst/>
            <a:cxnLst/>
            <a:rect l="l" t="t" r="r" b="b"/>
            <a:pathLst>
              <a:path w="2523023" h="1341514">
                <a:moveTo>
                  <a:pt x="2523023" y="0"/>
                </a:moveTo>
                <a:lnTo>
                  <a:pt x="2260689" y="13842"/>
                </a:lnTo>
                <a:lnTo>
                  <a:pt x="2001905" y="34360"/>
                </a:lnTo>
                <a:lnTo>
                  <a:pt x="1749978" y="67772"/>
                </a:lnTo>
                <a:lnTo>
                  <a:pt x="1507747" y="119422"/>
                </a:lnTo>
                <a:lnTo>
                  <a:pt x="1277392" y="193406"/>
                </a:lnTo>
                <a:lnTo>
                  <a:pt x="1060284" y="292304"/>
                </a:lnTo>
                <a:lnTo>
                  <a:pt x="856889" y="416992"/>
                </a:lnTo>
                <a:lnTo>
                  <a:pt x="666739" y="566593"/>
                </a:lnTo>
                <a:lnTo>
                  <a:pt x="488466" y="738529"/>
                </a:lnTo>
                <a:lnTo>
                  <a:pt x="319890" y="928702"/>
                </a:lnTo>
                <a:lnTo>
                  <a:pt x="158170" y="1131771"/>
                </a:lnTo>
                <a:lnTo>
                  <a:pt x="0" y="1341514"/>
                </a:lnTo>
                <a:lnTo>
                  <a:pt x="0" y="1341514"/>
                </a:lnTo>
                <a:lnTo>
                  <a:pt x="262333" y="1327673"/>
                </a:lnTo>
                <a:lnTo>
                  <a:pt x="521117" y="1307155"/>
                </a:lnTo>
                <a:lnTo>
                  <a:pt x="773045" y="1273743"/>
                </a:lnTo>
                <a:lnTo>
                  <a:pt x="1015275" y="1222093"/>
                </a:lnTo>
                <a:lnTo>
                  <a:pt x="1245630" y="1148108"/>
                </a:lnTo>
                <a:lnTo>
                  <a:pt x="1462738" y="1049210"/>
                </a:lnTo>
                <a:lnTo>
                  <a:pt x="1666134" y="924522"/>
                </a:lnTo>
                <a:lnTo>
                  <a:pt x="1856283" y="774921"/>
                </a:lnTo>
                <a:lnTo>
                  <a:pt x="2034556" y="602985"/>
                </a:lnTo>
                <a:lnTo>
                  <a:pt x="2203132" y="412812"/>
                </a:lnTo>
                <a:lnTo>
                  <a:pt x="2364852" y="209743"/>
                </a:lnTo>
                <a:lnTo>
                  <a:pt x="2523023" y="0"/>
                </a:lnTo>
                <a:close/>
              </a:path>
            </a:pathLst>
          </a:custGeom>
          <a:noFill/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 flipH="1">
            <a:off x="7937753" y="-142875"/>
            <a:ext cx="2396872" cy="1274439"/>
          </a:xfrm>
          <a:prstGeom prst="line">
            <a:avLst/>
          </a:prstGeom>
          <a:ln w="190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Freeform 8"/>
          <p:cNvSpPr/>
          <p:nvPr/>
        </p:nvSpPr>
        <p:spPr>
          <a:xfrm>
            <a:off x="8303396" y="1127436"/>
            <a:ext cx="2031228" cy="851797"/>
          </a:xfrm>
          <a:custGeom>
            <a:avLst/>
            <a:gdLst/>
            <a:ahLst/>
            <a:cxnLst/>
            <a:rect l="l" t="t" r="r" b="b"/>
            <a:pathLst>
              <a:path w="2031229" h="851797">
                <a:moveTo>
                  <a:pt x="2031229" y="15564"/>
                </a:moveTo>
                <a:lnTo>
                  <a:pt x="1830099" y="5095"/>
                </a:lnTo>
                <a:lnTo>
                  <a:pt x="1631140" y="0"/>
                </a:lnTo>
                <a:lnTo>
                  <a:pt x="1436376" y="5287"/>
                </a:lnTo>
                <a:lnTo>
                  <a:pt x="1247544" y="25256"/>
                </a:lnTo>
                <a:lnTo>
                  <a:pt x="1065978" y="63207"/>
                </a:lnTo>
                <a:lnTo>
                  <a:pt x="892514" y="121214"/>
                </a:lnTo>
                <a:lnTo>
                  <a:pt x="727440" y="199985"/>
                </a:lnTo>
                <a:lnTo>
                  <a:pt x="570468" y="298812"/>
                </a:lnTo>
                <a:lnTo>
                  <a:pt x="420762" y="415621"/>
                </a:lnTo>
                <a:lnTo>
                  <a:pt x="276988" y="547113"/>
                </a:lnTo>
                <a:lnTo>
                  <a:pt x="137409" y="688986"/>
                </a:lnTo>
                <a:lnTo>
                  <a:pt x="0" y="836233"/>
                </a:lnTo>
                <a:lnTo>
                  <a:pt x="0" y="836233"/>
                </a:lnTo>
                <a:lnTo>
                  <a:pt x="201130" y="846702"/>
                </a:lnTo>
                <a:lnTo>
                  <a:pt x="400089" y="851797"/>
                </a:lnTo>
                <a:lnTo>
                  <a:pt x="594853" y="846510"/>
                </a:lnTo>
                <a:lnTo>
                  <a:pt x="783685" y="826541"/>
                </a:lnTo>
                <a:lnTo>
                  <a:pt x="965251" y="788590"/>
                </a:lnTo>
                <a:lnTo>
                  <a:pt x="1138715" y="730582"/>
                </a:lnTo>
                <a:lnTo>
                  <a:pt x="1303789" y="651811"/>
                </a:lnTo>
                <a:lnTo>
                  <a:pt x="1460761" y="552984"/>
                </a:lnTo>
                <a:lnTo>
                  <a:pt x="1610467" y="436175"/>
                </a:lnTo>
                <a:lnTo>
                  <a:pt x="1754241" y="304684"/>
                </a:lnTo>
                <a:lnTo>
                  <a:pt x="1893820" y="162811"/>
                </a:lnTo>
                <a:lnTo>
                  <a:pt x="2031229" y="15564"/>
                </a:lnTo>
                <a:close/>
              </a:path>
            </a:pathLst>
          </a:custGeom>
          <a:noFill/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" name="Connector 9"/>
          <p:cNvCxnSpPr/>
          <p:nvPr/>
        </p:nvCxnSpPr>
        <p:spPr>
          <a:xfrm flipH="1">
            <a:off x="8404958" y="1143000"/>
            <a:ext cx="1929667" cy="779635"/>
          </a:xfrm>
          <a:prstGeom prst="line">
            <a:avLst/>
          </a:prstGeom>
          <a:ln w="190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-571500" y="-571500"/>
            <a:ext cx="4381500" cy="2476500"/>
          </a:xfrm>
          <a:prstGeom prst="roundRect">
            <a:avLst>
              <a:gd name="adj" fmla="val 15384"/>
            </a:avLst>
          </a:prstGeom>
          <a:solidFill>
            <a:srgbClr val="3A3A3A">
              <a:alpha val="7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71500" y="476250"/>
            <a:ext cx="952500" cy="952500"/>
          </a:xfrm>
          <a:prstGeom prst="ellipse">
            <a:avLst/>
          </a:prstGeom>
          <a:noFill/>
          <a:ln w="19050">
            <a:solidFill>
              <a:srgbClr val="F4F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71500" y="476250"/>
            <a:ext cx="952500" cy="952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1" i="0">
                <a:solidFill>
                  <a:srgbClr val="F4F1EA"/>
                </a:solidFill>
                <a:latin typeface="Montserrat"/>
              </a:rPr>
              <a:t>LOGO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809750" y="523875"/>
            <a:ext cx="19050" cy="857250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2190750" y="476250"/>
            <a:ext cx="952500" cy="952500"/>
          </a:xfrm>
          <a:prstGeom prst="ellipse">
            <a:avLst/>
          </a:prstGeom>
          <a:noFill/>
          <a:ln w="19050">
            <a:solidFill>
              <a:srgbClr val="F4F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190750" y="476250"/>
            <a:ext cx="952500" cy="952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1" i="0">
                <a:solidFill>
                  <a:srgbClr val="F4F1EA"/>
                </a:solidFill>
                <a:latin typeface="Montserrat"/>
              </a:rPr>
              <a:t>LOGO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9620250"/>
            <a:ext cx="10287000" cy="3238500"/>
          </a:xfrm>
          <a:prstGeom prst="rect">
            <a:avLst/>
          </a:prstGeom>
          <a:solidFill>
            <a:srgbClr val="223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8953500"/>
            <a:ext cx="10287000" cy="2190750"/>
          </a:xfrm>
          <a:prstGeom prst="rect">
            <a:avLst/>
          </a:prstGeom>
          <a:solidFill>
            <a:srgbClr val="22371F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8915400"/>
            <a:ext cx="10287000" cy="38100"/>
          </a:xfrm>
          <a:prstGeom prst="rect">
            <a:avLst/>
          </a:prstGeom>
          <a:solidFill>
            <a:srgbClr val="59A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9048750"/>
            <a:ext cx="10287000" cy="19050"/>
          </a:xfrm>
          <a:prstGeom prst="rect">
            <a:avLst/>
          </a:prstGeom>
          <a:solidFill>
            <a:srgbClr val="59A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11144250"/>
            <a:ext cx="10287000" cy="38100"/>
          </a:xfrm>
          <a:prstGeom prst="rect">
            <a:avLst/>
          </a:prstGeom>
          <a:solidFill>
            <a:srgbClr val="59A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2000" y="9191625"/>
            <a:ext cx="8572500" cy="1047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6400" b="1" i="0">
                <a:solidFill>
                  <a:srgbClr val="FFFFFF"/>
                </a:solidFill>
                <a:latin typeface="Montserrat"/>
              </a:rPr>
              <a:t>Nick Padwick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2000" y="10191750"/>
            <a:ext cx="8572500" cy="666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3600" b="0" i="0" spc="100">
                <a:solidFill>
                  <a:srgbClr val="FFFFFF"/>
                </a:solidFill>
                <a:latin typeface="Source Sans 3"/>
              </a:rPr>
              <a:t>FARMER, NORFOLK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2000" y="11763375"/>
            <a:ext cx="8763000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000" b="0" i="0">
                <a:solidFill>
                  <a:srgbClr val="F4F1EA"/>
                </a:solidFill>
                <a:latin typeface="Source Sans 3"/>
              </a:rPr>
              <a:t>@soilfoodwebschool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2371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1186483563729423873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0287000" cy="9620250"/>
          </a:xfrm>
          <a:prstGeom prst="rect">
            <a:avLst/>
          </a:prstGeom>
        </p:spPr>
      </p:pic>
      <p:sp>
        <p:nvSpPr>
          <p:cNvPr id="3" name="Freeform 2"/>
          <p:cNvSpPr/>
          <p:nvPr/>
        </p:nvSpPr>
        <p:spPr>
          <a:xfrm>
            <a:off x="9134812" y="-142875"/>
            <a:ext cx="1222143" cy="2914370"/>
          </a:xfrm>
          <a:custGeom>
            <a:avLst/>
            <a:gdLst/>
            <a:ahLst/>
            <a:cxnLst/>
            <a:rect l="l" t="t" r="r" b="b"/>
            <a:pathLst>
              <a:path w="1222143" h="2914370">
                <a:moveTo>
                  <a:pt x="1199813" y="0"/>
                </a:moveTo>
                <a:lnTo>
                  <a:pt x="988545" y="197150"/>
                </a:lnTo>
                <a:lnTo>
                  <a:pt x="784988" y="397417"/>
                </a:lnTo>
                <a:lnTo>
                  <a:pt x="596326" y="603701"/>
                </a:lnTo>
                <a:lnTo>
                  <a:pt x="428731" y="818497"/>
                </a:lnTo>
                <a:lnTo>
                  <a:pt x="286935" y="1043717"/>
                </a:lnTo>
                <a:lnTo>
                  <a:pt x="173916" y="1280562"/>
                </a:lnTo>
                <a:lnTo>
                  <a:pt x="90688" y="1529445"/>
                </a:lnTo>
                <a:lnTo>
                  <a:pt x="36237" y="1789954"/>
                </a:lnTo>
                <a:lnTo>
                  <a:pt x="7585" y="2060887"/>
                </a:lnTo>
                <a:lnTo>
                  <a:pt x="0" y="2340331"/>
                </a:lnTo>
                <a:lnTo>
                  <a:pt x="7310" y="2625793"/>
                </a:lnTo>
                <a:lnTo>
                  <a:pt x="22330" y="2914370"/>
                </a:lnTo>
                <a:lnTo>
                  <a:pt x="22330" y="2914370"/>
                </a:lnTo>
                <a:lnTo>
                  <a:pt x="233598" y="2717219"/>
                </a:lnTo>
                <a:lnTo>
                  <a:pt x="437155" y="2516953"/>
                </a:lnTo>
                <a:lnTo>
                  <a:pt x="625817" y="2310668"/>
                </a:lnTo>
                <a:lnTo>
                  <a:pt x="793412" y="2095873"/>
                </a:lnTo>
                <a:lnTo>
                  <a:pt x="935208" y="1870653"/>
                </a:lnTo>
                <a:lnTo>
                  <a:pt x="1048227" y="1633807"/>
                </a:lnTo>
                <a:lnTo>
                  <a:pt x="1131455" y="1384925"/>
                </a:lnTo>
                <a:lnTo>
                  <a:pt x="1185906" y="1124416"/>
                </a:lnTo>
                <a:lnTo>
                  <a:pt x="1214558" y="853483"/>
                </a:lnTo>
                <a:lnTo>
                  <a:pt x="1222143" y="574039"/>
                </a:lnTo>
                <a:lnTo>
                  <a:pt x="1214833" y="288577"/>
                </a:lnTo>
                <a:lnTo>
                  <a:pt x="1199813" y="0"/>
                </a:lnTo>
                <a:close/>
              </a:path>
            </a:pathLst>
          </a:custGeom>
          <a:noFill/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 flipH="1">
            <a:off x="9216016" y="-142875"/>
            <a:ext cx="1118609" cy="2768652"/>
          </a:xfrm>
          <a:prstGeom prst="line">
            <a:avLst/>
          </a:prstGeom>
          <a:ln w="190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Freeform 4"/>
          <p:cNvSpPr/>
          <p:nvPr/>
        </p:nvSpPr>
        <p:spPr>
          <a:xfrm>
            <a:off x="8040176" y="-142875"/>
            <a:ext cx="2294448" cy="2548243"/>
          </a:xfrm>
          <a:custGeom>
            <a:avLst/>
            <a:gdLst/>
            <a:ahLst/>
            <a:cxnLst/>
            <a:rect l="l" t="t" r="r" b="b"/>
            <a:pathLst>
              <a:path w="2294449" h="2548243">
                <a:moveTo>
                  <a:pt x="2294449" y="0"/>
                </a:moveTo>
                <a:lnTo>
                  <a:pt x="2004314" y="123277"/>
                </a:lnTo>
                <a:lnTo>
                  <a:pt x="1720922" y="252623"/>
                </a:lnTo>
                <a:lnTo>
                  <a:pt x="1450554" y="393697"/>
                </a:lnTo>
                <a:lnTo>
                  <a:pt x="1198606" y="551356"/>
                </a:lnTo>
                <a:lnTo>
                  <a:pt x="969216" y="729328"/>
                </a:lnTo>
                <a:lnTo>
                  <a:pt x="764988" y="929954"/>
                </a:lnTo>
                <a:lnTo>
                  <a:pt x="586808" y="1154035"/>
                </a:lnTo>
                <a:lnTo>
                  <a:pt x="433789" y="1400771"/>
                </a:lnTo>
                <a:lnTo>
                  <a:pt x="303330" y="1667819"/>
                </a:lnTo>
                <a:lnTo>
                  <a:pt x="191290" y="1951452"/>
                </a:lnTo>
                <a:lnTo>
                  <a:pt x="92274" y="2246812"/>
                </a:lnTo>
                <a:lnTo>
                  <a:pt x="0" y="2548243"/>
                </a:lnTo>
                <a:lnTo>
                  <a:pt x="0" y="2548243"/>
                </a:lnTo>
                <a:lnTo>
                  <a:pt x="290134" y="2424967"/>
                </a:lnTo>
                <a:lnTo>
                  <a:pt x="573526" y="2295620"/>
                </a:lnTo>
                <a:lnTo>
                  <a:pt x="843894" y="2154545"/>
                </a:lnTo>
                <a:lnTo>
                  <a:pt x="1095842" y="1996886"/>
                </a:lnTo>
                <a:lnTo>
                  <a:pt x="1325232" y="1818915"/>
                </a:lnTo>
                <a:lnTo>
                  <a:pt x="1529461" y="1618289"/>
                </a:lnTo>
                <a:lnTo>
                  <a:pt x="1707640" y="1394208"/>
                </a:lnTo>
                <a:lnTo>
                  <a:pt x="1860659" y="1147472"/>
                </a:lnTo>
                <a:lnTo>
                  <a:pt x="1991118" y="880423"/>
                </a:lnTo>
                <a:lnTo>
                  <a:pt x="2103159" y="596790"/>
                </a:lnTo>
                <a:lnTo>
                  <a:pt x="2202175" y="301430"/>
                </a:lnTo>
                <a:lnTo>
                  <a:pt x="2294449" y="0"/>
                </a:lnTo>
                <a:close/>
              </a:path>
            </a:pathLst>
          </a:custGeom>
          <a:noFill/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 flipH="1">
            <a:off x="8154898" y="-142875"/>
            <a:ext cx="2179727" cy="2420831"/>
          </a:xfrm>
          <a:prstGeom prst="line">
            <a:avLst/>
          </a:prstGeom>
          <a:ln w="190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Freeform 6"/>
          <p:cNvSpPr/>
          <p:nvPr/>
        </p:nvSpPr>
        <p:spPr>
          <a:xfrm>
            <a:off x="7811602" y="-142875"/>
            <a:ext cx="2523022" cy="1341514"/>
          </a:xfrm>
          <a:custGeom>
            <a:avLst/>
            <a:gdLst/>
            <a:ahLst/>
            <a:cxnLst/>
            <a:rect l="l" t="t" r="r" b="b"/>
            <a:pathLst>
              <a:path w="2523023" h="1341514">
                <a:moveTo>
                  <a:pt x="2523023" y="0"/>
                </a:moveTo>
                <a:lnTo>
                  <a:pt x="2260689" y="13842"/>
                </a:lnTo>
                <a:lnTo>
                  <a:pt x="2001905" y="34360"/>
                </a:lnTo>
                <a:lnTo>
                  <a:pt x="1749978" y="67772"/>
                </a:lnTo>
                <a:lnTo>
                  <a:pt x="1507747" y="119422"/>
                </a:lnTo>
                <a:lnTo>
                  <a:pt x="1277392" y="193406"/>
                </a:lnTo>
                <a:lnTo>
                  <a:pt x="1060284" y="292304"/>
                </a:lnTo>
                <a:lnTo>
                  <a:pt x="856889" y="416992"/>
                </a:lnTo>
                <a:lnTo>
                  <a:pt x="666739" y="566593"/>
                </a:lnTo>
                <a:lnTo>
                  <a:pt x="488466" y="738529"/>
                </a:lnTo>
                <a:lnTo>
                  <a:pt x="319890" y="928702"/>
                </a:lnTo>
                <a:lnTo>
                  <a:pt x="158170" y="1131771"/>
                </a:lnTo>
                <a:lnTo>
                  <a:pt x="0" y="1341514"/>
                </a:lnTo>
                <a:lnTo>
                  <a:pt x="0" y="1341514"/>
                </a:lnTo>
                <a:lnTo>
                  <a:pt x="262333" y="1327673"/>
                </a:lnTo>
                <a:lnTo>
                  <a:pt x="521117" y="1307155"/>
                </a:lnTo>
                <a:lnTo>
                  <a:pt x="773045" y="1273743"/>
                </a:lnTo>
                <a:lnTo>
                  <a:pt x="1015275" y="1222093"/>
                </a:lnTo>
                <a:lnTo>
                  <a:pt x="1245630" y="1148108"/>
                </a:lnTo>
                <a:lnTo>
                  <a:pt x="1462738" y="1049210"/>
                </a:lnTo>
                <a:lnTo>
                  <a:pt x="1666134" y="924522"/>
                </a:lnTo>
                <a:lnTo>
                  <a:pt x="1856283" y="774921"/>
                </a:lnTo>
                <a:lnTo>
                  <a:pt x="2034556" y="602985"/>
                </a:lnTo>
                <a:lnTo>
                  <a:pt x="2203132" y="412812"/>
                </a:lnTo>
                <a:lnTo>
                  <a:pt x="2364852" y="209743"/>
                </a:lnTo>
                <a:lnTo>
                  <a:pt x="2523023" y="0"/>
                </a:lnTo>
                <a:close/>
              </a:path>
            </a:pathLst>
          </a:custGeom>
          <a:noFill/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 flipH="1">
            <a:off x="7937753" y="-142875"/>
            <a:ext cx="2396872" cy="1274439"/>
          </a:xfrm>
          <a:prstGeom prst="line">
            <a:avLst/>
          </a:prstGeom>
          <a:ln w="190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Freeform 8"/>
          <p:cNvSpPr/>
          <p:nvPr/>
        </p:nvSpPr>
        <p:spPr>
          <a:xfrm>
            <a:off x="8303396" y="1127436"/>
            <a:ext cx="2031228" cy="851797"/>
          </a:xfrm>
          <a:custGeom>
            <a:avLst/>
            <a:gdLst/>
            <a:ahLst/>
            <a:cxnLst/>
            <a:rect l="l" t="t" r="r" b="b"/>
            <a:pathLst>
              <a:path w="2031229" h="851797">
                <a:moveTo>
                  <a:pt x="2031229" y="15564"/>
                </a:moveTo>
                <a:lnTo>
                  <a:pt x="1830099" y="5095"/>
                </a:lnTo>
                <a:lnTo>
                  <a:pt x="1631140" y="0"/>
                </a:lnTo>
                <a:lnTo>
                  <a:pt x="1436376" y="5287"/>
                </a:lnTo>
                <a:lnTo>
                  <a:pt x="1247544" y="25256"/>
                </a:lnTo>
                <a:lnTo>
                  <a:pt x="1065978" y="63207"/>
                </a:lnTo>
                <a:lnTo>
                  <a:pt x="892514" y="121214"/>
                </a:lnTo>
                <a:lnTo>
                  <a:pt x="727440" y="199985"/>
                </a:lnTo>
                <a:lnTo>
                  <a:pt x="570468" y="298812"/>
                </a:lnTo>
                <a:lnTo>
                  <a:pt x="420762" y="415621"/>
                </a:lnTo>
                <a:lnTo>
                  <a:pt x="276988" y="547113"/>
                </a:lnTo>
                <a:lnTo>
                  <a:pt x="137409" y="688986"/>
                </a:lnTo>
                <a:lnTo>
                  <a:pt x="0" y="836233"/>
                </a:lnTo>
                <a:lnTo>
                  <a:pt x="0" y="836233"/>
                </a:lnTo>
                <a:lnTo>
                  <a:pt x="201130" y="846702"/>
                </a:lnTo>
                <a:lnTo>
                  <a:pt x="400089" y="851797"/>
                </a:lnTo>
                <a:lnTo>
                  <a:pt x="594853" y="846510"/>
                </a:lnTo>
                <a:lnTo>
                  <a:pt x="783685" y="826541"/>
                </a:lnTo>
                <a:lnTo>
                  <a:pt x="965251" y="788590"/>
                </a:lnTo>
                <a:lnTo>
                  <a:pt x="1138715" y="730582"/>
                </a:lnTo>
                <a:lnTo>
                  <a:pt x="1303789" y="651811"/>
                </a:lnTo>
                <a:lnTo>
                  <a:pt x="1460761" y="552984"/>
                </a:lnTo>
                <a:lnTo>
                  <a:pt x="1610467" y="436175"/>
                </a:lnTo>
                <a:lnTo>
                  <a:pt x="1754241" y="304684"/>
                </a:lnTo>
                <a:lnTo>
                  <a:pt x="1893820" y="162811"/>
                </a:lnTo>
                <a:lnTo>
                  <a:pt x="2031229" y="15564"/>
                </a:lnTo>
                <a:close/>
              </a:path>
            </a:pathLst>
          </a:custGeom>
          <a:noFill/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" name="Connector 9"/>
          <p:cNvCxnSpPr/>
          <p:nvPr/>
        </p:nvCxnSpPr>
        <p:spPr>
          <a:xfrm flipH="1">
            <a:off x="8404958" y="1143000"/>
            <a:ext cx="1929667" cy="779635"/>
          </a:xfrm>
          <a:prstGeom prst="line">
            <a:avLst/>
          </a:prstGeom>
          <a:ln w="190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-571500" y="-571500"/>
            <a:ext cx="4381500" cy="2476500"/>
          </a:xfrm>
          <a:prstGeom prst="roundRect">
            <a:avLst>
              <a:gd name="adj" fmla="val 15384"/>
            </a:avLst>
          </a:prstGeom>
          <a:solidFill>
            <a:srgbClr val="3A3A3A">
              <a:alpha val="7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71500" y="476250"/>
            <a:ext cx="952500" cy="952500"/>
          </a:xfrm>
          <a:prstGeom prst="ellipse">
            <a:avLst/>
          </a:prstGeom>
          <a:noFill/>
          <a:ln w="19050">
            <a:solidFill>
              <a:srgbClr val="F4F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71500" y="476250"/>
            <a:ext cx="952500" cy="952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1" i="0">
                <a:solidFill>
                  <a:srgbClr val="F4F1EA"/>
                </a:solidFill>
                <a:latin typeface="Montserrat"/>
              </a:rPr>
              <a:t>LOGO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809750" y="523875"/>
            <a:ext cx="19050" cy="857250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2190750" y="476250"/>
            <a:ext cx="952500" cy="952500"/>
          </a:xfrm>
          <a:prstGeom prst="ellipse">
            <a:avLst/>
          </a:prstGeom>
          <a:noFill/>
          <a:ln w="19050">
            <a:solidFill>
              <a:srgbClr val="F4F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190750" y="476250"/>
            <a:ext cx="952500" cy="952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1" i="0">
                <a:solidFill>
                  <a:srgbClr val="F4F1EA"/>
                </a:solidFill>
                <a:latin typeface="Montserrat"/>
              </a:rPr>
              <a:t>LOGO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9620250"/>
            <a:ext cx="10287000" cy="3238500"/>
          </a:xfrm>
          <a:prstGeom prst="rect">
            <a:avLst/>
          </a:prstGeom>
          <a:solidFill>
            <a:srgbClr val="223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8953500"/>
            <a:ext cx="10287000" cy="2190750"/>
          </a:xfrm>
          <a:prstGeom prst="rect">
            <a:avLst/>
          </a:prstGeom>
          <a:solidFill>
            <a:srgbClr val="22371F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8915400"/>
            <a:ext cx="10287000" cy="38100"/>
          </a:xfrm>
          <a:prstGeom prst="rect">
            <a:avLst/>
          </a:prstGeom>
          <a:solidFill>
            <a:srgbClr val="59A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9048750"/>
            <a:ext cx="10287000" cy="19050"/>
          </a:xfrm>
          <a:prstGeom prst="rect">
            <a:avLst/>
          </a:prstGeom>
          <a:solidFill>
            <a:srgbClr val="59A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11144250"/>
            <a:ext cx="10287000" cy="38100"/>
          </a:xfrm>
          <a:prstGeom prst="rect">
            <a:avLst/>
          </a:prstGeom>
          <a:solidFill>
            <a:srgbClr val="59A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2000" y="9191625"/>
            <a:ext cx="8572500" cy="1047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6400" b="1" i="0">
                <a:solidFill>
                  <a:srgbClr val="FFFFFF"/>
                </a:solidFill>
                <a:latin typeface="Montserrat"/>
              </a:rPr>
              <a:t>Wes Sander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2000" y="10191750"/>
            <a:ext cx="8572500" cy="666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3600" b="0" i="0" spc="100">
                <a:solidFill>
                  <a:srgbClr val="FFFFFF"/>
                </a:solidFill>
                <a:latin typeface="Source Sans 3"/>
              </a:rPr>
              <a:t>MICROSCOPY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2000" y="11763375"/>
            <a:ext cx="8763000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000" b="0" i="0">
                <a:solidFill>
                  <a:srgbClr val="F4F1EA"/>
                </a:solidFill>
                <a:latin typeface="Source Sans 3"/>
              </a:rPr>
              <a:t>@soilfoodwebschool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2371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5390912766246518019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0287000" cy="9620250"/>
          </a:xfrm>
          <a:prstGeom prst="rect">
            <a:avLst/>
          </a:prstGeom>
        </p:spPr>
      </p:pic>
      <p:sp>
        <p:nvSpPr>
          <p:cNvPr id="3" name="Freeform 2"/>
          <p:cNvSpPr/>
          <p:nvPr/>
        </p:nvSpPr>
        <p:spPr>
          <a:xfrm>
            <a:off x="9134812" y="-142875"/>
            <a:ext cx="1222143" cy="2914370"/>
          </a:xfrm>
          <a:custGeom>
            <a:avLst/>
            <a:gdLst/>
            <a:ahLst/>
            <a:cxnLst/>
            <a:rect l="l" t="t" r="r" b="b"/>
            <a:pathLst>
              <a:path w="1222143" h="2914370">
                <a:moveTo>
                  <a:pt x="1199813" y="0"/>
                </a:moveTo>
                <a:lnTo>
                  <a:pt x="988545" y="197150"/>
                </a:lnTo>
                <a:lnTo>
                  <a:pt x="784988" y="397417"/>
                </a:lnTo>
                <a:lnTo>
                  <a:pt x="596326" y="603701"/>
                </a:lnTo>
                <a:lnTo>
                  <a:pt x="428731" y="818497"/>
                </a:lnTo>
                <a:lnTo>
                  <a:pt x="286935" y="1043717"/>
                </a:lnTo>
                <a:lnTo>
                  <a:pt x="173916" y="1280562"/>
                </a:lnTo>
                <a:lnTo>
                  <a:pt x="90688" y="1529445"/>
                </a:lnTo>
                <a:lnTo>
                  <a:pt x="36237" y="1789954"/>
                </a:lnTo>
                <a:lnTo>
                  <a:pt x="7585" y="2060887"/>
                </a:lnTo>
                <a:lnTo>
                  <a:pt x="0" y="2340331"/>
                </a:lnTo>
                <a:lnTo>
                  <a:pt x="7310" y="2625793"/>
                </a:lnTo>
                <a:lnTo>
                  <a:pt x="22330" y="2914370"/>
                </a:lnTo>
                <a:lnTo>
                  <a:pt x="22330" y="2914370"/>
                </a:lnTo>
                <a:lnTo>
                  <a:pt x="233598" y="2717219"/>
                </a:lnTo>
                <a:lnTo>
                  <a:pt x="437155" y="2516953"/>
                </a:lnTo>
                <a:lnTo>
                  <a:pt x="625817" y="2310668"/>
                </a:lnTo>
                <a:lnTo>
                  <a:pt x="793412" y="2095873"/>
                </a:lnTo>
                <a:lnTo>
                  <a:pt x="935208" y="1870653"/>
                </a:lnTo>
                <a:lnTo>
                  <a:pt x="1048227" y="1633807"/>
                </a:lnTo>
                <a:lnTo>
                  <a:pt x="1131455" y="1384925"/>
                </a:lnTo>
                <a:lnTo>
                  <a:pt x="1185906" y="1124416"/>
                </a:lnTo>
                <a:lnTo>
                  <a:pt x="1214558" y="853483"/>
                </a:lnTo>
                <a:lnTo>
                  <a:pt x="1222143" y="574039"/>
                </a:lnTo>
                <a:lnTo>
                  <a:pt x="1214833" y="288577"/>
                </a:lnTo>
                <a:lnTo>
                  <a:pt x="1199813" y="0"/>
                </a:lnTo>
                <a:close/>
              </a:path>
            </a:pathLst>
          </a:custGeom>
          <a:noFill/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 flipH="1">
            <a:off x="9216016" y="-142875"/>
            <a:ext cx="1118609" cy="2768652"/>
          </a:xfrm>
          <a:prstGeom prst="line">
            <a:avLst/>
          </a:prstGeom>
          <a:ln w="190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Freeform 4"/>
          <p:cNvSpPr/>
          <p:nvPr/>
        </p:nvSpPr>
        <p:spPr>
          <a:xfrm>
            <a:off x="8040176" y="-142875"/>
            <a:ext cx="2294448" cy="2548243"/>
          </a:xfrm>
          <a:custGeom>
            <a:avLst/>
            <a:gdLst/>
            <a:ahLst/>
            <a:cxnLst/>
            <a:rect l="l" t="t" r="r" b="b"/>
            <a:pathLst>
              <a:path w="2294449" h="2548243">
                <a:moveTo>
                  <a:pt x="2294449" y="0"/>
                </a:moveTo>
                <a:lnTo>
                  <a:pt x="2004314" y="123277"/>
                </a:lnTo>
                <a:lnTo>
                  <a:pt x="1720922" y="252623"/>
                </a:lnTo>
                <a:lnTo>
                  <a:pt x="1450554" y="393697"/>
                </a:lnTo>
                <a:lnTo>
                  <a:pt x="1198606" y="551356"/>
                </a:lnTo>
                <a:lnTo>
                  <a:pt x="969216" y="729328"/>
                </a:lnTo>
                <a:lnTo>
                  <a:pt x="764988" y="929954"/>
                </a:lnTo>
                <a:lnTo>
                  <a:pt x="586808" y="1154035"/>
                </a:lnTo>
                <a:lnTo>
                  <a:pt x="433789" y="1400771"/>
                </a:lnTo>
                <a:lnTo>
                  <a:pt x="303330" y="1667819"/>
                </a:lnTo>
                <a:lnTo>
                  <a:pt x="191290" y="1951452"/>
                </a:lnTo>
                <a:lnTo>
                  <a:pt x="92274" y="2246812"/>
                </a:lnTo>
                <a:lnTo>
                  <a:pt x="0" y="2548243"/>
                </a:lnTo>
                <a:lnTo>
                  <a:pt x="0" y="2548243"/>
                </a:lnTo>
                <a:lnTo>
                  <a:pt x="290134" y="2424967"/>
                </a:lnTo>
                <a:lnTo>
                  <a:pt x="573526" y="2295620"/>
                </a:lnTo>
                <a:lnTo>
                  <a:pt x="843894" y="2154545"/>
                </a:lnTo>
                <a:lnTo>
                  <a:pt x="1095842" y="1996886"/>
                </a:lnTo>
                <a:lnTo>
                  <a:pt x="1325232" y="1818915"/>
                </a:lnTo>
                <a:lnTo>
                  <a:pt x="1529461" y="1618289"/>
                </a:lnTo>
                <a:lnTo>
                  <a:pt x="1707640" y="1394208"/>
                </a:lnTo>
                <a:lnTo>
                  <a:pt x="1860659" y="1147472"/>
                </a:lnTo>
                <a:lnTo>
                  <a:pt x="1991118" y="880423"/>
                </a:lnTo>
                <a:lnTo>
                  <a:pt x="2103159" y="596790"/>
                </a:lnTo>
                <a:lnTo>
                  <a:pt x="2202175" y="301430"/>
                </a:lnTo>
                <a:lnTo>
                  <a:pt x="2294449" y="0"/>
                </a:lnTo>
                <a:close/>
              </a:path>
            </a:pathLst>
          </a:custGeom>
          <a:noFill/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 flipH="1">
            <a:off x="8154898" y="-142875"/>
            <a:ext cx="2179727" cy="2420831"/>
          </a:xfrm>
          <a:prstGeom prst="line">
            <a:avLst/>
          </a:prstGeom>
          <a:ln w="190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Freeform 6"/>
          <p:cNvSpPr/>
          <p:nvPr/>
        </p:nvSpPr>
        <p:spPr>
          <a:xfrm>
            <a:off x="7811602" y="-142875"/>
            <a:ext cx="2523022" cy="1341514"/>
          </a:xfrm>
          <a:custGeom>
            <a:avLst/>
            <a:gdLst/>
            <a:ahLst/>
            <a:cxnLst/>
            <a:rect l="l" t="t" r="r" b="b"/>
            <a:pathLst>
              <a:path w="2523023" h="1341514">
                <a:moveTo>
                  <a:pt x="2523023" y="0"/>
                </a:moveTo>
                <a:lnTo>
                  <a:pt x="2260689" y="13842"/>
                </a:lnTo>
                <a:lnTo>
                  <a:pt x="2001905" y="34360"/>
                </a:lnTo>
                <a:lnTo>
                  <a:pt x="1749978" y="67772"/>
                </a:lnTo>
                <a:lnTo>
                  <a:pt x="1507747" y="119422"/>
                </a:lnTo>
                <a:lnTo>
                  <a:pt x="1277392" y="193406"/>
                </a:lnTo>
                <a:lnTo>
                  <a:pt x="1060284" y="292304"/>
                </a:lnTo>
                <a:lnTo>
                  <a:pt x="856889" y="416992"/>
                </a:lnTo>
                <a:lnTo>
                  <a:pt x="666739" y="566593"/>
                </a:lnTo>
                <a:lnTo>
                  <a:pt x="488466" y="738529"/>
                </a:lnTo>
                <a:lnTo>
                  <a:pt x="319890" y="928702"/>
                </a:lnTo>
                <a:lnTo>
                  <a:pt x="158170" y="1131771"/>
                </a:lnTo>
                <a:lnTo>
                  <a:pt x="0" y="1341514"/>
                </a:lnTo>
                <a:lnTo>
                  <a:pt x="0" y="1341514"/>
                </a:lnTo>
                <a:lnTo>
                  <a:pt x="262333" y="1327673"/>
                </a:lnTo>
                <a:lnTo>
                  <a:pt x="521117" y="1307155"/>
                </a:lnTo>
                <a:lnTo>
                  <a:pt x="773045" y="1273743"/>
                </a:lnTo>
                <a:lnTo>
                  <a:pt x="1015275" y="1222093"/>
                </a:lnTo>
                <a:lnTo>
                  <a:pt x="1245630" y="1148108"/>
                </a:lnTo>
                <a:lnTo>
                  <a:pt x="1462738" y="1049210"/>
                </a:lnTo>
                <a:lnTo>
                  <a:pt x="1666134" y="924522"/>
                </a:lnTo>
                <a:lnTo>
                  <a:pt x="1856283" y="774921"/>
                </a:lnTo>
                <a:lnTo>
                  <a:pt x="2034556" y="602985"/>
                </a:lnTo>
                <a:lnTo>
                  <a:pt x="2203132" y="412812"/>
                </a:lnTo>
                <a:lnTo>
                  <a:pt x="2364852" y="209743"/>
                </a:lnTo>
                <a:lnTo>
                  <a:pt x="2523023" y="0"/>
                </a:lnTo>
                <a:close/>
              </a:path>
            </a:pathLst>
          </a:custGeom>
          <a:noFill/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 flipH="1">
            <a:off x="7937753" y="-142875"/>
            <a:ext cx="2396872" cy="1274439"/>
          </a:xfrm>
          <a:prstGeom prst="line">
            <a:avLst/>
          </a:prstGeom>
          <a:ln w="190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Freeform 8"/>
          <p:cNvSpPr/>
          <p:nvPr/>
        </p:nvSpPr>
        <p:spPr>
          <a:xfrm>
            <a:off x="8303396" y="1127436"/>
            <a:ext cx="2031228" cy="851797"/>
          </a:xfrm>
          <a:custGeom>
            <a:avLst/>
            <a:gdLst/>
            <a:ahLst/>
            <a:cxnLst/>
            <a:rect l="l" t="t" r="r" b="b"/>
            <a:pathLst>
              <a:path w="2031229" h="851797">
                <a:moveTo>
                  <a:pt x="2031229" y="15564"/>
                </a:moveTo>
                <a:lnTo>
                  <a:pt x="1830099" y="5095"/>
                </a:lnTo>
                <a:lnTo>
                  <a:pt x="1631140" y="0"/>
                </a:lnTo>
                <a:lnTo>
                  <a:pt x="1436376" y="5287"/>
                </a:lnTo>
                <a:lnTo>
                  <a:pt x="1247544" y="25256"/>
                </a:lnTo>
                <a:lnTo>
                  <a:pt x="1065978" y="63207"/>
                </a:lnTo>
                <a:lnTo>
                  <a:pt x="892514" y="121214"/>
                </a:lnTo>
                <a:lnTo>
                  <a:pt x="727440" y="199985"/>
                </a:lnTo>
                <a:lnTo>
                  <a:pt x="570468" y="298812"/>
                </a:lnTo>
                <a:lnTo>
                  <a:pt x="420762" y="415621"/>
                </a:lnTo>
                <a:lnTo>
                  <a:pt x="276988" y="547113"/>
                </a:lnTo>
                <a:lnTo>
                  <a:pt x="137409" y="688986"/>
                </a:lnTo>
                <a:lnTo>
                  <a:pt x="0" y="836233"/>
                </a:lnTo>
                <a:lnTo>
                  <a:pt x="0" y="836233"/>
                </a:lnTo>
                <a:lnTo>
                  <a:pt x="201130" y="846702"/>
                </a:lnTo>
                <a:lnTo>
                  <a:pt x="400089" y="851797"/>
                </a:lnTo>
                <a:lnTo>
                  <a:pt x="594853" y="846510"/>
                </a:lnTo>
                <a:lnTo>
                  <a:pt x="783685" y="826541"/>
                </a:lnTo>
                <a:lnTo>
                  <a:pt x="965251" y="788590"/>
                </a:lnTo>
                <a:lnTo>
                  <a:pt x="1138715" y="730582"/>
                </a:lnTo>
                <a:lnTo>
                  <a:pt x="1303789" y="651811"/>
                </a:lnTo>
                <a:lnTo>
                  <a:pt x="1460761" y="552984"/>
                </a:lnTo>
                <a:lnTo>
                  <a:pt x="1610467" y="436175"/>
                </a:lnTo>
                <a:lnTo>
                  <a:pt x="1754241" y="304684"/>
                </a:lnTo>
                <a:lnTo>
                  <a:pt x="1893820" y="162811"/>
                </a:lnTo>
                <a:lnTo>
                  <a:pt x="2031229" y="15564"/>
                </a:lnTo>
                <a:close/>
              </a:path>
            </a:pathLst>
          </a:custGeom>
          <a:noFill/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" name="Connector 9"/>
          <p:cNvCxnSpPr/>
          <p:nvPr/>
        </p:nvCxnSpPr>
        <p:spPr>
          <a:xfrm flipH="1">
            <a:off x="8404958" y="1143000"/>
            <a:ext cx="1929667" cy="779635"/>
          </a:xfrm>
          <a:prstGeom prst="line">
            <a:avLst/>
          </a:prstGeom>
          <a:ln w="190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-571500" y="-571500"/>
            <a:ext cx="4381500" cy="2476500"/>
          </a:xfrm>
          <a:prstGeom prst="roundRect">
            <a:avLst>
              <a:gd name="adj" fmla="val 15384"/>
            </a:avLst>
          </a:prstGeom>
          <a:solidFill>
            <a:srgbClr val="3A3A3A">
              <a:alpha val="7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71500" y="476250"/>
            <a:ext cx="952500" cy="952500"/>
          </a:xfrm>
          <a:prstGeom prst="ellipse">
            <a:avLst/>
          </a:prstGeom>
          <a:noFill/>
          <a:ln w="19050">
            <a:solidFill>
              <a:srgbClr val="F4F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71500" y="476250"/>
            <a:ext cx="952500" cy="952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1" i="0">
                <a:solidFill>
                  <a:srgbClr val="F4F1EA"/>
                </a:solidFill>
                <a:latin typeface="Montserrat"/>
              </a:rPr>
              <a:t>LOGO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809750" y="523875"/>
            <a:ext cx="19050" cy="857250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2190750" y="476250"/>
            <a:ext cx="952500" cy="952500"/>
          </a:xfrm>
          <a:prstGeom prst="ellipse">
            <a:avLst/>
          </a:prstGeom>
          <a:noFill/>
          <a:ln w="19050">
            <a:solidFill>
              <a:srgbClr val="F4F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190750" y="476250"/>
            <a:ext cx="952500" cy="952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1" i="0">
                <a:solidFill>
                  <a:srgbClr val="F4F1EA"/>
                </a:solidFill>
                <a:latin typeface="Montserrat"/>
              </a:rPr>
              <a:t>LOGO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9620250"/>
            <a:ext cx="10287000" cy="3238500"/>
          </a:xfrm>
          <a:prstGeom prst="rect">
            <a:avLst/>
          </a:prstGeom>
          <a:solidFill>
            <a:srgbClr val="223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8953500"/>
            <a:ext cx="10287000" cy="2190750"/>
          </a:xfrm>
          <a:prstGeom prst="rect">
            <a:avLst/>
          </a:prstGeom>
          <a:solidFill>
            <a:srgbClr val="22371F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8915400"/>
            <a:ext cx="10287000" cy="38100"/>
          </a:xfrm>
          <a:prstGeom prst="rect">
            <a:avLst/>
          </a:prstGeom>
          <a:solidFill>
            <a:srgbClr val="59A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9048750"/>
            <a:ext cx="10287000" cy="19050"/>
          </a:xfrm>
          <a:prstGeom prst="rect">
            <a:avLst/>
          </a:prstGeom>
          <a:solidFill>
            <a:srgbClr val="59A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11144250"/>
            <a:ext cx="10287000" cy="38100"/>
          </a:xfrm>
          <a:prstGeom prst="rect">
            <a:avLst/>
          </a:prstGeom>
          <a:solidFill>
            <a:srgbClr val="59A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2000" y="9191625"/>
            <a:ext cx="8572500" cy="1047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6400" b="1" i="0">
                <a:solidFill>
                  <a:srgbClr val="FFFFFF"/>
                </a:solidFill>
                <a:latin typeface="Montserrat"/>
              </a:rPr>
              <a:t>Gerald Ramírez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2000" y="10191750"/>
            <a:ext cx="8572500" cy="666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3600" b="0" i="0" spc="100">
                <a:solidFill>
                  <a:srgbClr val="FFFFFF"/>
                </a:solidFill>
                <a:latin typeface="Source Sans 3"/>
              </a:rPr>
              <a:t>COMPOST EXTRACTS AND TEAS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2000" y="11763375"/>
            <a:ext cx="8763000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000" b="0" i="0">
                <a:solidFill>
                  <a:srgbClr val="F4F1EA"/>
                </a:solidFill>
                <a:latin typeface="Source Sans 3"/>
              </a:rPr>
              <a:t>@soilfoodwebschool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237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287000" cy="9620250"/>
          </a:xfrm>
          <a:prstGeom prst="rect">
            <a:avLst/>
          </a:prstGeom>
          <a:solidFill>
            <a:srgbClr val="C9C4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52400" y="0"/>
            <a:ext cx="9982200" cy="9620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1" i="0">
                <a:solidFill>
                  <a:srgbClr val="4A463F"/>
                </a:solidFill>
                <a:latin typeface="Source Sans 3"/>
              </a:rPr>
              <a:t>PHOTO: Dr. Caterina Capri, portrait</a:t>
            </a:r>
          </a:p>
        </p:txBody>
      </p:sp>
      <p:sp>
        <p:nvSpPr>
          <p:cNvPr id="4" name="Freeform 3"/>
          <p:cNvSpPr/>
          <p:nvPr/>
        </p:nvSpPr>
        <p:spPr>
          <a:xfrm>
            <a:off x="9134812" y="-142875"/>
            <a:ext cx="1222143" cy="2914370"/>
          </a:xfrm>
          <a:custGeom>
            <a:avLst/>
            <a:gdLst/>
            <a:ahLst/>
            <a:cxnLst/>
            <a:rect l="l" t="t" r="r" b="b"/>
            <a:pathLst>
              <a:path w="1222143" h="2914370">
                <a:moveTo>
                  <a:pt x="1199813" y="0"/>
                </a:moveTo>
                <a:lnTo>
                  <a:pt x="988545" y="197150"/>
                </a:lnTo>
                <a:lnTo>
                  <a:pt x="784988" y="397417"/>
                </a:lnTo>
                <a:lnTo>
                  <a:pt x="596326" y="603701"/>
                </a:lnTo>
                <a:lnTo>
                  <a:pt x="428731" y="818497"/>
                </a:lnTo>
                <a:lnTo>
                  <a:pt x="286935" y="1043717"/>
                </a:lnTo>
                <a:lnTo>
                  <a:pt x="173916" y="1280562"/>
                </a:lnTo>
                <a:lnTo>
                  <a:pt x="90688" y="1529445"/>
                </a:lnTo>
                <a:lnTo>
                  <a:pt x="36237" y="1789954"/>
                </a:lnTo>
                <a:lnTo>
                  <a:pt x="7585" y="2060887"/>
                </a:lnTo>
                <a:lnTo>
                  <a:pt x="0" y="2340331"/>
                </a:lnTo>
                <a:lnTo>
                  <a:pt x="7310" y="2625793"/>
                </a:lnTo>
                <a:lnTo>
                  <a:pt x="22330" y="2914370"/>
                </a:lnTo>
                <a:lnTo>
                  <a:pt x="22330" y="2914370"/>
                </a:lnTo>
                <a:lnTo>
                  <a:pt x="233598" y="2717219"/>
                </a:lnTo>
                <a:lnTo>
                  <a:pt x="437155" y="2516953"/>
                </a:lnTo>
                <a:lnTo>
                  <a:pt x="625817" y="2310668"/>
                </a:lnTo>
                <a:lnTo>
                  <a:pt x="793412" y="2095873"/>
                </a:lnTo>
                <a:lnTo>
                  <a:pt x="935208" y="1870653"/>
                </a:lnTo>
                <a:lnTo>
                  <a:pt x="1048227" y="1633807"/>
                </a:lnTo>
                <a:lnTo>
                  <a:pt x="1131455" y="1384925"/>
                </a:lnTo>
                <a:lnTo>
                  <a:pt x="1185906" y="1124416"/>
                </a:lnTo>
                <a:lnTo>
                  <a:pt x="1214558" y="853483"/>
                </a:lnTo>
                <a:lnTo>
                  <a:pt x="1222143" y="574039"/>
                </a:lnTo>
                <a:lnTo>
                  <a:pt x="1214833" y="288577"/>
                </a:lnTo>
                <a:lnTo>
                  <a:pt x="1199813" y="0"/>
                </a:lnTo>
                <a:close/>
              </a:path>
            </a:pathLst>
          </a:custGeom>
          <a:noFill/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 flipH="1">
            <a:off x="9216016" y="-142875"/>
            <a:ext cx="1118609" cy="2768652"/>
          </a:xfrm>
          <a:prstGeom prst="line">
            <a:avLst/>
          </a:prstGeom>
          <a:ln w="190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Freeform 5"/>
          <p:cNvSpPr/>
          <p:nvPr/>
        </p:nvSpPr>
        <p:spPr>
          <a:xfrm>
            <a:off x="8040176" y="-142875"/>
            <a:ext cx="2294448" cy="2548243"/>
          </a:xfrm>
          <a:custGeom>
            <a:avLst/>
            <a:gdLst/>
            <a:ahLst/>
            <a:cxnLst/>
            <a:rect l="l" t="t" r="r" b="b"/>
            <a:pathLst>
              <a:path w="2294449" h="2548243">
                <a:moveTo>
                  <a:pt x="2294449" y="0"/>
                </a:moveTo>
                <a:lnTo>
                  <a:pt x="2004314" y="123277"/>
                </a:lnTo>
                <a:lnTo>
                  <a:pt x="1720922" y="252623"/>
                </a:lnTo>
                <a:lnTo>
                  <a:pt x="1450554" y="393697"/>
                </a:lnTo>
                <a:lnTo>
                  <a:pt x="1198606" y="551356"/>
                </a:lnTo>
                <a:lnTo>
                  <a:pt x="969216" y="729328"/>
                </a:lnTo>
                <a:lnTo>
                  <a:pt x="764988" y="929954"/>
                </a:lnTo>
                <a:lnTo>
                  <a:pt x="586808" y="1154035"/>
                </a:lnTo>
                <a:lnTo>
                  <a:pt x="433789" y="1400771"/>
                </a:lnTo>
                <a:lnTo>
                  <a:pt x="303330" y="1667819"/>
                </a:lnTo>
                <a:lnTo>
                  <a:pt x="191290" y="1951452"/>
                </a:lnTo>
                <a:lnTo>
                  <a:pt x="92274" y="2246812"/>
                </a:lnTo>
                <a:lnTo>
                  <a:pt x="0" y="2548243"/>
                </a:lnTo>
                <a:lnTo>
                  <a:pt x="0" y="2548243"/>
                </a:lnTo>
                <a:lnTo>
                  <a:pt x="290134" y="2424967"/>
                </a:lnTo>
                <a:lnTo>
                  <a:pt x="573526" y="2295620"/>
                </a:lnTo>
                <a:lnTo>
                  <a:pt x="843894" y="2154545"/>
                </a:lnTo>
                <a:lnTo>
                  <a:pt x="1095842" y="1996886"/>
                </a:lnTo>
                <a:lnTo>
                  <a:pt x="1325232" y="1818915"/>
                </a:lnTo>
                <a:lnTo>
                  <a:pt x="1529461" y="1618289"/>
                </a:lnTo>
                <a:lnTo>
                  <a:pt x="1707640" y="1394208"/>
                </a:lnTo>
                <a:lnTo>
                  <a:pt x="1860659" y="1147472"/>
                </a:lnTo>
                <a:lnTo>
                  <a:pt x="1991118" y="880423"/>
                </a:lnTo>
                <a:lnTo>
                  <a:pt x="2103159" y="596790"/>
                </a:lnTo>
                <a:lnTo>
                  <a:pt x="2202175" y="301430"/>
                </a:lnTo>
                <a:lnTo>
                  <a:pt x="2294449" y="0"/>
                </a:lnTo>
                <a:close/>
              </a:path>
            </a:pathLst>
          </a:custGeom>
          <a:noFill/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H="1">
            <a:off x="8154898" y="-142875"/>
            <a:ext cx="2179727" cy="2420831"/>
          </a:xfrm>
          <a:prstGeom prst="line">
            <a:avLst/>
          </a:prstGeom>
          <a:ln w="190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Freeform 7"/>
          <p:cNvSpPr/>
          <p:nvPr/>
        </p:nvSpPr>
        <p:spPr>
          <a:xfrm>
            <a:off x="7811602" y="-142875"/>
            <a:ext cx="2523022" cy="1341514"/>
          </a:xfrm>
          <a:custGeom>
            <a:avLst/>
            <a:gdLst/>
            <a:ahLst/>
            <a:cxnLst/>
            <a:rect l="l" t="t" r="r" b="b"/>
            <a:pathLst>
              <a:path w="2523023" h="1341514">
                <a:moveTo>
                  <a:pt x="2523023" y="0"/>
                </a:moveTo>
                <a:lnTo>
                  <a:pt x="2260689" y="13842"/>
                </a:lnTo>
                <a:lnTo>
                  <a:pt x="2001905" y="34360"/>
                </a:lnTo>
                <a:lnTo>
                  <a:pt x="1749978" y="67772"/>
                </a:lnTo>
                <a:lnTo>
                  <a:pt x="1507747" y="119422"/>
                </a:lnTo>
                <a:lnTo>
                  <a:pt x="1277392" y="193406"/>
                </a:lnTo>
                <a:lnTo>
                  <a:pt x="1060284" y="292304"/>
                </a:lnTo>
                <a:lnTo>
                  <a:pt x="856889" y="416992"/>
                </a:lnTo>
                <a:lnTo>
                  <a:pt x="666739" y="566593"/>
                </a:lnTo>
                <a:lnTo>
                  <a:pt x="488466" y="738529"/>
                </a:lnTo>
                <a:lnTo>
                  <a:pt x="319890" y="928702"/>
                </a:lnTo>
                <a:lnTo>
                  <a:pt x="158170" y="1131771"/>
                </a:lnTo>
                <a:lnTo>
                  <a:pt x="0" y="1341514"/>
                </a:lnTo>
                <a:lnTo>
                  <a:pt x="0" y="1341514"/>
                </a:lnTo>
                <a:lnTo>
                  <a:pt x="262333" y="1327673"/>
                </a:lnTo>
                <a:lnTo>
                  <a:pt x="521117" y="1307155"/>
                </a:lnTo>
                <a:lnTo>
                  <a:pt x="773045" y="1273743"/>
                </a:lnTo>
                <a:lnTo>
                  <a:pt x="1015275" y="1222093"/>
                </a:lnTo>
                <a:lnTo>
                  <a:pt x="1245630" y="1148108"/>
                </a:lnTo>
                <a:lnTo>
                  <a:pt x="1462738" y="1049210"/>
                </a:lnTo>
                <a:lnTo>
                  <a:pt x="1666134" y="924522"/>
                </a:lnTo>
                <a:lnTo>
                  <a:pt x="1856283" y="774921"/>
                </a:lnTo>
                <a:lnTo>
                  <a:pt x="2034556" y="602985"/>
                </a:lnTo>
                <a:lnTo>
                  <a:pt x="2203132" y="412812"/>
                </a:lnTo>
                <a:lnTo>
                  <a:pt x="2364852" y="209743"/>
                </a:lnTo>
                <a:lnTo>
                  <a:pt x="2523023" y="0"/>
                </a:lnTo>
                <a:close/>
              </a:path>
            </a:pathLst>
          </a:custGeom>
          <a:noFill/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" name="Connector 8"/>
          <p:cNvCxnSpPr/>
          <p:nvPr/>
        </p:nvCxnSpPr>
        <p:spPr>
          <a:xfrm flipH="1">
            <a:off x="7937753" y="-142875"/>
            <a:ext cx="2396872" cy="1274439"/>
          </a:xfrm>
          <a:prstGeom prst="line">
            <a:avLst/>
          </a:prstGeom>
          <a:ln w="190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Freeform 9"/>
          <p:cNvSpPr/>
          <p:nvPr/>
        </p:nvSpPr>
        <p:spPr>
          <a:xfrm>
            <a:off x="8303396" y="1127436"/>
            <a:ext cx="2031228" cy="851797"/>
          </a:xfrm>
          <a:custGeom>
            <a:avLst/>
            <a:gdLst/>
            <a:ahLst/>
            <a:cxnLst/>
            <a:rect l="l" t="t" r="r" b="b"/>
            <a:pathLst>
              <a:path w="2031229" h="851797">
                <a:moveTo>
                  <a:pt x="2031229" y="15564"/>
                </a:moveTo>
                <a:lnTo>
                  <a:pt x="1830099" y="5095"/>
                </a:lnTo>
                <a:lnTo>
                  <a:pt x="1631140" y="0"/>
                </a:lnTo>
                <a:lnTo>
                  <a:pt x="1436376" y="5287"/>
                </a:lnTo>
                <a:lnTo>
                  <a:pt x="1247544" y="25256"/>
                </a:lnTo>
                <a:lnTo>
                  <a:pt x="1065978" y="63207"/>
                </a:lnTo>
                <a:lnTo>
                  <a:pt x="892514" y="121214"/>
                </a:lnTo>
                <a:lnTo>
                  <a:pt x="727440" y="199985"/>
                </a:lnTo>
                <a:lnTo>
                  <a:pt x="570468" y="298812"/>
                </a:lnTo>
                <a:lnTo>
                  <a:pt x="420762" y="415621"/>
                </a:lnTo>
                <a:lnTo>
                  <a:pt x="276988" y="547113"/>
                </a:lnTo>
                <a:lnTo>
                  <a:pt x="137409" y="688986"/>
                </a:lnTo>
                <a:lnTo>
                  <a:pt x="0" y="836233"/>
                </a:lnTo>
                <a:lnTo>
                  <a:pt x="0" y="836233"/>
                </a:lnTo>
                <a:lnTo>
                  <a:pt x="201130" y="846702"/>
                </a:lnTo>
                <a:lnTo>
                  <a:pt x="400089" y="851797"/>
                </a:lnTo>
                <a:lnTo>
                  <a:pt x="594853" y="846510"/>
                </a:lnTo>
                <a:lnTo>
                  <a:pt x="783685" y="826541"/>
                </a:lnTo>
                <a:lnTo>
                  <a:pt x="965251" y="788590"/>
                </a:lnTo>
                <a:lnTo>
                  <a:pt x="1138715" y="730582"/>
                </a:lnTo>
                <a:lnTo>
                  <a:pt x="1303789" y="651811"/>
                </a:lnTo>
                <a:lnTo>
                  <a:pt x="1460761" y="552984"/>
                </a:lnTo>
                <a:lnTo>
                  <a:pt x="1610467" y="436175"/>
                </a:lnTo>
                <a:lnTo>
                  <a:pt x="1754241" y="304684"/>
                </a:lnTo>
                <a:lnTo>
                  <a:pt x="1893820" y="162811"/>
                </a:lnTo>
                <a:lnTo>
                  <a:pt x="2031229" y="15564"/>
                </a:lnTo>
                <a:close/>
              </a:path>
            </a:pathLst>
          </a:custGeom>
          <a:noFill/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 flipH="1">
            <a:off x="8404958" y="1143000"/>
            <a:ext cx="1929667" cy="779635"/>
          </a:xfrm>
          <a:prstGeom prst="line">
            <a:avLst/>
          </a:prstGeom>
          <a:ln w="190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-571500" y="-571500"/>
            <a:ext cx="4381500" cy="2476500"/>
          </a:xfrm>
          <a:prstGeom prst="roundRect">
            <a:avLst>
              <a:gd name="adj" fmla="val 15384"/>
            </a:avLst>
          </a:prstGeom>
          <a:solidFill>
            <a:srgbClr val="3A3A3A">
              <a:alpha val="7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71500" y="476250"/>
            <a:ext cx="952500" cy="952500"/>
          </a:xfrm>
          <a:prstGeom prst="ellipse">
            <a:avLst/>
          </a:prstGeom>
          <a:noFill/>
          <a:ln w="19050">
            <a:solidFill>
              <a:srgbClr val="F4F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71500" y="476250"/>
            <a:ext cx="952500" cy="952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1" i="0">
                <a:solidFill>
                  <a:srgbClr val="F4F1EA"/>
                </a:solidFill>
                <a:latin typeface="Montserrat"/>
              </a:rPr>
              <a:t>LOGO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809750" y="523875"/>
            <a:ext cx="19050" cy="857250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190750" y="476250"/>
            <a:ext cx="952500" cy="952500"/>
          </a:xfrm>
          <a:prstGeom prst="ellipse">
            <a:avLst/>
          </a:prstGeom>
          <a:noFill/>
          <a:ln w="19050">
            <a:solidFill>
              <a:srgbClr val="F4F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90750" y="476250"/>
            <a:ext cx="952500" cy="952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1" i="0">
                <a:solidFill>
                  <a:srgbClr val="F4F1EA"/>
                </a:solidFill>
                <a:latin typeface="Montserrat"/>
              </a:rPr>
              <a:t>LOGO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9620250"/>
            <a:ext cx="10287000" cy="3238500"/>
          </a:xfrm>
          <a:prstGeom prst="rect">
            <a:avLst/>
          </a:prstGeom>
          <a:solidFill>
            <a:srgbClr val="223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8953500"/>
            <a:ext cx="10287000" cy="2190750"/>
          </a:xfrm>
          <a:prstGeom prst="rect">
            <a:avLst/>
          </a:prstGeom>
          <a:solidFill>
            <a:srgbClr val="22371F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8915400"/>
            <a:ext cx="10287000" cy="38100"/>
          </a:xfrm>
          <a:prstGeom prst="rect">
            <a:avLst/>
          </a:prstGeom>
          <a:solidFill>
            <a:srgbClr val="59A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9048750"/>
            <a:ext cx="10287000" cy="19050"/>
          </a:xfrm>
          <a:prstGeom prst="rect">
            <a:avLst/>
          </a:prstGeom>
          <a:solidFill>
            <a:srgbClr val="59A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11144250"/>
            <a:ext cx="10287000" cy="38100"/>
          </a:xfrm>
          <a:prstGeom prst="rect">
            <a:avLst/>
          </a:prstGeom>
          <a:solidFill>
            <a:srgbClr val="59A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2000" y="9191625"/>
            <a:ext cx="8572500" cy="1047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5800" b="1" i="0">
                <a:solidFill>
                  <a:srgbClr val="FFFFFF"/>
                </a:solidFill>
                <a:latin typeface="Montserrat"/>
              </a:rPr>
              <a:t>Dr. Caterina Capri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2000" y="10191750"/>
            <a:ext cx="8572500" cy="666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3600" b="0" i="0" spc="100">
                <a:solidFill>
                  <a:srgbClr val="FFFFFF"/>
                </a:solidFill>
                <a:latin typeface="Source Sans 3"/>
              </a:rPr>
              <a:t>ADVANCED PROGRAMS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2000" y="11763375"/>
            <a:ext cx="8763000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000" b="0" i="0">
                <a:solidFill>
                  <a:srgbClr val="F4F1EA"/>
                </a:solidFill>
                <a:latin typeface="Source Sans 3"/>
              </a:rPr>
              <a:t>@soilfoodwebschool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