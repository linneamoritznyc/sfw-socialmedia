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43500" cy="18288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4838700" cy="18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microscopy of soil from a conventional field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0" y="0"/>
            <a:ext cx="5143500" cy="18288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95900" y="0"/>
            <a:ext cx="4838700" cy="18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microscopy of biologically active compost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52500" y="3810000"/>
            <a:ext cx="1526509" cy="717539"/>
          </a:xfrm>
          <a:prstGeom prst="roundRect">
            <a:avLst>
              <a:gd name="adj" fmla="val 50000"/>
            </a:avLst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500" y="3810000"/>
            <a:ext cx="1526509" cy="7175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200">
                <a:solidFill>
                  <a:srgbClr val="B1BCB1"/>
                </a:solidFill>
                <a:latin typeface="Montserrat"/>
              </a:rPr>
              <a:t>FIELD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0" y="3810000"/>
            <a:ext cx="2015193" cy="717539"/>
          </a:xfrm>
          <a:prstGeom prst="roundRect">
            <a:avLst>
              <a:gd name="adj" fmla="val 50000"/>
            </a:avLst>
          </a:prstGeom>
          <a:solidFill>
            <a:srgbClr val="1E3F1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0" y="3810000"/>
            <a:ext cx="2015193" cy="7175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200">
                <a:solidFill>
                  <a:srgbClr val="B1BCB1"/>
                </a:solidFill>
                <a:latin typeface="Montserrat"/>
              </a:rPr>
              <a:t>COMPOST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2000" y="7094249"/>
            <a:ext cx="8763000" cy="2956501"/>
          </a:xfrm>
          <a:prstGeom prst="roundRect">
            <a:avLst>
              <a:gd name="adj" fmla="val 6443"/>
            </a:avLst>
          </a:prstGeom>
          <a:solidFill>
            <a:srgbClr val="1E3F1D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7399049"/>
            <a:ext cx="8001000" cy="23850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400" b="1" i="0">
                <a:solidFill>
                  <a:srgbClr val="F3F1EA"/>
                </a:solidFill>
                <a:latin typeface="Montserrat"/>
              </a:rPr>
              <a:t>Spot the difference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612663"/>
            <a:ext cx="8382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Soil from a conventional field.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10059692"/>
            <a:ext cx="8382000" cy="18833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Biologically active compost.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612663"/>
            <a:ext cx="8382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Same microscope. Same magnification.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612663"/>
            <a:ext cx="8382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Meet Wes Sander, our microscopy mentor.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