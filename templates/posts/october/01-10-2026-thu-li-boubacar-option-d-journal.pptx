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D, freestyle field journal. Trifold style: gradient panel, tracked eyebrow, Montserrat headline, EB Garamond serif. EB Garamond is in the repo (assets/font) and in Canva. No stickers. Quote from Boubacar's email to Allison, 30 Sep 2026. Photos: planting-seedling-in-agroforest.jpeg and boubacar-hand-compost-worm.jpg.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6202187930200294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0" cy="59721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39000" y="0"/>
            <a:ext cx="4191000" cy="5972175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4009621949085853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381000"/>
            <a:ext cx="3429000" cy="3143250"/>
          </a:xfrm>
          <a:prstGeom prst="rect">
            <a:avLst/>
          </a:prstGeom>
        </p:spPr>
      </p:pic>
      <p:pic>
        <p:nvPicPr>
          <p:cNvPr id="5" name="Picture 4" descr="58543038949221812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3714750"/>
            <a:ext cx="3429000" cy="1876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6096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300">
                <a:solidFill>
                  <a:srgbClr val="156826"/>
                </a:solidFill>
                <a:latin typeface="Montserrat"/>
              </a:rPr>
              <a:t>HAPPY INTERNATIONAL COFFEE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971550"/>
            <a:ext cx="571500" cy="2857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123950"/>
            <a:ext cx="1143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4000" b="0" i="0">
                <a:solidFill>
                  <a:srgbClr val="C9A227"/>
                </a:solidFill>
                <a:latin typeface="EB Garamond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1905000"/>
            <a:ext cx="6096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0" i="1">
                <a:solidFill>
                  <a:srgbClr val="22371F"/>
                </a:solidFill>
                <a:latin typeface="EB Garamond"/>
              </a:rPr>
              <a:t>I now believe that agriculture is biology, not chemical fertilizer.”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50" y="4286250"/>
            <a:ext cx="6096000" cy="14287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4476750"/>
            <a:ext cx="609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22371F"/>
                </a:solidFill>
                <a:latin typeface="Montserrat"/>
              </a:rPr>
              <a:t>Boubacar Tidiane Diallo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4838700"/>
            <a:ext cx="6477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4F3433"/>
                </a:solidFill>
                <a:latin typeface="EB Garamond"/>
              </a:rPr>
              <a:t>Gnaly Coffee &amp; AgroÉcole Bio, Fouta Djallon, Guinea-Conakry</a:t>
            </a:r>
          </a:p>
        </p:txBody>
      </p:sp>
      <p:pic>
        <p:nvPicPr>
          <p:cNvPr id="13" name="Picture 12" descr="trim-coffee-cherries-branch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0">
            <a:off x="6096000" y="559660"/>
            <a:ext cx="1143000" cy="1166679"/>
          </a:xfrm>
          <a:prstGeom prst="rect">
            <a:avLst/>
          </a:prstGeom>
        </p:spPr>
      </p:pic>
      <p:pic>
        <p:nvPicPr>
          <p:cNvPr id="14" name="Picture 13" descr="foundation-logo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5172075"/>
            <a:ext cx="628650" cy="565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