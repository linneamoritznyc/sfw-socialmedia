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Photo: assets/mentors-teachers-day/gerald-teaching.jpg (Gerald teaching a workshop). Confirm it is the Costa Rica workshop, March 2025, demonstrating liquid amendments [VERIFY]. Earlier posts spell his name Ramírez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[PHOTO NEEDED: Caterina headshot from Allison]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3554195245384476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8362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8362950"/>
            <a:ext cx="10287000" cy="44958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m-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80000">
            <a:off x="8477250" y="6161822"/>
            <a:ext cx="1809750" cy="272585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62000" y="8763000"/>
            <a:ext cx="3143250" cy="571500"/>
          </a:xfrm>
          <a:prstGeom prst="roundRect">
            <a:avLst>
              <a:gd name="adj" fmla="val 50000"/>
            </a:avLst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76300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22371F"/>
                </a:solidFill>
                <a:latin typeface="Montserrat"/>
              </a:rPr>
              <a:t>Meet our mentors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96202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000" b="1" i="0">
                <a:solidFill>
                  <a:srgbClr val="F4F1EA"/>
                </a:solidFill>
                <a:latin typeface="Montserrat"/>
              </a:rPr>
              <a:t>Gerald Ramirez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525125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AP Mentor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362950"/>
          </a:xfrm>
          <a:prstGeom prst="rect">
            <a:avLst/>
          </a:prstGeom>
          <a:pattFill prst="ltUpDiag">
            <a:fgClr>
              <a:srgbClr val="E8E2D4"/>
            </a:fgClr>
            <a:bgClr>
              <a:srgbClr val="F4F1EA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688" y="2113811"/>
            <a:ext cx="4599622" cy="4135326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362950"/>
            <a:ext cx="10287000" cy="44958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im-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920000">
            <a:off x="0" y="-315177"/>
            <a:ext cx="1809750" cy="27258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2000" y="8763000"/>
            <a:ext cx="3143250" cy="571500"/>
          </a:xfrm>
          <a:prstGeom prst="roundRect">
            <a:avLst>
              <a:gd name="adj" fmla="val 50000"/>
            </a:avLst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876300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22371F"/>
                </a:solidFill>
                <a:latin typeface="Montserrat"/>
              </a:rPr>
              <a:t>Meet our mentors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6202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0525125"/>
            <a:ext cx="762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Advanced Programs Instructor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