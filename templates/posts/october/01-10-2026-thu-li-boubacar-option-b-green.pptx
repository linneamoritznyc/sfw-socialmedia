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green.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591152571407379958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1A5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