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 layout, green.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41549604250281640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1A5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BE6A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