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green.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37970981995587566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1A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