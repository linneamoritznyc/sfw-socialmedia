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7741752037759829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22371F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7801403901616332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58055619613825422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7878333966797719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A2524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3A2524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01826656139198687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4C3634"/>
                </a:solidFill>
                <a:latin typeface="EB Garamond"/>
              </a:rPr>
              <a:t>“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4C3634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4C3634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79482057273478016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41484292694329730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22371F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63042406651922593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32204704157297005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22888834507382486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3A2524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5725180320175885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82906712569418726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4C3634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4C3634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13766497528085053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61174547127932266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64611382930016529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22371F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8802210195844166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7217551881900428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3A2524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3A2524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98567668816481349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8754954669515147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49860993355821260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4C3634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3494047882446831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9395431524996859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22371F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4524694755506947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3A2524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