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17276128697642662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58852223714711676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49688825446341227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5313769640684765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1503271134791624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4C3634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5251922603666739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71555818335298723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5580318862164761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43773948778215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12442129612401234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119038905846267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2012437440050391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3741183099327748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13340623058900638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90230752745477214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0806751147585109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89515611861362509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616840244966480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32924437396123486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9690951522476151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156919483279152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20972862062778915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84457366458376570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