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1022945812320019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78030021742610396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9209623463835515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1813955799190573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6217440218450590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4C3634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406431801869492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6880156284102702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198567136878245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23923548460648214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6967340373786309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5547211820253872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3208930639791402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459375126020494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9370096271267021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0963119908165140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6766558240625114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8144025254362977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1723830978617506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31934911425537674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7267387005366455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078847320004605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1754489839666079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4953163506084930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