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5869736515692724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0938520156945945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13618660330110937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32949550850181347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99267232791580229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4C3634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9153408703486752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84240407338348976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866786784750577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4173668604547495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426573056112380945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7644461333801115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92147830100197026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6083598332366917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0815426291108291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28101464690605071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8542066757072949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7657896768241667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1158880313808690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14360130943615104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61820058322499590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3F1EA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96722275090931493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5953072425888113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62234200720221548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