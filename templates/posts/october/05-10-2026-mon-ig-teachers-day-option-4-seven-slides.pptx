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bunting cover.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Tommy Tepper, Loida Vasquez, Carla Portugal, Wesley Sanders.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Casey Williams, Brian Daubenspeck, Isadora Schmidt, Aysen Ustunay.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Dora Tkalec, Gerald Ramirez, Elena Kalli, Ib Borup Pederson.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Nick Padwick, Delvin Solkinson.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fourteen in a grid.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you, with bunting and confetti.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Relationship Id="rId9" Type="http://schemas.openxmlformats.org/officeDocument/2006/relationships/image" Target="../media/image23.jpg"/><Relationship Id="rId10" Type="http://schemas.openxmlformats.org/officeDocument/2006/relationships/image" Target="../media/image24.jpg"/><Relationship Id="rId11" Type="http://schemas.openxmlformats.org/officeDocument/2006/relationships/image" Target="../media/image25.jpg"/><Relationship Id="rId12" Type="http://schemas.openxmlformats.org/officeDocument/2006/relationships/image" Target="../media/image26.jpg"/><Relationship Id="rId13" Type="http://schemas.openxmlformats.org/officeDocument/2006/relationships/image" Target="../media/image27.jpg"/><Relationship Id="rId14" Type="http://schemas.openxmlformats.org/officeDocument/2006/relationships/image" Target="../media/image28.jpg"/><Relationship Id="rId15" Type="http://schemas.openxmlformats.org/officeDocument/2006/relationships/image" Target="../media/image29.jpg"/><Relationship Id="rId16" Type="http://schemas.openxmlformats.org/officeDocument/2006/relationships/image" Target="../media/image30.jpg"/><Relationship Id="rId17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52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295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438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581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4724400" y="7620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5867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7010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153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9296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602280" y="2423378"/>
            <a:ext cx="124487" cy="124487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221786" y="1967416"/>
            <a:ext cx="87104" cy="87104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801940" y="2128200"/>
            <a:ext cx="190043" cy="190043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430720" y="2428523"/>
            <a:ext cx="127334" cy="127334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545875" y="2049420"/>
            <a:ext cx="182729" cy="182729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300215" y="2544519"/>
            <a:ext cx="92433" cy="92433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193182" y="1934538"/>
            <a:ext cx="176410" cy="176410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932689" y="2781449"/>
            <a:ext cx="126336" cy="126336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067785" y="2667865"/>
            <a:ext cx="132310" cy="132310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584780" y="1997825"/>
            <a:ext cx="99971" cy="99971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789125" y="2545119"/>
            <a:ext cx="167341" cy="167341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312210" y="2698886"/>
            <a:ext cx="145868" cy="145868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834698" y="2766252"/>
            <a:ext cx="157179" cy="157179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375071" y="2848917"/>
            <a:ext cx="156057" cy="156057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902229" y="2215886"/>
            <a:ext cx="142488" cy="142488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044124" y="2106096"/>
            <a:ext cx="172856" cy="172856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040935" y="1965446"/>
            <a:ext cx="175196" cy="175196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207272" y="2667567"/>
            <a:ext cx="128731" cy="128731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68860" y="2311852"/>
            <a:ext cx="129227" cy="129227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93492" y="2490342"/>
            <a:ext cx="90433" cy="90433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522922" y="2783092"/>
            <a:ext cx="114964" cy="114964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701581" y="2199960"/>
            <a:ext cx="93789" cy="93789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38464" y="2830285"/>
            <a:ext cx="116278" cy="116278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839039" y="1945420"/>
            <a:ext cx="176646" cy="176646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743255" y="2036755"/>
            <a:ext cx="176010" cy="176010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678693" y="2400369"/>
            <a:ext cx="153188" cy="153188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62000" y="31432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spc="400">
                <a:solidFill>
                  <a:srgbClr val="31662F"/>
                </a:solidFill>
                <a:latin typeface="Montserrat"/>
              </a:rPr>
              <a:t>OCTOBER 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2000" y="3619500"/>
            <a:ext cx="8763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2000" y="5905500"/>
            <a:ext cx="8763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1A1A1A"/>
                </a:solidFill>
                <a:latin typeface="Source Sans 3"/>
              </a:rPr>
              <a:t>Meet the mentors who teach our students to see soil.</a:t>
            </a:r>
          </a:p>
        </p:txBody>
      </p:sp>
      <p:sp>
        <p:nvSpPr>
          <p:cNvPr id="96" name="Oval 95"/>
          <p:cNvSpPr/>
          <p:nvPr/>
        </p:nvSpPr>
        <p:spPr>
          <a:xfrm>
            <a:off x="1920720" y="8743505"/>
            <a:ext cx="152257" cy="152257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252583" y="9314918"/>
            <a:ext cx="135456" cy="135456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095708" y="7879187"/>
            <a:ext cx="86058" cy="86058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088017" y="8245204"/>
            <a:ext cx="100909" cy="100909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982695" y="8751414"/>
            <a:ext cx="131496" cy="131496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130026" y="7494403"/>
            <a:ext cx="120188" cy="120188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858353" y="8665494"/>
            <a:ext cx="183994" cy="183994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826102" y="8986855"/>
            <a:ext cx="98808" cy="98808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610719" y="8481065"/>
            <a:ext cx="121654" cy="121654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791420" y="8696530"/>
            <a:ext cx="134963" cy="134963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77571" y="7805503"/>
            <a:ext cx="156321" cy="156321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524269" y="8336899"/>
            <a:ext cx="172375" cy="172375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566222" y="7707917"/>
            <a:ext cx="141865" cy="141865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790151" y="8289267"/>
            <a:ext cx="126144" cy="126144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989654" y="7480621"/>
            <a:ext cx="95496" cy="95496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07435" y="7563072"/>
            <a:ext cx="148524" cy="148524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715838" y="8036511"/>
            <a:ext cx="188403" cy="188403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067532" y="7753524"/>
            <a:ext cx="122208" cy="122208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616462" y="8567235"/>
            <a:ext cx="117850" cy="11785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955659" y="9188062"/>
            <a:ext cx="103957" cy="103957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880275" y="8731285"/>
            <a:ext cx="156542" cy="156542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180278" y="9313753"/>
            <a:ext cx="186458" cy="186458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624947" y="8364687"/>
            <a:ext cx="125074" cy="125074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9120775" y="7897886"/>
            <a:ext cx="144589" cy="144589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7897902" y="8903811"/>
            <a:ext cx="136349" cy="13634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68014" y="7920945"/>
            <a:ext cx="116096" cy="116096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701505" y="8181070"/>
            <a:ext cx="176919" cy="176919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560986" y="8850339"/>
            <a:ext cx="135909" cy="13590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683990" y="8668226"/>
            <a:ext cx="181221" cy="181221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45161" y="7833534"/>
            <a:ext cx="173554" cy="173554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62000" y="98107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Swipe to meet all fourteen →</a:t>
            </a:r>
          </a:p>
        </p:txBody>
      </p:sp>
      <p:pic>
        <p:nvPicPr>
          <p:cNvPr id="127" name="Picture 126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11430897"/>
            <a:ext cx="952500" cy="856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9180775059123219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6875"/>
            <a:ext cx="4191000" cy="4191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57200" y="5991225"/>
            <a:ext cx="4191000" cy="48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662F"/>
                </a:solidFill>
                <a:latin typeface="Montserrat"/>
              </a:rPr>
              <a:t>Tommy Tepper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396599"/>
            <a:ext cx="4191000" cy="36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Source Sans 3"/>
              </a:rPr>
              <a:t>Director of Education &amp; Mentor</a:t>
            </a:r>
          </a:p>
        </p:txBody>
      </p:sp>
      <p:pic>
        <p:nvPicPr>
          <p:cNvPr id="72" name="Picture 71" descr="4503721183509206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1666875"/>
            <a:ext cx="4191000" cy="41910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638800" y="5991225"/>
            <a:ext cx="4191000" cy="48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38800" y="6396599"/>
            <a:ext cx="4191000" cy="36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75" name="Picture 74" descr="730456741856613506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7286625"/>
            <a:ext cx="4191000" cy="41910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457200" y="11610975"/>
            <a:ext cx="4191000" cy="48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662F"/>
                </a:solidFill>
                <a:latin typeface="Montserrat"/>
              </a:rPr>
              <a:t>Dr. Carla Portugal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12016349"/>
            <a:ext cx="4191000" cy="36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Source Sans 3"/>
              </a:rPr>
              <a:t>Science Lead &amp; Mentor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12346898"/>
            <a:ext cx="41910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1662F"/>
                </a:solidFill>
                <a:latin typeface="Source Sans 3"/>
              </a:rPr>
              <a:t>“Bare soil erodes. Living roots and cover hold the aggregates together.”</a:t>
            </a:r>
          </a:p>
        </p:txBody>
      </p:sp>
      <p:pic>
        <p:nvPicPr>
          <p:cNvPr id="79" name="Picture 78" descr="468698316845758276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7286625"/>
            <a:ext cx="4191000" cy="41910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638800" y="11610975"/>
            <a:ext cx="4191000" cy="48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662F"/>
                </a:solidFill>
                <a:latin typeface="Montserrat"/>
              </a:rPr>
              <a:t>Wesley Sanders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38800" y="12016349"/>
            <a:ext cx="4191000" cy="36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38800" y="12346898"/>
            <a:ext cx="41910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1662F"/>
                </a:solidFill>
                <a:latin typeface="Source Sans 3"/>
              </a:rPr>
              <a:t>“Compost can look finished and still lack the biology you need. Check it under the microscope before you apply it.”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58801849763150956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6875"/>
            <a:ext cx="4191000" cy="4191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57200" y="5991225"/>
            <a:ext cx="4191000" cy="48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396599"/>
            <a:ext cx="4191000" cy="36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6727148"/>
            <a:ext cx="41910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1662F"/>
                </a:solidFill>
                <a:latin typeface="Source Sans 3"/>
              </a:rPr>
              <a:t>Around ten years of farming and gardening. A long-time student, now teaching. Favourite microbe: rotifers.</a:t>
            </a:r>
          </a:p>
        </p:txBody>
      </p:sp>
      <p:pic>
        <p:nvPicPr>
          <p:cNvPr id="73" name="Picture 72" descr="869996366451073633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1666875"/>
            <a:ext cx="4191000" cy="41910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638800" y="5991225"/>
            <a:ext cx="4191000" cy="48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38800" y="6396599"/>
            <a:ext cx="4191000" cy="36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38800" y="6727148"/>
            <a:ext cx="41910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1662F"/>
                </a:solidFill>
                <a:latin typeface="Source Sans 3"/>
              </a:rPr>
              <a:t>Manages orchards in California, after years in New Mexico. Favourite microbes: the small underdogs.</a:t>
            </a:r>
          </a:p>
        </p:txBody>
      </p:sp>
      <p:pic>
        <p:nvPicPr>
          <p:cNvPr id="77" name="Picture 76" descr="59663961315900275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7286625"/>
            <a:ext cx="4191000" cy="41910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457200" y="11610975"/>
            <a:ext cx="4191000" cy="48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662F"/>
                </a:solidFill>
                <a:latin typeface="Montserrat"/>
              </a:rPr>
              <a:t>Isadora Schmidt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12016349"/>
            <a:ext cx="4191000" cy="36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12346898"/>
            <a:ext cx="41910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1662F"/>
                </a:solidFill>
                <a:latin typeface="Source Sans 3"/>
              </a:rPr>
              <a:t>From Florianópolis, Brazil, now living in Spain. Favourite: lichens, though she loves all her microbes equally.</a:t>
            </a:r>
          </a:p>
        </p:txBody>
      </p:sp>
      <p:pic>
        <p:nvPicPr>
          <p:cNvPr id="81" name="Picture 80" descr="367285512778844453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7286625"/>
            <a:ext cx="4191000" cy="41910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638800" y="11610975"/>
            <a:ext cx="4191000" cy="48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662F"/>
                </a:solidFill>
                <a:latin typeface="Montserrat"/>
              </a:rPr>
              <a:t>Aysen Ustunay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38800" y="12016349"/>
            <a:ext cx="4191000" cy="36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38800" y="12346898"/>
            <a:ext cx="41910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1662F"/>
                </a:solidFill>
                <a:latin typeface="Source Sans 3"/>
              </a:rPr>
              <a:t>Favourite microbe: flagellates. She loves watching them as babies, running around.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36546176035188225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6875"/>
            <a:ext cx="4191000" cy="4191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57200" y="5991225"/>
            <a:ext cx="4191000" cy="48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662F"/>
                </a:solidFill>
                <a:latin typeface="Montserrat"/>
              </a:rPr>
              <a:t>Dora Tkalec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396599"/>
            <a:ext cx="4191000" cy="36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pic>
        <p:nvPicPr>
          <p:cNvPr id="72" name="Picture 71" descr="771517757853337488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1666875"/>
            <a:ext cx="4191000" cy="41910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638800" y="5991225"/>
            <a:ext cx="4191000" cy="48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662F"/>
                </a:solidFill>
                <a:latin typeface="Montserrat"/>
              </a:rPr>
              <a:t>Gerald Ramirez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38800" y="6396599"/>
            <a:ext cx="4191000" cy="36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38800" y="6727148"/>
            <a:ext cx="41910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1662F"/>
                </a:solidFill>
                <a:latin typeface="Source Sans 3"/>
              </a:rPr>
              <a:t>“Extracts pull organisms off the compost into solution, so you can apply biology across a whole field.”</a:t>
            </a:r>
          </a:p>
        </p:txBody>
      </p:sp>
      <p:pic>
        <p:nvPicPr>
          <p:cNvPr id="76" name="Picture 75" descr="282666449329251894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7286625"/>
            <a:ext cx="4191000" cy="41910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57200" y="11610975"/>
            <a:ext cx="4191000" cy="48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12016349"/>
            <a:ext cx="4191000" cy="36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Source Sans 3"/>
              </a:rPr>
              <a:t>Advanced Programs Admin</a:t>
            </a:r>
          </a:p>
        </p:txBody>
      </p:sp>
      <p:pic>
        <p:nvPicPr>
          <p:cNvPr id="79" name="Picture 78" descr="493571501510927451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7286625"/>
            <a:ext cx="4191000" cy="41910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638800" y="11610975"/>
            <a:ext cx="4191000" cy="48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662F"/>
                </a:solidFill>
                <a:latin typeface="Montserrat"/>
              </a:rPr>
              <a:t>Ib Borup Pederson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38800" y="12016349"/>
            <a:ext cx="4191000" cy="36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752665921299152878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6875"/>
            <a:ext cx="4191000" cy="4191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57200" y="5991225"/>
            <a:ext cx="4191000" cy="48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396599"/>
            <a:ext cx="4191000" cy="36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6727148"/>
            <a:ext cx="41910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1662F"/>
                </a:solidFill>
                <a:latin typeface="Source Sans 3"/>
              </a:rPr>
              <a:t>“I make 750 tons of compost a year. Biology works at any scale.”</a:t>
            </a:r>
          </a:p>
        </p:txBody>
      </p:sp>
      <p:pic>
        <p:nvPicPr>
          <p:cNvPr id="73" name="Picture 72" descr="3625753207461268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1666875"/>
            <a:ext cx="4191000" cy="41910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638800" y="5991225"/>
            <a:ext cx="4191000" cy="48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38800" y="6396599"/>
            <a:ext cx="4191000" cy="36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Source Sans 3"/>
              </a:rPr>
              <a:t>Permaculture Lead Teacher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7286625"/>
            <a:ext cx="4191000" cy="41910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2950" y="7286625"/>
            <a:ext cx="3619500" cy="419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3F1EA"/>
                </a:solidFill>
                <a:latin typeface="Montserrat"/>
              </a:rPr>
              <a:t>Thank you, mentors!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38800" y="7286625"/>
            <a:ext cx="4191000" cy="4191000"/>
          </a:xfrm>
          <a:prstGeom prst="rect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foundation-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8440137"/>
            <a:ext cx="2095500" cy="1883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24345278202324444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0750"/>
            <a:ext cx="2286000" cy="2286000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457200" y="40576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4350" y="40576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Tommy Tepper</a:t>
            </a:r>
          </a:p>
        </p:txBody>
      </p:sp>
      <p:pic>
        <p:nvPicPr>
          <p:cNvPr id="72" name="Picture 71" descr="100071484500450969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2190750"/>
            <a:ext cx="2286000" cy="2286000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2819400" y="40576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76550" y="40576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pic>
        <p:nvPicPr>
          <p:cNvPr id="75" name="Picture 74" descr="455558304752639039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00" y="2190750"/>
            <a:ext cx="2286000" cy="2286000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>
            <a:off x="5181600" y="40576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38750" y="40576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Carla Portugal</a:t>
            </a:r>
          </a:p>
        </p:txBody>
      </p:sp>
      <p:pic>
        <p:nvPicPr>
          <p:cNvPr id="78" name="Picture 77" descr="340479817701687582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2190750"/>
            <a:ext cx="2286000" cy="22860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7543800" y="40576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00950" y="40576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Wesley Sanders</a:t>
            </a:r>
          </a:p>
        </p:txBody>
      </p:sp>
      <p:pic>
        <p:nvPicPr>
          <p:cNvPr id="81" name="Picture 80" descr="221159636915936297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552950"/>
            <a:ext cx="2286000" cy="2286000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457200" y="64198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4350" y="64198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pic>
        <p:nvPicPr>
          <p:cNvPr id="84" name="Picture 83" descr="495804634164892728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9400" y="4552950"/>
            <a:ext cx="2286000" cy="2286000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2819400" y="64198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876550" y="64198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pic>
        <p:nvPicPr>
          <p:cNvPr id="87" name="Picture 86" descr="868842095863346134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1600" y="4552950"/>
            <a:ext cx="2286000" cy="228600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5181600" y="64198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238750" y="64198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Isadora Schmidt</a:t>
            </a:r>
          </a:p>
        </p:txBody>
      </p:sp>
      <p:pic>
        <p:nvPicPr>
          <p:cNvPr id="90" name="Picture 89" descr="454660018092404318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3800" y="4552950"/>
            <a:ext cx="2286000" cy="2286000"/>
          </a:xfrm>
          <a:prstGeom prst="rect">
            <a:avLst/>
          </a:prstGeom>
        </p:spPr>
      </p:pic>
      <p:sp>
        <p:nvSpPr>
          <p:cNvPr id="91" name="Rectangle 90"/>
          <p:cNvSpPr/>
          <p:nvPr/>
        </p:nvSpPr>
        <p:spPr>
          <a:xfrm>
            <a:off x="7543800" y="64198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00950" y="64198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Aysen Ustunay</a:t>
            </a:r>
          </a:p>
        </p:txBody>
      </p:sp>
      <p:pic>
        <p:nvPicPr>
          <p:cNvPr id="93" name="Picture 92" descr="141951753416644110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6915150"/>
            <a:ext cx="2286000" cy="2286000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457200" y="87820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4350" y="87820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Dora Tkalec</a:t>
            </a:r>
          </a:p>
        </p:txBody>
      </p:sp>
      <p:pic>
        <p:nvPicPr>
          <p:cNvPr id="96" name="Picture 95" descr="376603766941083699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19400" y="6915150"/>
            <a:ext cx="2286000" cy="2286000"/>
          </a:xfrm>
          <a:prstGeom prst="rect">
            <a:avLst/>
          </a:prstGeom>
        </p:spPr>
      </p:pic>
      <p:sp>
        <p:nvSpPr>
          <p:cNvPr id="97" name="Rectangle 96"/>
          <p:cNvSpPr/>
          <p:nvPr/>
        </p:nvSpPr>
        <p:spPr>
          <a:xfrm>
            <a:off x="2819400" y="87820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876550" y="87820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Gerald Ramirez</a:t>
            </a:r>
          </a:p>
        </p:txBody>
      </p:sp>
      <p:pic>
        <p:nvPicPr>
          <p:cNvPr id="99" name="Picture 98" descr="224747064439274467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81600" y="6915150"/>
            <a:ext cx="2286000" cy="2286000"/>
          </a:xfrm>
          <a:prstGeom prst="rect">
            <a:avLst/>
          </a:prstGeom>
        </p:spPr>
      </p:pic>
      <p:sp>
        <p:nvSpPr>
          <p:cNvPr id="100" name="Rectangle 99"/>
          <p:cNvSpPr/>
          <p:nvPr/>
        </p:nvSpPr>
        <p:spPr>
          <a:xfrm>
            <a:off x="5181600" y="87820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238750" y="87820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pic>
        <p:nvPicPr>
          <p:cNvPr id="102" name="Picture 101" descr="9158947755014907440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43800" y="6915150"/>
            <a:ext cx="2286000" cy="2286000"/>
          </a:xfrm>
          <a:prstGeom prst="rect">
            <a:avLst/>
          </a:prstGeom>
        </p:spPr>
      </p:pic>
      <p:sp>
        <p:nvSpPr>
          <p:cNvPr id="103" name="Rectangle 102"/>
          <p:cNvSpPr/>
          <p:nvPr/>
        </p:nvSpPr>
        <p:spPr>
          <a:xfrm>
            <a:off x="7543800" y="87820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600950" y="87820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Ib Borup Pederson</a:t>
            </a:r>
          </a:p>
        </p:txBody>
      </p:sp>
      <p:pic>
        <p:nvPicPr>
          <p:cNvPr id="105" name="Picture 104" descr="17581013576588712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9277350"/>
            <a:ext cx="2286000" cy="228600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57200" y="111442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14350" y="111442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pic>
        <p:nvPicPr>
          <p:cNvPr id="108" name="Picture 107" descr="8454356666220585455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19400" y="9277350"/>
            <a:ext cx="2286000" cy="2286000"/>
          </a:xfrm>
          <a:prstGeom prst="rect">
            <a:avLst/>
          </a:prstGeom>
        </p:spPr>
      </p:pic>
      <p:sp>
        <p:nvSpPr>
          <p:cNvPr id="109" name="Rectangle 108"/>
          <p:cNvSpPr/>
          <p:nvPr/>
        </p:nvSpPr>
        <p:spPr>
          <a:xfrm>
            <a:off x="2819400" y="111442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876550" y="111442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181600" y="9277350"/>
            <a:ext cx="2286000" cy="22860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353050" y="9277350"/>
            <a:ext cx="19431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F3F1EA"/>
                </a:solidFill>
                <a:latin typeface="Montserrat"/>
              </a:rPr>
              <a:t>Thank you, mentors!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43800" y="9277350"/>
            <a:ext cx="2286000" cy="2286000"/>
          </a:xfrm>
          <a:prstGeom prst="rect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4" name="Picture 113" descr="foundation-logo-whit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20050" y="9820903"/>
            <a:ext cx="1333500" cy="11988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52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295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438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581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4724400" y="7620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5867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7010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153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9296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603736" y="2544819"/>
            <a:ext cx="182559" cy="182559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98628" y="2882317"/>
            <a:ext cx="105621" cy="105621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260640" y="2811372"/>
            <a:ext cx="95586" cy="95586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704586" y="2520726"/>
            <a:ext cx="179014" cy="179014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939102" y="2357810"/>
            <a:ext cx="133187" cy="133187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197592" y="2855634"/>
            <a:ext cx="92343" cy="92343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156499" y="2181540"/>
            <a:ext cx="88876" cy="88876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426785" y="2580466"/>
            <a:ext cx="106189" cy="106189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357802" y="2476240"/>
            <a:ext cx="155133" cy="155133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493245" y="2369948"/>
            <a:ext cx="143484" cy="143484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988048" y="2265361"/>
            <a:ext cx="109788" cy="109788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58719" y="2548671"/>
            <a:ext cx="97033" cy="97033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283434" y="2346784"/>
            <a:ext cx="186103" cy="186103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373931" y="2964609"/>
            <a:ext cx="91207" cy="91207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532160" y="2359256"/>
            <a:ext cx="93377" cy="93377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648009" y="2213353"/>
            <a:ext cx="94855" cy="94855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22413" y="2373688"/>
            <a:ext cx="182416" cy="182416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680908" y="2020495"/>
            <a:ext cx="92000" cy="92000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039536" y="2544274"/>
            <a:ext cx="132603" cy="132603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578109" y="2784563"/>
            <a:ext cx="129649" cy="129649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468543" y="2385923"/>
            <a:ext cx="108028" cy="108028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449125" y="3019261"/>
            <a:ext cx="147829" cy="147829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347874" y="2355655"/>
            <a:ext cx="175242" cy="175242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74055" y="2072287"/>
            <a:ext cx="131987" cy="131987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593671" y="2280996"/>
            <a:ext cx="116772" cy="116772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74375" y="2143582"/>
            <a:ext cx="152423" cy="152423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993684" y="2329857"/>
            <a:ext cx="133209" cy="133209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150657" y="2060148"/>
            <a:ext cx="126178" cy="126178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282267" y="2166042"/>
            <a:ext cx="149684" cy="149684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860291" y="2623921"/>
            <a:ext cx="143763" cy="143763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2000" y="361950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0" b="1" i="0">
                <a:solidFill>
                  <a:srgbClr val="31662F"/>
                </a:solidFill>
                <a:latin typeface="Montserrat"/>
              </a:rPr>
              <a:t>Thank you to every mentor who teaches our students to see soil.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2000" y="7620000"/>
            <a:ext cx="8763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1A1A1A"/>
                </a:solidFill>
                <a:latin typeface="Source Sans 3"/>
              </a:rPr>
              <a:t>Tag a teacher who helped you see soil differently.</a:t>
            </a:r>
          </a:p>
        </p:txBody>
      </p:sp>
      <p:sp>
        <p:nvSpPr>
          <p:cNvPr id="99" name="Oval 98"/>
          <p:cNvSpPr/>
          <p:nvPr/>
        </p:nvSpPr>
        <p:spPr>
          <a:xfrm>
            <a:off x="2798714" y="9551562"/>
            <a:ext cx="157399" cy="157399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467184" y="9524312"/>
            <a:ext cx="176798" cy="176798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596473" y="9331615"/>
            <a:ext cx="108137" cy="108137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60792" y="8752946"/>
            <a:ext cx="157407" cy="157407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649926" y="9764622"/>
            <a:ext cx="94625" cy="94625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094707" y="9636561"/>
            <a:ext cx="185190" cy="18519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701628" y="8906867"/>
            <a:ext cx="179838" cy="179838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641913" y="9842129"/>
            <a:ext cx="152638" cy="152638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610543" y="9422142"/>
            <a:ext cx="152129" cy="15212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830417" y="9364350"/>
            <a:ext cx="164139" cy="164139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491724" y="9613985"/>
            <a:ext cx="141881" cy="141881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272418" y="9319298"/>
            <a:ext cx="112265" cy="112265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24420" y="8972745"/>
            <a:ext cx="178897" cy="178897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515222" y="9380253"/>
            <a:ext cx="178620" cy="17862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604765" y="9187406"/>
            <a:ext cx="151637" cy="151637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018549" y="9599602"/>
            <a:ext cx="183477" cy="183477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5" name="Picture 114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0" y="10897856"/>
            <a:ext cx="1333500" cy="11988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