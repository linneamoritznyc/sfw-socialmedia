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02280" y="2423378"/>
            <a:ext cx="124487" cy="12448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221786" y="1967416"/>
            <a:ext cx="87104" cy="8710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801940" y="2128200"/>
            <a:ext cx="190043" cy="190043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430720" y="2428523"/>
            <a:ext cx="127334" cy="12733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545875" y="2049420"/>
            <a:ext cx="182729" cy="18272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00215" y="2544519"/>
            <a:ext cx="92433" cy="9243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193182" y="1934538"/>
            <a:ext cx="176410" cy="1764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32689" y="2781449"/>
            <a:ext cx="126336" cy="12633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067785" y="2667865"/>
            <a:ext cx="132310" cy="13231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84780" y="1997825"/>
            <a:ext cx="99971" cy="9997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789125" y="2545119"/>
            <a:ext cx="167341" cy="167341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312210" y="2698886"/>
            <a:ext cx="145868" cy="145868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834698" y="2766252"/>
            <a:ext cx="157179" cy="15717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375071" y="2848917"/>
            <a:ext cx="156057" cy="1560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02229" y="2215886"/>
            <a:ext cx="142488" cy="1424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44124" y="2106096"/>
            <a:ext cx="172856" cy="17285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40935" y="1965446"/>
            <a:ext cx="175196" cy="1751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207272" y="2667567"/>
            <a:ext cx="128731" cy="128731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68860" y="2311852"/>
            <a:ext cx="129227" cy="129227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93492" y="2490342"/>
            <a:ext cx="90433" cy="90433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22922" y="2783092"/>
            <a:ext cx="114964" cy="11496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701581" y="2199960"/>
            <a:ext cx="93789" cy="93789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38464" y="2830285"/>
            <a:ext cx="116278" cy="11627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839039" y="1945420"/>
            <a:ext cx="176646" cy="176646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43255" y="2036755"/>
            <a:ext cx="176010" cy="176010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78693" y="2400369"/>
            <a:ext cx="153188" cy="15318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62000" y="31432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000" y="36195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000" y="59055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96" name="Oval 95"/>
          <p:cNvSpPr/>
          <p:nvPr/>
        </p:nvSpPr>
        <p:spPr>
          <a:xfrm>
            <a:off x="1920720" y="8743505"/>
            <a:ext cx="152257" cy="15225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252583" y="9314918"/>
            <a:ext cx="135456" cy="135456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095708" y="7879187"/>
            <a:ext cx="86058" cy="8605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088017" y="8245204"/>
            <a:ext cx="100909" cy="100909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82695" y="8751414"/>
            <a:ext cx="131496" cy="1314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130026" y="7494403"/>
            <a:ext cx="120188" cy="120188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858353" y="8665494"/>
            <a:ext cx="183994" cy="183994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26102" y="8986855"/>
            <a:ext cx="98808" cy="9880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610719" y="8481065"/>
            <a:ext cx="121654" cy="12165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791420" y="8696530"/>
            <a:ext cx="134963" cy="134963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77571" y="7805503"/>
            <a:ext cx="156321" cy="156321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524269" y="8336899"/>
            <a:ext cx="172375" cy="172375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566222" y="7707917"/>
            <a:ext cx="141865" cy="141865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790151" y="8289267"/>
            <a:ext cx="126144" cy="126144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989654" y="7480621"/>
            <a:ext cx="95496" cy="954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07435" y="7563072"/>
            <a:ext cx="148524" cy="14852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715838" y="8036511"/>
            <a:ext cx="188403" cy="188403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7532" y="7753524"/>
            <a:ext cx="122208" cy="122208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616462" y="8567235"/>
            <a:ext cx="117850" cy="11785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955659" y="9188062"/>
            <a:ext cx="103957" cy="103957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880275" y="8731285"/>
            <a:ext cx="156542" cy="156542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180278" y="9313753"/>
            <a:ext cx="186458" cy="186458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624947" y="8364687"/>
            <a:ext cx="125074" cy="12507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120775" y="7897886"/>
            <a:ext cx="144589" cy="144589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897902" y="8903811"/>
            <a:ext cx="136349" cy="13634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68014" y="7920945"/>
            <a:ext cx="116096" cy="116096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701505" y="8181070"/>
            <a:ext cx="176919" cy="176919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560986" y="8850339"/>
            <a:ext cx="135909" cy="13590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683990" y="8668226"/>
            <a:ext cx="181221" cy="181221"/>
          </a:xfrm>
          <a:prstGeom prst="ellipse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45161" y="7833534"/>
            <a:ext cx="173554" cy="173554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2000" y="9810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  <p:pic>
        <p:nvPicPr>
          <p:cNvPr id="127" name="Picture 12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4345278202324444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100071484500450969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45555830475263903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34047981770168758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22115963691593629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495804634164892728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86884209586334613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45466001809240431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141951753416644110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7660376694108369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224747064439274467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915894775501490744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175810135765887123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84543566662205854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