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1: drawn bunting and confetti (PowerPoint shapes).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Relationship Id="rId17" Type="http://schemas.openxmlformats.org/officeDocument/2006/relationships/image" Target="../media/image16.jpg"/><Relationship Id="rId18" Type="http://schemas.openxmlformats.org/officeDocument/2006/relationships/image" Target="../media/image17.jpg"/><Relationship Id="rId19" Type="http://schemas.openxmlformats.org/officeDocument/2006/relationships/image" Target="../media/image18.jpg"/><Relationship Id="rId20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57150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Thank you to the mentors who teach our students to see soil.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to meet all fourteen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5300" y="2190750"/>
            <a:ext cx="3627120" cy="1813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0" name="Picture 69" descr="175298884922323503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6720" y="2190750"/>
            <a:ext cx="1813560" cy="181356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4236720" y="366141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74820" y="366141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73" name="Picture 72" descr="261213131861721785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190750"/>
            <a:ext cx="1813560" cy="181356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6126480" y="366141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164580" y="366141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76" name="Picture 75" descr="714493236779049366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6240" y="2190750"/>
            <a:ext cx="1813560" cy="1813560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8016240" y="366141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54340" y="366141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79" name="Picture 78" descr="119448814014819003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080510"/>
            <a:ext cx="1813560" cy="181356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457200" y="555117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5300" y="555117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82" name="Picture 81" descr="864795370486928755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46960" y="4080510"/>
            <a:ext cx="1813560" cy="1813560"/>
          </a:xfrm>
          <a:prstGeom prst="rect">
            <a:avLst/>
          </a:prstGeom>
        </p:spPr>
      </p:pic>
      <p:sp>
        <p:nvSpPr>
          <p:cNvPr id="83" name="Rectangle 82"/>
          <p:cNvSpPr/>
          <p:nvPr/>
        </p:nvSpPr>
        <p:spPr>
          <a:xfrm>
            <a:off x="2346960" y="555117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385060" y="555117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85" name="Picture 84" descr="602663782140747142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36720" y="4080510"/>
            <a:ext cx="1813560" cy="1813560"/>
          </a:xfrm>
          <a:prstGeom prst="rect">
            <a:avLst/>
          </a:prstGeom>
        </p:spPr>
      </p:pic>
      <p:sp>
        <p:nvSpPr>
          <p:cNvPr id="86" name="Rectangle 85"/>
          <p:cNvSpPr/>
          <p:nvPr/>
        </p:nvSpPr>
        <p:spPr>
          <a:xfrm>
            <a:off x="4236720" y="555117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274820" y="555117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88" name="Picture 87" descr="372301766923402764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26480" y="4080510"/>
            <a:ext cx="1813560" cy="1813560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6126480" y="555117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164580" y="555117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91" name="Picture 90" descr="311353555827171941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16240" y="4080510"/>
            <a:ext cx="1813560" cy="1813560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8016240" y="555117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54340" y="555117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94" name="Picture 93" descr="541485124729622347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970270"/>
            <a:ext cx="1813560" cy="1813560"/>
          </a:xfrm>
          <a:prstGeom prst="rect">
            <a:avLst/>
          </a:prstGeom>
        </p:spPr>
      </p:pic>
      <p:sp>
        <p:nvSpPr>
          <p:cNvPr id="95" name="Rectangle 94"/>
          <p:cNvSpPr/>
          <p:nvPr/>
        </p:nvSpPr>
        <p:spPr>
          <a:xfrm>
            <a:off x="457200" y="7440929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95300" y="7440929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97" name="Picture 96" descr="675912047849861572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46960" y="5970270"/>
            <a:ext cx="1813560" cy="1813560"/>
          </a:xfrm>
          <a:prstGeom prst="rect">
            <a:avLst/>
          </a:prstGeom>
        </p:spPr>
      </p:pic>
      <p:sp>
        <p:nvSpPr>
          <p:cNvPr id="98" name="Rectangle 97"/>
          <p:cNvSpPr/>
          <p:nvPr/>
        </p:nvSpPr>
        <p:spPr>
          <a:xfrm>
            <a:off x="2346960" y="7440929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385060" y="7440929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100" name="Picture 99" descr="916955286356981228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36720" y="5970270"/>
            <a:ext cx="1813560" cy="1813560"/>
          </a:xfrm>
          <a:prstGeom prst="rect">
            <a:avLst/>
          </a:prstGeom>
        </p:spPr>
      </p:pic>
      <p:sp>
        <p:nvSpPr>
          <p:cNvPr id="101" name="Rectangle 100"/>
          <p:cNvSpPr/>
          <p:nvPr/>
        </p:nvSpPr>
        <p:spPr>
          <a:xfrm>
            <a:off x="4236720" y="7440929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74820" y="7440929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103" name="Picture 102" descr="622512954039882111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26480" y="5970270"/>
            <a:ext cx="1813560" cy="1813560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6126480" y="7440929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164580" y="7440929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106" name="Picture 105" descr="6957233813328317874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16240" y="5970270"/>
            <a:ext cx="1813560" cy="1813560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8016240" y="7440929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054340" y="7440929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109" name="Picture 108" descr="6998284926264825370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7200" y="7860030"/>
            <a:ext cx="1813560" cy="1813560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457200" y="933069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95300" y="933069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pic>
        <p:nvPicPr>
          <p:cNvPr id="112" name="Picture 111" descr="2904139003338272881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346960" y="7860030"/>
            <a:ext cx="1813560" cy="1813560"/>
          </a:xfrm>
          <a:prstGeom prst="rect">
            <a:avLst/>
          </a:prstGeom>
        </p:spPr>
      </p:pic>
      <p:sp>
        <p:nvSpPr>
          <p:cNvPr id="113" name="Rectangle 112"/>
          <p:cNvSpPr/>
          <p:nvPr/>
        </p:nvSpPr>
        <p:spPr>
          <a:xfrm>
            <a:off x="2346960" y="933069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385060" y="933069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Elina Psara</a:t>
            </a:r>
          </a:p>
        </p:txBody>
      </p:sp>
      <p:pic>
        <p:nvPicPr>
          <p:cNvPr id="115" name="Picture 114" descr="7454114753255690645.jp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36720" y="7860030"/>
            <a:ext cx="1813560" cy="1813560"/>
          </a:xfrm>
          <a:prstGeom prst="rect">
            <a:avLst/>
          </a:prstGeom>
        </p:spPr>
      </p:pic>
      <p:sp>
        <p:nvSpPr>
          <p:cNvPr id="116" name="Rectangle 115"/>
          <p:cNvSpPr/>
          <p:nvPr/>
        </p:nvSpPr>
        <p:spPr>
          <a:xfrm>
            <a:off x="4236720" y="933069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274820" y="933069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Caterina Capri</a:t>
            </a:r>
          </a:p>
        </p:txBody>
      </p:sp>
      <p:pic>
        <p:nvPicPr>
          <p:cNvPr id="118" name="Picture 117" descr="8055802890071954999.jp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126480" y="7860030"/>
            <a:ext cx="1813560" cy="1813560"/>
          </a:xfrm>
          <a:prstGeom prst="rect">
            <a:avLst/>
          </a:prstGeom>
        </p:spPr>
      </p:pic>
      <p:sp>
        <p:nvSpPr>
          <p:cNvPr id="119" name="Rectangle 118"/>
          <p:cNvSpPr/>
          <p:nvPr/>
        </p:nvSpPr>
        <p:spPr>
          <a:xfrm>
            <a:off x="6126480" y="933069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164580" y="933069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Laura Campos</a:t>
            </a:r>
          </a:p>
        </p:txBody>
      </p:sp>
      <p:pic>
        <p:nvPicPr>
          <p:cNvPr id="121" name="Picture 120" descr="6327792871960472773.jp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16240" y="7860030"/>
            <a:ext cx="1813560" cy="1813560"/>
          </a:xfrm>
          <a:prstGeom prst="rect">
            <a:avLst/>
          </a:prstGeom>
        </p:spPr>
      </p:pic>
      <p:sp>
        <p:nvSpPr>
          <p:cNvPr id="122" name="Rectangle 121"/>
          <p:cNvSpPr/>
          <p:nvPr/>
        </p:nvSpPr>
        <p:spPr>
          <a:xfrm>
            <a:off x="8016240" y="933069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054340" y="933069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Nora Levay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62000" y="1228725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