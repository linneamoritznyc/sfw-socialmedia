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729781159143989043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73" name="Picture 72" descr="87284379868545378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6" name="Picture 75" descr="849950315580400153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9" name="Picture 78" descr="866450573116307865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82" name="Picture 81" descr="769514521411597721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5" name="Picture 84" descr="131180606258427839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8" name="Picture 87" descr="52150106336905813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91" name="Picture 90" descr="74666749397378466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94" name="Picture 93" descr="4763296968275485648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7" name="Picture 96" descr="513556056509335764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100" name="Picture 99" descr="122832601682398309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3" name="Picture 102" descr="2663829795774334274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106" name="Picture 105" descr="849669597659608452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9" name="Picture 108" descr="805275874718300305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