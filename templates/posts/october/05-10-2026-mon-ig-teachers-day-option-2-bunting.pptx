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1: drawn bunting and confetti (PowerPoint shapes).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57150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1A1A1A"/>
                </a:solidFill>
                <a:latin typeface="Source Sans 3"/>
              </a:rPr>
              <a:t>Thank you to the mentors who teach our students to see soil.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to meet all fourteen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903628422828791425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90750"/>
            <a:ext cx="2286000" cy="2286000"/>
          </a:xfrm>
          <a:prstGeom prst="rect">
            <a:avLst/>
          </a:prstGeom>
        </p:spPr>
      </p:pic>
      <p:sp>
        <p:nvSpPr>
          <p:cNvPr id="70" name="Rectangle 69"/>
          <p:cNvSpPr/>
          <p:nvPr/>
        </p:nvSpPr>
        <p:spPr>
          <a:xfrm>
            <a:off x="4572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3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2" name="Picture 71" descr="726449072432090815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400" y="2190750"/>
            <a:ext cx="2286000" cy="2286000"/>
          </a:xfrm>
          <a:prstGeom prst="rect">
            <a:avLst/>
          </a:prstGeom>
        </p:spPr>
      </p:pic>
      <p:sp>
        <p:nvSpPr>
          <p:cNvPr id="73" name="Rectangle 72"/>
          <p:cNvSpPr/>
          <p:nvPr/>
        </p:nvSpPr>
        <p:spPr>
          <a:xfrm>
            <a:off x="28194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8765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75" name="Picture 74" descr="910684174532323085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76" name="Rectangle 75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78" name="Picture 77" descr="644575923020472519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79" name="Rectangle 78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81" name="Picture 80" descr="880381958164104489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38300" y="4552950"/>
            <a:ext cx="2286000" cy="2286000"/>
          </a:xfrm>
          <a:prstGeom prst="rect">
            <a:avLst/>
          </a:prstGeom>
        </p:spPr>
      </p:pic>
      <p:sp>
        <p:nvSpPr>
          <p:cNvPr id="82" name="Rectangle 81"/>
          <p:cNvSpPr/>
          <p:nvPr/>
        </p:nvSpPr>
        <p:spPr>
          <a:xfrm>
            <a:off x="16383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6954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84" name="Picture 83" descr="853637380479883322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4552950"/>
            <a:ext cx="2286000" cy="2286000"/>
          </a:xfrm>
          <a:prstGeom prst="rect">
            <a:avLst/>
          </a:prstGeom>
        </p:spPr>
      </p:pic>
      <p:sp>
        <p:nvSpPr>
          <p:cNvPr id="85" name="Rectangle 84"/>
          <p:cNvSpPr/>
          <p:nvPr/>
        </p:nvSpPr>
        <p:spPr>
          <a:xfrm>
            <a:off x="40005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0576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87" name="Picture 86" descr="8164580861635186193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2700" y="4552950"/>
            <a:ext cx="2286000" cy="228600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63627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198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90" name="Picture 89" descr="289497148334418938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91" name="Rectangle 90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93" name="Picture 92" descr="454656652608966177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94" name="Rectangle 93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96" name="Picture 95" descr="3512431765128565377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99" name="Picture 98" descr="920837902697533974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100" name="Rectangle 99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102" name="Picture 101" descr="8672761161464777380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38300" y="9277350"/>
            <a:ext cx="2286000" cy="2286000"/>
          </a:xfrm>
          <a:prstGeom prst="rect">
            <a:avLst/>
          </a:prstGeom>
        </p:spPr>
      </p:pic>
      <p:sp>
        <p:nvSpPr>
          <p:cNvPr id="103" name="Rectangle 102"/>
          <p:cNvSpPr/>
          <p:nvPr/>
        </p:nvSpPr>
        <p:spPr>
          <a:xfrm>
            <a:off x="16383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6954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105" name="Picture 104" descr="3359842666902028946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00500" y="9277350"/>
            <a:ext cx="2286000" cy="2286000"/>
          </a:xfrm>
          <a:prstGeom prst="rect">
            <a:avLst/>
          </a:prstGeom>
        </p:spPr>
      </p:pic>
      <p:sp>
        <p:nvSpPr>
          <p:cNvPr id="106" name="Rectangle 105"/>
          <p:cNvSpPr/>
          <p:nvPr/>
        </p:nvSpPr>
        <p:spPr>
          <a:xfrm>
            <a:off x="40005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0576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108" name="Picture 107" descr="8025998113937040021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62700" y="9277350"/>
            <a:ext cx="2286000" cy="2286000"/>
          </a:xfrm>
          <a:prstGeom prst="rect">
            <a:avLst/>
          </a:prstGeom>
        </p:spPr>
      </p:pic>
      <p:sp>
        <p:nvSpPr>
          <p:cNvPr id="109" name="Rectangle 108"/>
          <p:cNvSpPr/>
          <p:nvPr/>
        </p:nvSpPr>
        <p:spPr>
          <a:xfrm>
            <a:off x="63627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198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2000" y="1228725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