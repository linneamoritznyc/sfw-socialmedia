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44089510952947711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3" name="Picture 72" descr="20534806731785155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852605270732293724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44636404840230205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2" name="Picture 81" descr="226229298727140723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901357518615780486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552972569989557359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1" name="Picture 90" descr="240762439582346340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4" name="Picture 93" descr="116498583436079969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20317392617934932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100" name="Picture 99" descr="410283473196461426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887704452346866032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6" name="Picture 105" descr="858565498371114603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817418268340114123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