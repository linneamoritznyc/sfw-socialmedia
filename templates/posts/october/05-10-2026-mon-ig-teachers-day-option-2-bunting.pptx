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shapes), five mentor faces.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Relationship Id="rId16" Type="http://schemas.openxmlformats.org/officeDocument/2006/relationships/image" Target="../media/image20.jpg"/><Relationship Id="rId1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602280" y="2423378"/>
            <a:ext cx="124487" cy="124487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221786" y="1967416"/>
            <a:ext cx="87104" cy="87104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801940" y="2128200"/>
            <a:ext cx="190043" cy="190043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430720" y="2428523"/>
            <a:ext cx="127334" cy="12733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545875" y="2049420"/>
            <a:ext cx="182729" cy="182729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00215" y="2544519"/>
            <a:ext cx="92433" cy="92433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193182" y="1934538"/>
            <a:ext cx="176410" cy="176410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932689" y="2781449"/>
            <a:ext cx="126336" cy="12633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067785" y="2667865"/>
            <a:ext cx="132310" cy="13231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84780" y="1997825"/>
            <a:ext cx="99971" cy="99971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789125" y="2545119"/>
            <a:ext cx="167341" cy="167341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312210" y="2698886"/>
            <a:ext cx="145868" cy="145868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834698" y="2766252"/>
            <a:ext cx="157179" cy="157179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375071" y="2848917"/>
            <a:ext cx="156057" cy="156057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902229" y="2215886"/>
            <a:ext cx="142488" cy="142488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044124" y="2106096"/>
            <a:ext cx="172856" cy="172856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040935" y="1965446"/>
            <a:ext cx="175196" cy="17519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207272" y="2667567"/>
            <a:ext cx="128731" cy="128731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68860" y="2311852"/>
            <a:ext cx="129227" cy="129227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93492" y="2490342"/>
            <a:ext cx="90433" cy="90433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522922" y="2783092"/>
            <a:ext cx="114964" cy="11496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701581" y="2199960"/>
            <a:ext cx="93789" cy="93789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238464" y="2830285"/>
            <a:ext cx="116278" cy="116278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39039" y="1945420"/>
            <a:ext cx="176646" cy="176646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743255" y="2036755"/>
            <a:ext cx="176010" cy="176010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678693" y="2400369"/>
            <a:ext cx="153188" cy="153188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62000" y="31432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2000" y="3619500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000" y="59055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1A1A1A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96" name="Picture 95" descr="54007359944922576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7810500"/>
            <a:ext cx="1619250" cy="1619250"/>
          </a:xfrm>
          <a:prstGeom prst="ellipse">
            <a:avLst/>
          </a:prstGeom>
        </p:spPr>
      </p:pic>
      <p:pic>
        <p:nvPicPr>
          <p:cNvPr id="97" name="Picture 96" descr="380152467207423626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4125" y="7810500"/>
            <a:ext cx="1619250" cy="1619250"/>
          </a:xfrm>
          <a:prstGeom prst="ellipse">
            <a:avLst/>
          </a:prstGeom>
        </p:spPr>
      </p:pic>
      <p:pic>
        <p:nvPicPr>
          <p:cNvPr id="98" name="Picture 97" descr="372567498425162725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875" y="7810500"/>
            <a:ext cx="1619250" cy="1619250"/>
          </a:xfrm>
          <a:prstGeom prst="ellipse">
            <a:avLst/>
          </a:prstGeom>
        </p:spPr>
      </p:pic>
      <p:pic>
        <p:nvPicPr>
          <p:cNvPr id="99" name="Picture 98" descr="25284313821854161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3625" y="7810500"/>
            <a:ext cx="1619250" cy="1619250"/>
          </a:xfrm>
          <a:prstGeom prst="ellipse">
            <a:avLst/>
          </a:prstGeom>
        </p:spPr>
      </p:pic>
      <p:pic>
        <p:nvPicPr>
          <p:cNvPr id="100" name="Picture 99" descr="722937421717574511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3375" y="7810500"/>
            <a:ext cx="1619250" cy="1619250"/>
          </a:xfrm>
          <a:prstGeom prst="ellipse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762000" y="9810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  <p:sp>
        <p:nvSpPr>
          <p:cNvPr id="102" name="Oval 101"/>
          <p:cNvSpPr/>
          <p:nvPr/>
        </p:nvSpPr>
        <p:spPr>
          <a:xfrm>
            <a:off x="4702942" y="10702271"/>
            <a:ext cx="100240" cy="10024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539099" y="10779775"/>
            <a:ext cx="149082" cy="149082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554837" y="10910873"/>
            <a:ext cx="90009" cy="90009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962396" y="11193393"/>
            <a:ext cx="185394" cy="185394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7983" y="10586285"/>
            <a:ext cx="97349" cy="97349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607858" y="10711146"/>
            <a:ext cx="163897" cy="163897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958989" y="10557952"/>
            <a:ext cx="109226" cy="10922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684747" y="11044544"/>
            <a:ext cx="181214" cy="181214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005715" y="11076203"/>
            <a:ext cx="106625" cy="10662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589509" y="10429218"/>
            <a:ext cx="125415" cy="125415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79828" y="10585189"/>
            <a:ext cx="162863" cy="162863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379575" y="10385571"/>
            <a:ext cx="165811" cy="165811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38210" y="10556317"/>
            <a:ext cx="86589" cy="86589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624200" y="11168911"/>
            <a:ext cx="138196" cy="13819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725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945247316190234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2" name="Picture 71" descr="74272397332337237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5" name="Picture 74" descr="602336038809987064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8" name="Picture 77" descr="80803593578291654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81" name="Picture 80" descr="197435642688119783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82" name="Rectangle 81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4" name="Picture 83" descr="30278169814632076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7" name="Picture 86" descr="642287759220186381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0" name="Picture 89" descr="519635425592874252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93" name="Picture 92" descr="183904904576741340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6" name="Picture 95" descr="3635735852169036292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99" name="Picture 98" descr="574775552984405474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100" name="Rectangle 99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2" name="Picture 101" descr="839919035106450500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103" name="Rectangle 102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105" name="Picture 104" descr="584256364799939099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8" name="Picture 107" descr="150383973314640645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109" name="Rectangle 108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81600" y="9277350"/>
            <a:ext cx="2286000" cy="22860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353050" y="9277350"/>
            <a:ext cx="19431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3F1EA"/>
                </a:solidFill>
                <a:latin typeface="Montserrat"/>
              </a:rPr>
              <a:t>Thank you, mentors!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543800" y="9277350"/>
            <a:ext cx="2286000" cy="22860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foundation-logo-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20050" y="9820903"/>
            <a:ext cx="1333500" cy="119889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