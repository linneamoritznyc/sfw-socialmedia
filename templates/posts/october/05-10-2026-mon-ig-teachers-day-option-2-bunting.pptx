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 2, slide 1: drawn bunting and confetti (PowerPoint shapes). Mentor photos: Linnea's Drive folder (5 Oct 2026) and assets/mentors-teachers-day/; written consent per the folder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 2, slide 2: all fourteen mentors. Mentor photos: Linnea's Drive folder (5 Oct 2026) and assets/mentors-teachers-day/; written consent per the folder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Relationship Id="rId14" Type="http://schemas.openxmlformats.org/officeDocument/2006/relationships/image" Target="../media/image13.jpg"/><Relationship Id="rId15" Type="http://schemas.openxmlformats.org/officeDocument/2006/relationships/image" Target="../media/image14.jpg"/><Relationship Id="rId16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-190500" y="3588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3810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90500" y="4031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81000" y="4252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71500" y="4471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762000" y="4688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952500" y="4902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143000" y="5113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333500" y="5319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524000" y="5519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714500" y="5715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905000" y="5903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2095500" y="6085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286000" y="6259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476500" y="6424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667000" y="6581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857500" y="6728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3048000" y="6866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238500" y="6993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429000" y="7109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619500" y="7214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810000" y="7308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4000500" y="7390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191000" y="7459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381500" y="7517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572000" y="7562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762500" y="7594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953000" y="7613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5143500" y="7613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334000" y="7594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524500" y="7562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715000" y="7517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905500" y="7459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6096000" y="7390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286500" y="7308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477000" y="7214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667500" y="7109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858000" y="6993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7048500" y="6866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239000" y="6728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429500" y="6581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620000" y="6424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810500" y="6259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8001000" y="6085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191500" y="5903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382000" y="5715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572500" y="5519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763000" y="5319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953500" y="5113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9144000" y="4902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334500" y="4688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525000" y="4471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715500" y="4252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906000" y="4031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0096500" y="3810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287000" y="3588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52400" y="447159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1295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2438400" y="672862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3581400" y="739022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4724400" y="7620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5867400" y="739022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7010400" y="672862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8153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9296400" y="447159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5-Point Star 66"/>
          <p:cNvSpPr/>
          <p:nvPr/>
        </p:nvSpPr>
        <p:spPr>
          <a:xfrm>
            <a:off x="2981325" y="2486025"/>
            <a:ext cx="323850" cy="323850"/>
          </a:xfrm>
          <a:prstGeom prst="star5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5-Point Star 67"/>
          <p:cNvSpPr/>
          <p:nvPr/>
        </p:nvSpPr>
        <p:spPr>
          <a:xfrm>
            <a:off x="6981825" y="2486025"/>
            <a:ext cx="323850" cy="323850"/>
          </a:xfrm>
          <a:prstGeom prst="star5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62000" y="2428875"/>
            <a:ext cx="8763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 i="0" spc="400">
                <a:solidFill>
                  <a:srgbClr val="31662F"/>
                </a:solidFill>
                <a:latin typeface="Montserrat"/>
              </a:rPr>
              <a:t>OCTOBER 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2000" y="3048000"/>
            <a:ext cx="8763000" cy="266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0" b="1" i="0">
                <a:solidFill>
                  <a:srgbClr val="31662F"/>
                </a:solidFill>
                <a:latin typeface="Montserrat"/>
              </a:rPr>
              <a:t>Happy World Teachers' Day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2000" y="5715000"/>
            <a:ext cx="8763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0" i="0">
                <a:solidFill>
                  <a:srgbClr val="333130"/>
                </a:solidFill>
                <a:latin typeface="Source Sans 3"/>
              </a:rPr>
              <a:t>Thank you to the mentors who teach our students to see soil.</a:t>
            </a:r>
          </a:p>
        </p:txBody>
      </p:sp>
      <p:sp>
        <p:nvSpPr>
          <p:cNvPr id="72" name="Oval 71"/>
          <p:cNvSpPr/>
          <p:nvPr/>
        </p:nvSpPr>
        <p:spPr>
          <a:xfrm>
            <a:off x="1952625" y="7810500"/>
            <a:ext cx="1428750" cy="1743075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2266950" y="8089392"/>
            <a:ext cx="171450" cy="348615"/>
          </a:xfrm>
          <a:prstGeom prst="ellipse">
            <a:avLst/>
          </a:prstGeom>
          <a:solidFill>
            <a:srgbClr val="F3F1E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2581275" y="9515475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0" y="133350"/>
                </a:moveTo>
                <a:lnTo>
                  <a:pt x="171450" y="133350"/>
                </a:lnTo>
                <a:lnTo>
                  <a:pt x="85725" y="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2667000" y="9648825"/>
            <a:ext cx="37973" cy="57150"/>
          </a:xfrm>
          <a:custGeom>
            <a:avLst/>
            <a:gdLst/>
            <a:ahLst/>
            <a:cxnLst/>
            <a:rect l="l" t="t" r="r" b="b"/>
            <a:pathLst>
              <a:path w="37973" h="57150">
                <a:moveTo>
                  <a:pt x="0" y="0"/>
                </a:moveTo>
                <a:lnTo>
                  <a:pt x="18923" y="57150"/>
                </a:lnTo>
                <a:lnTo>
                  <a:pt x="3797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2685923" y="9705975"/>
            <a:ext cx="37218" cy="57150"/>
          </a:xfrm>
          <a:custGeom>
            <a:avLst/>
            <a:gdLst/>
            <a:ahLst/>
            <a:cxnLst/>
            <a:rect l="l" t="t" r="r" b="b"/>
            <a:pathLst>
              <a:path w="37219" h="57150">
                <a:moveTo>
                  <a:pt x="0" y="0"/>
                </a:moveTo>
                <a:lnTo>
                  <a:pt x="18169" y="57150"/>
                </a:lnTo>
                <a:lnTo>
                  <a:pt x="372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2704092" y="9763125"/>
            <a:ext cx="35740" cy="57150"/>
          </a:xfrm>
          <a:custGeom>
            <a:avLst/>
            <a:gdLst/>
            <a:ahLst/>
            <a:cxnLst/>
            <a:rect l="l" t="t" r="r" b="b"/>
            <a:pathLst>
              <a:path w="35740" h="57150">
                <a:moveTo>
                  <a:pt x="0" y="0"/>
                </a:moveTo>
                <a:lnTo>
                  <a:pt x="16690" y="57150"/>
                </a:lnTo>
                <a:lnTo>
                  <a:pt x="357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2720782" y="9820275"/>
            <a:ext cx="33595" cy="57150"/>
          </a:xfrm>
          <a:custGeom>
            <a:avLst/>
            <a:gdLst/>
            <a:ahLst/>
            <a:cxnLst/>
            <a:rect l="l" t="t" r="r" b="b"/>
            <a:pathLst>
              <a:path w="33596" h="57150">
                <a:moveTo>
                  <a:pt x="0" y="0"/>
                </a:moveTo>
                <a:lnTo>
                  <a:pt x="14546" y="57150"/>
                </a:lnTo>
                <a:lnTo>
                  <a:pt x="3359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2735328" y="9877425"/>
            <a:ext cx="30871" cy="57150"/>
          </a:xfrm>
          <a:custGeom>
            <a:avLst/>
            <a:gdLst/>
            <a:ahLst/>
            <a:cxnLst/>
            <a:rect l="l" t="t" r="r" b="b"/>
            <a:pathLst>
              <a:path w="30872" h="57150">
                <a:moveTo>
                  <a:pt x="0" y="0"/>
                </a:moveTo>
                <a:lnTo>
                  <a:pt x="11822" y="57150"/>
                </a:lnTo>
                <a:lnTo>
                  <a:pt x="3087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2747150" y="9934575"/>
            <a:ext cx="27676" cy="57150"/>
          </a:xfrm>
          <a:custGeom>
            <a:avLst/>
            <a:gdLst/>
            <a:ahLst/>
            <a:cxnLst/>
            <a:rect l="l" t="t" r="r" b="b"/>
            <a:pathLst>
              <a:path w="27676" h="57150">
                <a:moveTo>
                  <a:pt x="0" y="0"/>
                </a:moveTo>
                <a:lnTo>
                  <a:pt x="8626" y="57150"/>
                </a:lnTo>
                <a:lnTo>
                  <a:pt x="2767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2755776" y="9991725"/>
            <a:ext cx="24137" cy="57150"/>
          </a:xfrm>
          <a:custGeom>
            <a:avLst/>
            <a:gdLst/>
            <a:ahLst/>
            <a:cxnLst/>
            <a:rect l="l" t="t" r="r" b="b"/>
            <a:pathLst>
              <a:path w="24138" h="57150">
                <a:moveTo>
                  <a:pt x="0" y="0"/>
                </a:moveTo>
                <a:lnTo>
                  <a:pt x="5088" y="57150"/>
                </a:lnTo>
                <a:lnTo>
                  <a:pt x="241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2760864" y="10048875"/>
            <a:ext cx="20395" cy="57150"/>
          </a:xfrm>
          <a:custGeom>
            <a:avLst/>
            <a:gdLst/>
            <a:ahLst/>
            <a:cxnLst/>
            <a:rect l="l" t="t" r="r" b="b"/>
            <a:pathLst>
              <a:path w="20395" h="57150">
                <a:moveTo>
                  <a:pt x="0" y="0"/>
                </a:moveTo>
                <a:lnTo>
                  <a:pt x="1345" y="57150"/>
                </a:lnTo>
                <a:lnTo>
                  <a:pt x="2039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Freeform 82"/>
          <p:cNvSpPr/>
          <p:nvPr/>
        </p:nvSpPr>
        <p:spPr>
          <a:xfrm>
            <a:off x="2759758" y="10106025"/>
            <a:ext cx="21500" cy="57150"/>
          </a:xfrm>
          <a:custGeom>
            <a:avLst/>
            <a:gdLst/>
            <a:ahLst/>
            <a:cxnLst/>
            <a:rect l="l" t="t" r="r" b="b"/>
            <a:pathLst>
              <a:path w="21501" h="57150">
                <a:moveTo>
                  <a:pt x="245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150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Freeform 83"/>
          <p:cNvSpPr/>
          <p:nvPr/>
        </p:nvSpPr>
        <p:spPr>
          <a:xfrm>
            <a:off x="2753610" y="10163175"/>
            <a:ext cx="25198" cy="57150"/>
          </a:xfrm>
          <a:custGeom>
            <a:avLst/>
            <a:gdLst/>
            <a:ahLst/>
            <a:cxnLst/>
            <a:rect l="l" t="t" r="r" b="b"/>
            <a:pathLst>
              <a:path w="25198" h="57150">
                <a:moveTo>
                  <a:pt x="614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519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2744009" y="10220325"/>
            <a:ext cx="28651" cy="57150"/>
          </a:xfrm>
          <a:custGeom>
            <a:avLst/>
            <a:gdLst/>
            <a:ahLst/>
            <a:cxnLst/>
            <a:rect l="l" t="t" r="r" b="b"/>
            <a:pathLst>
              <a:path w="28651" h="57150">
                <a:moveTo>
                  <a:pt x="960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65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2731337" y="10277475"/>
            <a:ext cx="31721" cy="57150"/>
          </a:xfrm>
          <a:custGeom>
            <a:avLst/>
            <a:gdLst/>
            <a:ahLst/>
            <a:cxnLst/>
            <a:rect l="l" t="t" r="r" b="b"/>
            <a:pathLst>
              <a:path w="31722" h="57150">
                <a:moveTo>
                  <a:pt x="1267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72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2716101" y="10334625"/>
            <a:ext cx="34286" cy="57150"/>
          </a:xfrm>
          <a:custGeom>
            <a:avLst/>
            <a:gdLst/>
            <a:ahLst/>
            <a:cxnLst/>
            <a:rect l="l" t="t" r="r" b="b"/>
            <a:pathLst>
              <a:path w="34286" h="57150">
                <a:moveTo>
                  <a:pt x="1523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428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Freeform 87"/>
          <p:cNvSpPr/>
          <p:nvPr/>
        </p:nvSpPr>
        <p:spPr>
          <a:xfrm>
            <a:off x="2698907" y="10391775"/>
            <a:ext cx="36243" cy="57150"/>
          </a:xfrm>
          <a:custGeom>
            <a:avLst/>
            <a:gdLst/>
            <a:ahLst/>
            <a:cxnLst/>
            <a:rect l="l" t="t" r="r" b="b"/>
            <a:pathLst>
              <a:path w="36244" h="57150">
                <a:moveTo>
                  <a:pt x="1719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24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Freeform 88"/>
          <p:cNvSpPr/>
          <p:nvPr/>
        </p:nvSpPr>
        <p:spPr>
          <a:xfrm>
            <a:off x="2680441" y="10448925"/>
            <a:ext cx="37515" cy="57150"/>
          </a:xfrm>
          <a:custGeom>
            <a:avLst/>
            <a:gdLst/>
            <a:ahLst/>
            <a:cxnLst/>
            <a:rect l="l" t="t" r="r" b="b"/>
            <a:pathLst>
              <a:path w="37516" h="57150">
                <a:moveTo>
                  <a:pt x="1846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51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2661439" y="10506075"/>
            <a:ext cx="38051" cy="57150"/>
          </a:xfrm>
          <a:custGeom>
            <a:avLst/>
            <a:gdLst/>
            <a:ahLst/>
            <a:cxnLst/>
            <a:rect l="l" t="t" r="r" b="b"/>
            <a:pathLst>
              <a:path w="38052" h="57150">
                <a:moveTo>
                  <a:pt x="1900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5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2642659" y="10563225"/>
            <a:ext cx="37830" cy="57150"/>
          </a:xfrm>
          <a:custGeom>
            <a:avLst/>
            <a:gdLst/>
            <a:ahLst/>
            <a:cxnLst/>
            <a:rect l="l" t="t" r="r" b="b"/>
            <a:pathLst>
              <a:path w="37830" h="57150">
                <a:moveTo>
                  <a:pt x="1878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83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2624849" y="10620375"/>
            <a:ext cx="36859" cy="57150"/>
          </a:xfrm>
          <a:custGeom>
            <a:avLst/>
            <a:gdLst/>
            <a:ahLst/>
            <a:cxnLst/>
            <a:rect l="l" t="t" r="r" b="b"/>
            <a:pathLst>
              <a:path w="36860" h="57150">
                <a:moveTo>
                  <a:pt x="1781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86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Freeform 92"/>
          <p:cNvSpPr/>
          <p:nvPr/>
        </p:nvSpPr>
        <p:spPr>
          <a:xfrm>
            <a:off x="2608720" y="10677525"/>
            <a:ext cx="35179" cy="57150"/>
          </a:xfrm>
          <a:custGeom>
            <a:avLst/>
            <a:gdLst/>
            <a:ahLst/>
            <a:cxnLst/>
            <a:rect l="l" t="t" r="r" b="b"/>
            <a:pathLst>
              <a:path w="35179" h="57150">
                <a:moveTo>
                  <a:pt x="1612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17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2594914" y="10734675"/>
            <a:ext cx="32855" cy="57150"/>
          </a:xfrm>
          <a:custGeom>
            <a:avLst/>
            <a:gdLst/>
            <a:ahLst/>
            <a:cxnLst/>
            <a:rect l="l" t="t" r="r" b="b"/>
            <a:pathLst>
              <a:path w="32856" h="57150">
                <a:moveTo>
                  <a:pt x="1380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285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2583982" y="10791825"/>
            <a:ext cx="29982" cy="57150"/>
          </a:xfrm>
          <a:custGeom>
            <a:avLst/>
            <a:gdLst/>
            <a:ahLst/>
            <a:cxnLst/>
            <a:rect l="l" t="t" r="r" b="b"/>
            <a:pathLst>
              <a:path w="29982" h="57150">
                <a:moveTo>
                  <a:pt x="109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99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2576359" y="10848975"/>
            <a:ext cx="26672" cy="57150"/>
          </a:xfrm>
          <a:custGeom>
            <a:avLst/>
            <a:gdLst/>
            <a:ahLst/>
            <a:cxnLst/>
            <a:rect l="l" t="t" r="r" b="b"/>
            <a:pathLst>
              <a:path w="26673" h="57150">
                <a:moveTo>
                  <a:pt x="762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667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2572350" y="10906125"/>
            <a:ext cx="23058" cy="57150"/>
          </a:xfrm>
          <a:custGeom>
            <a:avLst/>
            <a:gdLst/>
            <a:ahLst/>
            <a:cxnLst/>
            <a:rect l="l" t="t" r="r" b="b"/>
            <a:pathLst>
              <a:path w="23059" h="57150">
                <a:moveTo>
                  <a:pt x="400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05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2572115" y="10963275"/>
            <a:ext cx="19285" cy="57150"/>
          </a:xfrm>
          <a:custGeom>
            <a:avLst/>
            <a:gdLst/>
            <a:ahLst/>
            <a:cxnLst/>
            <a:rect l="l" t="t" r="r" b="b"/>
            <a:pathLst>
              <a:path w="19285" h="57150">
                <a:moveTo>
                  <a:pt x="23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28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2572115" y="11020425"/>
            <a:ext cx="22597" cy="57150"/>
          </a:xfrm>
          <a:custGeom>
            <a:avLst/>
            <a:gdLst/>
            <a:ahLst/>
            <a:cxnLst/>
            <a:rect l="l" t="t" r="r" b="b"/>
            <a:pathLst>
              <a:path w="22597" h="57150">
                <a:moveTo>
                  <a:pt x="0" y="0"/>
                </a:moveTo>
                <a:lnTo>
                  <a:pt x="3547" y="57150"/>
                </a:lnTo>
                <a:lnTo>
                  <a:pt x="2259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2575662" y="11077575"/>
            <a:ext cx="26238" cy="57150"/>
          </a:xfrm>
          <a:custGeom>
            <a:avLst/>
            <a:gdLst/>
            <a:ahLst/>
            <a:cxnLst/>
            <a:rect l="l" t="t" r="r" b="b"/>
            <a:pathLst>
              <a:path w="26238" h="57150">
                <a:moveTo>
                  <a:pt x="0" y="0"/>
                </a:moveTo>
                <a:lnTo>
                  <a:pt x="7188" y="57150"/>
                </a:lnTo>
                <a:lnTo>
                  <a:pt x="262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2582850" y="11134725"/>
            <a:ext cx="29593" cy="57150"/>
          </a:xfrm>
          <a:custGeom>
            <a:avLst/>
            <a:gdLst/>
            <a:ahLst/>
            <a:cxnLst/>
            <a:rect l="l" t="t" r="r" b="b"/>
            <a:pathLst>
              <a:path w="29594" h="57150">
                <a:moveTo>
                  <a:pt x="0" y="0"/>
                </a:moveTo>
                <a:lnTo>
                  <a:pt x="10544" y="57150"/>
                </a:lnTo>
                <a:lnTo>
                  <a:pt x="29594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2593394" y="11191875"/>
            <a:ext cx="32527" cy="57150"/>
          </a:xfrm>
          <a:custGeom>
            <a:avLst/>
            <a:gdLst/>
            <a:ahLst/>
            <a:cxnLst/>
            <a:rect l="l" t="t" r="r" b="b"/>
            <a:pathLst>
              <a:path w="32527" h="57150">
                <a:moveTo>
                  <a:pt x="0" y="0"/>
                </a:moveTo>
                <a:lnTo>
                  <a:pt x="13477" y="57150"/>
                </a:lnTo>
                <a:lnTo>
                  <a:pt x="3252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2606871" y="11249025"/>
            <a:ext cx="34924" cy="57150"/>
          </a:xfrm>
          <a:custGeom>
            <a:avLst/>
            <a:gdLst/>
            <a:ahLst/>
            <a:cxnLst/>
            <a:rect l="l" t="t" r="r" b="b"/>
            <a:pathLst>
              <a:path w="34925" h="57150">
                <a:moveTo>
                  <a:pt x="0" y="0"/>
                </a:moveTo>
                <a:lnTo>
                  <a:pt x="15875" y="57150"/>
                </a:lnTo>
                <a:lnTo>
                  <a:pt x="3492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2622746" y="11306175"/>
            <a:ext cx="36689" cy="57150"/>
          </a:xfrm>
          <a:custGeom>
            <a:avLst/>
            <a:gdLst/>
            <a:ahLst/>
            <a:cxnLst/>
            <a:rect l="l" t="t" r="r" b="b"/>
            <a:pathLst>
              <a:path w="36689" h="57150">
                <a:moveTo>
                  <a:pt x="0" y="0"/>
                </a:moveTo>
                <a:lnTo>
                  <a:pt x="17639" y="57150"/>
                </a:lnTo>
                <a:lnTo>
                  <a:pt x="3668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Freeform 104"/>
          <p:cNvSpPr/>
          <p:nvPr/>
        </p:nvSpPr>
        <p:spPr>
          <a:xfrm>
            <a:off x="2640385" y="11363325"/>
            <a:ext cx="37750" cy="57150"/>
          </a:xfrm>
          <a:custGeom>
            <a:avLst/>
            <a:gdLst/>
            <a:ahLst/>
            <a:cxnLst/>
            <a:rect l="l" t="t" r="r" b="b"/>
            <a:pathLst>
              <a:path w="37750" h="57150">
                <a:moveTo>
                  <a:pt x="0" y="0"/>
                </a:moveTo>
                <a:lnTo>
                  <a:pt x="18700" y="57150"/>
                </a:lnTo>
                <a:lnTo>
                  <a:pt x="37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2659085" y="11420475"/>
            <a:ext cx="38065" cy="57150"/>
          </a:xfrm>
          <a:custGeom>
            <a:avLst/>
            <a:gdLst/>
            <a:ahLst/>
            <a:cxnLst/>
            <a:rect l="l" t="t" r="r" b="b"/>
            <a:pathLst>
              <a:path w="38066" h="57150">
                <a:moveTo>
                  <a:pt x="0" y="0"/>
                </a:moveTo>
                <a:lnTo>
                  <a:pt x="19016" y="57150"/>
                </a:lnTo>
                <a:lnTo>
                  <a:pt x="380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Freeform 106"/>
          <p:cNvSpPr/>
          <p:nvPr/>
        </p:nvSpPr>
        <p:spPr>
          <a:xfrm>
            <a:off x="2678101" y="11477625"/>
            <a:ext cx="37623" cy="57150"/>
          </a:xfrm>
          <a:custGeom>
            <a:avLst/>
            <a:gdLst/>
            <a:ahLst/>
            <a:cxnLst/>
            <a:rect l="l" t="t" r="r" b="b"/>
            <a:pathLst>
              <a:path w="37623" h="57150">
                <a:moveTo>
                  <a:pt x="0" y="0"/>
                </a:moveTo>
                <a:lnTo>
                  <a:pt x="18573" y="57150"/>
                </a:lnTo>
                <a:lnTo>
                  <a:pt x="3762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2696674" y="11534775"/>
            <a:ext cx="36439" cy="57150"/>
          </a:xfrm>
          <a:custGeom>
            <a:avLst/>
            <a:gdLst/>
            <a:ahLst/>
            <a:cxnLst/>
            <a:rect l="l" t="t" r="r" b="b"/>
            <a:pathLst>
              <a:path w="36440" h="57150">
                <a:moveTo>
                  <a:pt x="0" y="0"/>
                </a:moveTo>
                <a:lnTo>
                  <a:pt x="17390" y="57150"/>
                </a:lnTo>
                <a:lnTo>
                  <a:pt x="364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2714064" y="11591925"/>
            <a:ext cx="34563" cy="57150"/>
          </a:xfrm>
          <a:custGeom>
            <a:avLst/>
            <a:gdLst/>
            <a:ahLst/>
            <a:cxnLst/>
            <a:rect l="l" t="t" r="r" b="b"/>
            <a:pathLst>
              <a:path w="34563" h="57150">
                <a:moveTo>
                  <a:pt x="0" y="0"/>
                </a:moveTo>
                <a:lnTo>
                  <a:pt x="15513" y="57150"/>
                </a:lnTo>
                <a:lnTo>
                  <a:pt x="3456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2729577" y="11649075"/>
            <a:ext cx="32068" cy="57150"/>
          </a:xfrm>
          <a:custGeom>
            <a:avLst/>
            <a:gdLst/>
            <a:ahLst/>
            <a:cxnLst/>
            <a:rect l="l" t="t" r="r" b="b"/>
            <a:pathLst>
              <a:path w="32069" h="57150">
                <a:moveTo>
                  <a:pt x="0" y="0"/>
                </a:moveTo>
                <a:lnTo>
                  <a:pt x="13019" y="57150"/>
                </a:lnTo>
                <a:lnTo>
                  <a:pt x="3206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2742596" y="11706225"/>
            <a:ext cx="29055" cy="57150"/>
          </a:xfrm>
          <a:custGeom>
            <a:avLst/>
            <a:gdLst/>
            <a:ahLst/>
            <a:cxnLst/>
            <a:rect l="l" t="t" r="r" b="b"/>
            <a:pathLst>
              <a:path w="29055" h="57150">
                <a:moveTo>
                  <a:pt x="0" y="0"/>
                </a:moveTo>
                <a:lnTo>
                  <a:pt x="10005" y="57150"/>
                </a:lnTo>
                <a:lnTo>
                  <a:pt x="2905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752601" y="11763375"/>
            <a:ext cx="25642" cy="57150"/>
          </a:xfrm>
          <a:custGeom>
            <a:avLst/>
            <a:gdLst/>
            <a:ahLst/>
            <a:cxnLst/>
            <a:rect l="l" t="t" r="r" b="b"/>
            <a:pathLst>
              <a:path w="25643" h="57150">
                <a:moveTo>
                  <a:pt x="0" y="0"/>
                </a:moveTo>
                <a:lnTo>
                  <a:pt x="6593" y="57150"/>
                </a:lnTo>
                <a:lnTo>
                  <a:pt x="2564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2759194" y="11820525"/>
            <a:ext cx="21966" cy="57150"/>
          </a:xfrm>
          <a:custGeom>
            <a:avLst/>
            <a:gdLst/>
            <a:ahLst/>
            <a:cxnLst/>
            <a:rect l="l" t="t" r="r" b="b"/>
            <a:pathLst>
              <a:path w="21967" h="57150">
                <a:moveTo>
                  <a:pt x="0" y="0"/>
                </a:moveTo>
                <a:lnTo>
                  <a:pt x="2917" y="57150"/>
                </a:lnTo>
                <a:lnTo>
                  <a:pt x="2196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2761236" y="11877675"/>
            <a:ext cx="19924" cy="57150"/>
          </a:xfrm>
          <a:custGeom>
            <a:avLst/>
            <a:gdLst/>
            <a:ahLst/>
            <a:cxnLst/>
            <a:rect l="l" t="t" r="r" b="b"/>
            <a:pathLst>
              <a:path w="19925" h="57150">
                <a:moveTo>
                  <a:pt x="87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92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2756604" y="11934825"/>
            <a:ext cx="23681" cy="57150"/>
          </a:xfrm>
          <a:custGeom>
            <a:avLst/>
            <a:gdLst/>
            <a:ahLst/>
            <a:cxnLst/>
            <a:rect l="l" t="t" r="r" b="b"/>
            <a:pathLst>
              <a:path w="23682" h="57150">
                <a:moveTo>
                  <a:pt x="46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6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2748400" y="11991975"/>
            <a:ext cx="27254" cy="57150"/>
          </a:xfrm>
          <a:custGeom>
            <a:avLst/>
            <a:gdLst/>
            <a:ahLst/>
            <a:cxnLst/>
            <a:rect l="l" t="t" r="r" b="b"/>
            <a:pathLst>
              <a:path w="27254" h="57150">
                <a:moveTo>
                  <a:pt x="820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725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2736951" y="12049125"/>
            <a:ext cx="30499" cy="57150"/>
          </a:xfrm>
          <a:custGeom>
            <a:avLst/>
            <a:gdLst/>
            <a:ahLst/>
            <a:cxnLst/>
            <a:rect l="l" t="t" r="r" b="b"/>
            <a:pathLst>
              <a:path w="30499" h="57150">
                <a:moveTo>
                  <a:pt x="1144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049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2722713" y="12106275"/>
            <a:ext cx="33287" cy="57150"/>
          </a:xfrm>
          <a:custGeom>
            <a:avLst/>
            <a:gdLst/>
            <a:ahLst/>
            <a:cxnLst/>
            <a:rect l="l" t="t" r="r" b="b"/>
            <a:pathLst>
              <a:path w="33288" h="57150">
                <a:moveTo>
                  <a:pt x="1423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328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2706254" y="12163425"/>
            <a:ext cx="35509" cy="57150"/>
          </a:xfrm>
          <a:custGeom>
            <a:avLst/>
            <a:gdLst/>
            <a:ahLst/>
            <a:cxnLst/>
            <a:rect l="l" t="t" r="r" b="b"/>
            <a:pathLst>
              <a:path w="35509" h="57150">
                <a:moveTo>
                  <a:pt x="1645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50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2688230" y="12220575"/>
            <a:ext cx="37074" cy="57150"/>
          </a:xfrm>
          <a:custGeom>
            <a:avLst/>
            <a:gdLst/>
            <a:ahLst/>
            <a:cxnLst/>
            <a:rect l="l" t="t" r="r" b="b"/>
            <a:pathLst>
              <a:path w="37074" h="57150">
                <a:moveTo>
                  <a:pt x="1802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07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2669359" y="12277725"/>
            <a:ext cx="37920" cy="57150"/>
          </a:xfrm>
          <a:custGeom>
            <a:avLst/>
            <a:gdLst/>
            <a:ahLst/>
            <a:cxnLst/>
            <a:rect l="l" t="t" r="r" b="b"/>
            <a:pathLst>
              <a:path w="37921" h="57150">
                <a:moveTo>
                  <a:pt x="1887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92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2650395" y="12334875"/>
            <a:ext cx="38014" cy="57150"/>
          </a:xfrm>
          <a:custGeom>
            <a:avLst/>
            <a:gdLst/>
            <a:ahLst/>
            <a:cxnLst/>
            <a:rect l="l" t="t" r="r" b="b"/>
            <a:pathLst>
              <a:path w="38014" h="57150">
                <a:moveTo>
                  <a:pt x="1896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1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2632092" y="12392025"/>
            <a:ext cx="37352" cy="57150"/>
          </a:xfrm>
          <a:custGeom>
            <a:avLst/>
            <a:gdLst/>
            <a:ahLst/>
            <a:cxnLst/>
            <a:rect l="l" t="t" r="r" b="b"/>
            <a:pathLst>
              <a:path w="37353" h="57150">
                <a:moveTo>
                  <a:pt x="1830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35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2615181" y="12449175"/>
            <a:ext cx="35960" cy="57150"/>
          </a:xfrm>
          <a:custGeom>
            <a:avLst/>
            <a:gdLst/>
            <a:ahLst/>
            <a:cxnLst/>
            <a:rect l="l" t="t" r="r" b="b"/>
            <a:pathLst>
              <a:path w="35961" h="57150">
                <a:moveTo>
                  <a:pt x="1691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96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2600336" y="12506325"/>
            <a:ext cx="33895" cy="57150"/>
          </a:xfrm>
          <a:custGeom>
            <a:avLst/>
            <a:gdLst/>
            <a:ahLst/>
            <a:cxnLst/>
            <a:rect l="l" t="t" r="r" b="b"/>
            <a:pathLst>
              <a:path w="33895" h="57150">
                <a:moveTo>
                  <a:pt x="1484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389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2588149" y="12563475"/>
            <a:ext cx="31237" cy="57150"/>
          </a:xfrm>
          <a:custGeom>
            <a:avLst/>
            <a:gdLst/>
            <a:ahLst/>
            <a:cxnLst/>
            <a:rect l="l" t="t" r="r" b="b"/>
            <a:pathLst>
              <a:path w="31237" h="57150">
                <a:moveTo>
                  <a:pt x="12187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237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2579105" y="12620625"/>
            <a:ext cx="28093" cy="57150"/>
          </a:xfrm>
          <a:custGeom>
            <a:avLst/>
            <a:gdLst/>
            <a:ahLst/>
            <a:cxnLst/>
            <a:rect l="l" t="t" r="r" b="b"/>
            <a:pathLst>
              <a:path w="28094" h="57150">
                <a:moveTo>
                  <a:pt x="904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09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2573565" y="12677775"/>
            <a:ext cx="24589" cy="57150"/>
          </a:xfrm>
          <a:custGeom>
            <a:avLst/>
            <a:gdLst/>
            <a:ahLst/>
            <a:cxnLst/>
            <a:rect l="l" t="t" r="r" b="b"/>
            <a:pathLst>
              <a:path w="24590" h="57150">
                <a:moveTo>
                  <a:pt x="554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459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2571750" y="12734925"/>
            <a:ext cx="20864" cy="57150"/>
          </a:xfrm>
          <a:custGeom>
            <a:avLst/>
            <a:gdLst/>
            <a:ahLst/>
            <a:cxnLst/>
            <a:rect l="l" t="t" r="r" b="b"/>
            <a:pathLst>
              <a:path w="20865" h="57150">
                <a:moveTo>
                  <a:pt x="181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086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2571750" y="12792075"/>
            <a:ext cx="21032" cy="57150"/>
          </a:xfrm>
          <a:custGeom>
            <a:avLst/>
            <a:gdLst/>
            <a:ahLst/>
            <a:cxnLst/>
            <a:rect l="l" t="t" r="r" b="b"/>
            <a:pathLst>
              <a:path w="21033" h="57150">
                <a:moveTo>
                  <a:pt x="0" y="0"/>
                </a:moveTo>
                <a:lnTo>
                  <a:pt x="1983" y="57150"/>
                </a:lnTo>
                <a:lnTo>
                  <a:pt x="2103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2573733" y="12849225"/>
            <a:ext cx="24750" cy="57150"/>
          </a:xfrm>
          <a:custGeom>
            <a:avLst/>
            <a:gdLst/>
            <a:ahLst/>
            <a:cxnLst/>
            <a:rect l="l" t="t" r="r" b="b"/>
            <a:pathLst>
              <a:path w="24750" h="57150">
                <a:moveTo>
                  <a:pt x="0" y="0"/>
                </a:moveTo>
                <a:lnTo>
                  <a:pt x="5700" y="57150"/>
                </a:lnTo>
                <a:lnTo>
                  <a:pt x="24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666750" y="7239000"/>
            <a:ext cx="1524000" cy="1859280"/>
          </a:xfrm>
          <a:prstGeom prst="ellipse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1002029" y="7536484"/>
            <a:ext cx="182880" cy="371856"/>
          </a:xfrm>
          <a:prstGeom prst="ellipse">
            <a:avLst/>
          </a:prstGeom>
          <a:solidFill>
            <a:srgbClr val="F3F1E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1343025" y="9060180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0" y="133350"/>
                </a:moveTo>
                <a:lnTo>
                  <a:pt x="171450" y="133350"/>
                </a:lnTo>
                <a:lnTo>
                  <a:pt x="85725" y="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1428750" y="9193530"/>
            <a:ext cx="37973" cy="57150"/>
          </a:xfrm>
          <a:custGeom>
            <a:avLst/>
            <a:gdLst/>
            <a:ahLst/>
            <a:cxnLst/>
            <a:rect l="l" t="t" r="r" b="b"/>
            <a:pathLst>
              <a:path w="37973" h="57150">
                <a:moveTo>
                  <a:pt x="0" y="0"/>
                </a:moveTo>
                <a:lnTo>
                  <a:pt x="18923" y="57150"/>
                </a:lnTo>
                <a:lnTo>
                  <a:pt x="3797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Freeform 135"/>
          <p:cNvSpPr/>
          <p:nvPr/>
        </p:nvSpPr>
        <p:spPr>
          <a:xfrm>
            <a:off x="1447673" y="9250680"/>
            <a:ext cx="37218" cy="57150"/>
          </a:xfrm>
          <a:custGeom>
            <a:avLst/>
            <a:gdLst/>
            <a:ahLst/>
            <a:cxnLst/>
            <a:rect l="l" t="t" r="r" b="b"/>
            <a:pathLst>
              <a:path w="37219" h="57150">
                <a:moveTo>
                  <a:pt x="0" y="0"/>
                </a:moveTo>
                <a:lnTo>
                  <a:pt x="18169" y="57150"/>
                </a:lnTo>
                <a:lnTo>
                  <a:pt x="372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Freeform 136"/>
          <p:cNvSpPr/>
          <p:nvPr/>
        </p:nvSpPr>
        <p:spPr>
          <a:xfrm>
            <a:off x="1465842" y="9307830"/>
            <a:ext cx="35740" cy="57150"/>
          </a:xfrm>
          <a:custGeom>
            <a:avLst/>
            <a:gdLst/>
            <a:ahLst/>
            <a:cxnLst/>
            <a:rect l="l" t="t" r="r" b="b"/>
            <a:pathLst>
              <a:path w="35740" h="57150">
                <a:moveTo>
                  <a:pt x="0" y="0"/>
                </a:moveTo>
                <a:lnTo>
                  <a:pt x="16690" y="57150"/>
                </a:lnTo>
                <a:lnTo>
                  <a:pt x="357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1482532" y="9364980"/>
            <a:ext cx="33595" cy="57150"/>
          </a:xfrm>
          <a:custGeom>
            <a:avLst/>
            <a:gdLst/>
            <a:ahLst/>
            <a:cxnLst/>
            <a:rect l="l" t="t" r="r" b="b"/>
            <a:pathLst>
              <a:path w="33596" h="57150">
                <a:moveTo>
                  <a:pt x="0" y="0"/>
                </a:moveTo>
                <a:lnTo>
                  <a:pt x="14546" y="57150"/>
                </a:lnTo>
                <a:lnTo>
                  <a:pt x="3359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Freeform 138"/>
          <p:cNvSpPr/>
          <p:nvPr/>
        </p:nvSpPr>
        <p:spPr>
          <a:xfrm>
            <a:off x="1497078" y="9422130"/>
            <a:ext cx="30871" cy="57150"/>
          </a:xfrm>
          <a:custGeom>
            <a:avLst/>
            <a:gdLst/>
            <a:ahLst/>
            <a:cxnLst/>
            <a:rect l="l" t="t" r="r" b="b"/>
            <a:pathLst>
              <a:path w="30872" h="57150">
                <a:moveTo>
                  <a:pt x="0" y="0"/>
                </a:moveTo>
                <a:lnTo>
                  <a:pt x="11822" y="57150"/>
                </a:lnTo>
                <a:lnTo>
                  <a:pt x="3087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1508900" y="9479280"/>
            <a:ext cx="27676" cy="57150"/>
          </a:xfrm>
          <a:custGeom>
            <a:avLst/>
            <a:gdLst/>
            <a:ahLst/>
            <a:cxnLst/>
            <a:rect l="l" t="t" r="r" b="b"/>
            <a:pathLst>
              <a:path w="27676" h="57150">
                <a:moveTo>
                  <a:pt x="0" y="0"/>
                </a:moveTo>
                <a:lnTo>
                  <a:pt x="8626" y="57150"/>
                </a:lnTo>
                <a:lnTo>
                  <a:pt x="2767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Freeform 140"/>
          <p:cNvSpPr/>
          <p:nvPr/>
        </p:nvSpPr>
        <p:spPr>
          <a:xfrm>
            <a:off x="1517526" y="9536430"/>
            <a:ext cx="24137" cy="57150"/>
          </a:xfrm>
          <a:custGeom>
            <a:avLst/>
            <a:gdLst/>
            <a:ahLst/>
            <a:cxnLst/>
            <a:rect l="l" t="t" r="r" b="b"/>
            <a:pathLst>
              <a:path w="24138" h="57150">
                <a:moveTo>
                  <a:pt x="0" y="0"/>
                </a:moveTo>
                <a:lnTo>
                  <a:pt x="5088" y="57150"/>
                </a:lnTo>
                <a:lnTo>
                  <a:pt x="241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Freeform 141"/>
          <p:cNvSpPr/>
          <p:nvPr/>
        </p:nvSpPr>
        <p:spPr>
          <a:xfrm>
            <a:off x="1522614" y="9593580"/>
            <a:ext cx="20395" cy="57150"/>
          </a:xfrm>
          <a:custGeom>
            <a:avLst/>
            <a:gdLst/>
            <a:ahLst/>
            <a:cxnLst/>
            <a:rect l="l" t="t" r="r" b="b"/>
            <a:pathLst>
              <a:path w="20395" h="57150">
                <a:moveTo>
                  <a:pt x="0" y="0"/>
                </a:moveTo>
                <a:lnTo>
                  <a:pt x="1345" y="57150"/>
                </a:lnTo>
                <a:lnTo>
                  <a:pt x="2039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Freeform 142"/>
          <p:cNvSpPr/>
          <p:nvPr/>
        </p:nvSpPr>
        <p:spPr>
          <a:xfrm>
            <a:off x="1521508" y="9650730"/>
            <a:ext cx="21500" cy="57150"/>
          </a:xfrm>
          <a:custGeom>
            <a:avLst/>
            <a:gdLst/>
            <a:ahLst/>
            <a:cxnLst/>
            <a:rect l="l" t="t" r="r" b="b"/>
            <a:pathLst>
              <a:path w="21501" h="57150">
                <a:moveTo>
                  <a:pt x="245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150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Freeform 143"/>
          <p:cNvSpPr/>
          <p:nvPr/>
        </p:nvSpPr>
        <p:spPr>
          <a:xfrm>
            <a:off x="1515360" y="9707880"/>
            <a:ext cx="25198" cy="57150"/>
          </a:xfrm>
          <a:custGeom>
            <a:avLst/>
            <a:gdLst/>
            <a:ahLst/>
            <a:cxnLst/>
            <a:rect l="l" t="t" r="r" b="b"/>
            <a:pathLst>
              <a:path w="25198" h="57150">
                <a:moveTo>
                  <a:pt x="614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519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Freeform 144"/>
          <p:cNvSpPr/>
          <p:nvPr/>
        </p:nvSpPr>
        <p:spPr>
          <a:xfrm>
            <a:off x="1505759" y="9765030"/>
            <a:ext cx="28651" cy="57150"/>
          </a:xfrm>
          <a:custGeom>
            <a:avLst/>
            <a:gdLst/>
            <a:ahLst/>
            <a:cxnLst/>
            <a:rect l="l" t="t" r="r" b="b"/>
            <a:pathLst>
              <a:path w="28651" h="57150">
                <a:moveTo>
                  <a:pt x="960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65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Freeform 145"/>
          <p:cNvSpPr/>
          <p:nvPr/>
        </p:nvSpPr>
        <p:spPr>
          <a:xfrm>
            <a:off x="1493087" y="9822180"/>
            <a:ext cx="31721" cy="57150"/>
          </a:xfrm>
          <a:custGeom>
            <a:avLst/>
            <a:gdLst/>
            <a:ahLst/>
            <a:cxnLst/>
            <a:rect l="l" t="t" r="r" b="b"/>
            <a:pathLst>
              <a:path w="31722" h="57150">
                <a:moveTo>
                  <a:pt x="1267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72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Freeform 146"/>
          <p:cNvSpPr/>
          <p:nvPr/>
        </p:nvSpPr>
        <p:spPr>
          <a:xfrm>
            <a:off x="1477851" y="9879330"/>
            <a:ext cx="34286" cy="57150"/>
          </a:xfrm>
          <a:custGeom>
            <a:avLst/>
            <a:gdLst/>
            <a:ahLst/>
            <a:cxnLst/>
            <a:rect l="l" t="t" r="r" b="b"/>
            <a:pathLst>
              <a:path w="34286" h="57150">
                <a:moveTo>
                  <a:pt x="1523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428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Freeform 147"/>
          <p:cNvSpPr/>
          <p:nvPr/>
        </p:nvSpPr>
        <p:spPr>
          <a:xfrm>
            <a:off x="1460657" y="9936480"/>
            <a:ext cx="36243" cy="57150"/>
          </a:xfrm>
          <a:custGeom>
            <a:avLst/>
            <a:gdLst/>
            <a:ahLst/>
            <a:cxnLst/>
            <a:rect l="l" t="t" r="r" b="b"/>
            <a:pathLst>
              <a:path w="36244" h="57150">
                <a:moveTo>
                  <a:pt x="1719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24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Freeform 148"/>
          <p:cNvSpPr/>
          <p:nvPr/>
        </p:nvSpPr>
        <p:spPr>
          <a:xfrm>
            <a:off x="1442191" y="9993630"/>
            <a:ext cx="37515" cy="57150"/>
          </a:xfrm>
          <a:custGeom>
            <a:avLst/>
            <a:gdLst/>
            <a:ahLst/>
            <a:cxnLst/>
            <a:rect l="l" t="t" r="r" b="b"/>
            <a:pathLst>
              <a:path w="37516" h="57150">
                <a:moveTo>
                  <a:pt x="1846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51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Freeform 149"/>
          <p:cNvSpPr/>
          <p:nvPr/>
        </p:nvSpPr>
        <p:spPr>
          <a:xfrm>
            <a:off x="1423189" y="10050780"/>
            <a:ext cx="38051" cy="57150"/>
          </a:xfrm>
          <a:custGeom>
            <a:avLst/>
            <a:gdLst/>
            <a:ahLst/>
            <a:cxnLst/>
            <a:rect l="l" t="t" r="r" b="b"/>
            <a:pathLst>
              <a:path w="38052" h="57150">
                <a:moveTo>
                  <a:pt x="1900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5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Freeform 150"/>
          <p:cNvSpPr/>
          <p:nvPr/>
        </p:nvSpPr>
        <p:spPr>
          <a:xfrm>
            <a:off x="1404409" y="10107930"/>
            <a:ext cx="37830" cy="57150"/>
          </a:xfrm>
          <a:custGeom>
            <a:avLst/>
            <a:gdLst/>
            <a:ahLst/>
            <a:cxnLst/>
            <a:rect l="l" t="t" r="r" b="b"/>
            <a:pathLst>
              <a:path w="37830" h="57150">
                <a:moveTo>
                  <a:pt x="1878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83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Freeform 151"/>
          <p:cNvSpPr/>
          <p:nvPr/>
        </p:nvSpPr>
        <p:spPr>
          <a:xfrm>
            <a:off x="1386599" y="10165080"/>
            <a:ext cx="36859" cy="57150"/>
          </a:xfrm>
          <a:custGeom>
            <a:avLst/>
            <a:gdLst/>
            <a:ahLst/>
            <a:cxnLst/>
            <a:rect l="l" t="t" r="r" b="b"/>
            <a:pathLst>
              <a:path w="36860" h="57150">
                <a:moveTo>
                  <a:pt x="1781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86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Freeform 152"/>
          <p:cNvSpPr/>
          <p:nvPr/>
        </p:nvSpPr>
        <p:spPr>
          <a:xfrm>
            <a:off x="1370470" y="10222230"/>
            <a:ext cx="35179" cy="57150"/>
          </a:xfrm>
          <a:custGeom>
            <a:avLst/>
            <a:gdLst/>
            <a:ahLst/>
            <a:cxnLst/>
            <a:rect l="l" t="t" r="r" b="b"/>
            <a:pathLst>
              <a:path w="35179" h="57150">
                <a:moveTo>
                  <a:pt x="1612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17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Freeform 153"/>
          <p:cNvSpPr/>
          <p:nvPr/>
        </p:nvSpPr>
        <p:spPr>
          <a:xfrm>
            <a:off x="1356664" y="10279380"/>
            <a:ext cx="32855" cy="57150"/>
          </a:xfrm>
          <a:custGeom>
            <a:avLst/>
            <a:gdLst/>
            <a:ahLst/>
            <a:cxnLst/>
            <a:rect l="l" t="t" r="r" b="b"/>
            <a:pathLst>
              <a:path w="32856" h="57150">
                <a:moveTo>
                  <a:pt x="1380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285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Freeform 154"/>
          <p:cNvSpPr/>
          <p:nvPr/>
        </p:nvSpPr>
        <p:spPr>
          <a:xfrm>
            <a:off x="1345732" y="10336530"/>
            <a:ext cx="29982" cy="57150"/>
          </a:xfrm>
          <a:custGeom>
            <a:avLst/>
            <a:gdLst/>
            <a:ahLst/>
            <a:cxnLst/>
            <a:rect l="l" t="t" r="r" b="b"/>
            <a:pathLst>
              <a:path w="29982" h="57150">
                <a:moveTo>
                  <a:pt x="109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99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Freeform 155"/>
          <p:cNvSpPr/>
          <p:nvPr/>
        </p:nvSpPr>
        <p:spPr>
          <a:xfrm>
            <a:off x="1338109" y="10393680"/>
            <a:ext cx="26672" cy="57150"/>
          </a:xfrm>
          <a:custGeom>
            <a:avLst/>
            <a:gdLst/>
            <a:ahLst/>
            <a:cxnLst/>
            <a:rect l="l" t="t" r="r" b="b"/>
            <a:pathLst>
              <a:path w="26673" h="57150">
                <a:moveTo>
                  <a:pt x="762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667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Freeform 156"/>
          <p:cNvSpPr/>
          <p:nvPr/>
        </p:nvSpPr>
        <p:spPr>
          <a:xfrm>
            <a:off x="1334100" y="10450830"/>
            <a:ext cx="23058" cy="57150"/>
          </a:xfrm>
          <a:custGeom>
            <a:avLst/>
            <a:gdLst/>
            <a:ahLst/>
            <a:cxnLst/>
            <a:rect l="l" t="t" r="r" b="b"/>
            <a:pathLst>
              <a:path w="23059" h="57150">
                <a:moveTo>
                  <a:pt x="400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05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Freeform 157"/>
          <p:cNvSpPr/>
          <p:nvPr/>
        </p:nvSpPr>
        <p:spPr>
          <a:xfrm>
            <a:off x="1333865" y="10507980"/>
            <a:ext cx="19285" cy="57150"/>
          </a:xfrm>
          <a:custGeom>
            <a:avLst/>
            <a:gdLst/>
            <a:ahLst/>
            <a:cxnLst/>
            <a:rect l="l" t="t" r="r" b="b"/>
            <a:pathLst>
              <a:path w="19285" h="57150">
                <a:moveTo>
                  <a:pt x="23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28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Freeform 158"/>
          <p:cNvSpPr/>
          <p:nvPr/>
        </p:nvSpPr>
        <p:spPr>
          <a:xfrm>
            <a:off x="1333865" y="10565130"/>
            <a:ext cx="22597" cy="57150"/>
          </a:xfrm>
          <a:custGeom>
            <a:avLst/>
            <a:gdLst/>
            <a:ahLst/>
            <a:cxnLst/>
            <a:rect l="l" t="t" r="r" b="b"/>
            <a:pathLst>
              <a:path w="22597" h="57150">
                <a:moveTo>
                  <a:pt x="0" y="0"/>
                </a:moveTo>
                <a:lnTo>
                  <a:pt x="3547" y="57150"/>
                </a:lnTo>
                <a:lnTo>
                  <a:pt x="2259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Freeform 159"/>
          <p:cNvSpPr/>
          <p:nvPr/>
        </p:nvSpPr>
        <p:spPr>
          <a:xfrm>
            <a:off x="1337412" y="10622280"/>
            <a:ext cx="26238" cy="57150"/>
          </a:xfrm>
          <a:custGeom>
            <a:avLst/>
            <a:gdLst/>
            <a:ahLst/>
            <a:cxnLst/>
            <a:rect l="l" t="t" r="r" b="b"/>
            <a:pathLst>
              <a:path w="26238" h="57150">
                <a:moveTo>
                  <a:pt x="0" y="0"/>
                </a:moveTo>
                <a:lnTo>
                  <a:pt x="7188" y="57150"/>
                </a:lnTo>
                <a:lnTo>
                  <a:pt x="262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Freeform 160"/>
          <p:cNvSpPr/>
          <p:nvPr/>
        </p:nvSpPr>
        <p:spPr>
          <a:xfrm>
            <a:off x="1344600" y="10679430"/>
            <a:ext cx="29593" cy="57150"/>
          </a:xfrm>
          <a:custGeom>
            <a:avLst/>
            <a:gdLst/>
            <a:ahLst/>
            <a:cxnLst/>
            <a:rect l="l" t="t" r="r" b="b"/>
            <a:pathLst>
              <a:path w="29594" h="57150">
                <a:moveTo>
                  <a:pt x="0" y="0"/>
                </a:moveTo>
                <a:lnTo>
                  <a:pt x="10544" y="57150"/>
                </a:lnTo>
                <a:lnTo>
                  <a:pt x="29594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Freeform 161"/>
          <p:cNvSpPr/>
          <p:nvPr/>
        </p:nvSpPr>
        <p:spPr>
          <a:xfrm>
            <a:off x="1355144" y="10736580"/>
            <a:ext cx="32527" cy="57150"/>
          </a:xfrm>
          <a:custGeom>
            <a:avLst/>
            <a:gdLst/>
            <a:ahLst/>
            <a:cxnLst/>
            <a:rect l="l" t="t" r="r" b="b"/>
            <a:pathLst>
              <a:path w="32527" h="57150">
                <a:moveTo>
                  <a:pt x="0" y="0"/>
                </a:moveTo>
                <a:lnTo>
                  <a:pt x="13477" y="57150"/>
                </a:lnTo>
                <a:lnTo>
                  <a:pt x="3252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Freeform 162"/>
          <p:cNvSpPr/>
          <p:nvPr/>
        </p:nvSpPr>
        <p:spPr>
          <a:xfrm>
            <a:off x="1368621" y="10793730"/>
            <a:ext cx="34924" cy="57150"/>
          </a:xfrm>
          <a:custGeom>
            <a:avLst/>
            <a:gdLst/>
            <a:ahLst/>
            <a:cxnLst/>
            <a:rect l="l" t="t" r="r" b="b"/>
            <a:pathLst>
              <a:path w="34925" h="57150">
                <a:moveTo>
                  <a:pt x="0" y="0"/>
                </a:moveTo>
                <a:lnTo>
                  <a:pt x="15875" y="57150"/>
                </a:lnTo>
                <a:lnTo>
                  <a:pt x="3492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Freeform 163"/>
          <p:cNvSpPr/>
          <p:nvPr/>
        </p:nvSpPr>
        <p:spPr>
          <a:xfrm>
            <a:off x="1384496" y="10850880"/>
            <a:ext cx="36689" cy="57150"/>
          </a:xfrm>
          <a:custGeom>
            <a:avLst/>
            <a:gdLst/>
            <a:ahLst/>
            <a:cxnLst/>
            <a:rect l="l" t="t" r="r" b="b"/>
            <a:pathLst>
              <a:path w="36689" h="57150">
                <a:moveTo>
                  <a:pt x="0" y="0"/>
                </a:moveTo>
                <a:lnTo>
                  <a:pt x="17639" y="57150"/>
                </a:lnTo>
                <a:lnTo>
                  <a:pt x="3668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Freeform 164"/>
          <p:cNvSpPr/>
          <p:nvPr/>
        </p:nvSpPr>
        <p:spPr>
          <a:xfrm>
            <a:off x="1402135" y="10908030"/>
            <a:ext cx="37750" cy="57150"/>
          </a:xfrm>
          <a:custGeom>
            <a:avLst/>
            <a:gdLst/>
            <a:ahLst/>
            <a:cxnLst/>
            <a:rect l="l" t="t" r="r" b="b"/>
            <a:pathLst>
              <a:path w="37750" h="57150">
                <a:moveTo>
                  <a:pt x="0" y="0"/>
                </a:moveTo>
                <a:lnTo>
                  <a:pt x="18700" y="57150"/>
                </a:lnTo>
                <a:lnTo>
                  <a:pt x="37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Freeform 165"/>
          <p:cNvSpPr/>
          <p:nvPr/>
        </p:nvSpPr>
        <p:spPr>
          <a:xfrm>
            <a:off x="1420835" y="10965180"/>
            <a:ext cx="38065" cy="57150"/>
          </a:xfrm>
          <a:custGeom>
            <a:avLst/>
            <a:gdLst/>
            <a:ahLst/>
            <a:cxnLst/>
            <a:rect l="l" t="t" r="r" b="b"/>
            <a:pathLst>
              <a:path w="38066" h="57150">
                <a:moveTo>
                  <a:pt x="0" y="0"/>
                </a:moveTo>
                <a:lnTo>
                  <a:pt x="19016" y="57150"/>
                </a:lnTo>
                <a:lnTo>
                  <a:pt x="380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Freeform 166"/>
          <p:cNvSpPr/>
          <p:nvPr/>
        </p:nvSpPr>
        <p:spPr>
          <a:xfrm>
            <a:off x="1439851" y="11022330"/>
            <a:ext cx="37623" cy="57150"/>
          </a:xfrm>
          <a:custGeom>
            <a:avLst/>
            <a:gdLst/>
            <a:ahLst/>
            <a:cxnLst/>
            <a:rect l="l" t="t" r="r" b="b"/>
            <a:pathLst>
              <a:path w="37623" h="57150">
                <a:moveTo>
                  <a:pt x="0" y="0"/>
                </a:moveTo>
                <a:lnTo>
                  <a:pt x="18573" y="57150"/>
                </a:lnTo>
                <a:lnTo>
                  <a:pt x="3762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1458424" y="11079480"/>
            <a:ext cx="36439" cy="57150"/>
          </a:xfrm>
          <a:custGeom>
            <a:avLst/>
            <a:gdLst/>
            <a:ahLst/>
            <a:cxnLst/>
            <a:rect l="l" t="t" r="r" b="b"/>
            <a:pathLst>
              <a:path w="36440" h="57150">
                <a:moveTo>
                  <a:pt x="0" y="0"/>
                </a:moveTo>
                <a:lnTo>
                  <a:pt x="17390" y="57150"/>
                </a:lnTo>
                <a:lnTo>
                  <a:pt x="364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Freeform 168"/>
          <p:cNvSpPr/>
          <p:nvPr/>
        </p:nvSpPr>
        <p:spPr>
          <a:xfrm>
            <a:off x="1475814" y="11136630"/>
            <a:ext cx="34563" cy="57150"/>
          </a:xfrm>
          <a:custGeom>
            <a:avLst/>
            <a:gdLst/>
            <a:ahLst/>
            <a:cxnLst/>
            <a:rect l="l" t="t" r="r" b="b"/>
            <a:pathLst>
              <a:path w="34563" h="57150">
                <a:moveTo>
                  <a:pt x="0" y="0"/>
                </a:moveTo>
                <a:lnTo>
                  <a:pt x="15513" y="57150"/>
                </a:lnTo>
                <a:lnTo>
                  <a:pt x="3456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Freeform 169"/>
          <p:cNvSpPr/>
          <p:nvPr/>
        </p:nvSpPr>
        <p:spPr>
          <a:xfrm>
            <a:off x="1491327" y="11193780"/>
            <a:ext cx="32068" cy="57150"/>
          </a:xfrm>
          <a:custGeom>
            <a:avLst/>
            <a:gdLst/>
            <a:ahLst/>
            <a:cxnLst/>
            <a:rect l="l" t="t" r="r" b="b"/>
            <a:pathLst>
              <a:path w="32069" h="57150">
                <a:moveTo>
                  <a:pt x="0" y="0"/>
                </a:moveTo>
                <a:lnTo>
                  <a:pt x="13019" y="57150"/>
                </a:lnTo>
                <a:lnTo>
                  <a:pt x="3206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Freeform 170"/>
          <p:cNvSpPr/>
          <p:nvPr/>
        </p:nvSpPr>
        <p:spPr>
          <a:xfrm>
            <a:off x="1504346" y="11250930"/>
            <a:ext cx="29055" cy="57150"/>
          </a:xfrm>
          <a:custGeom>
            <a:avLst/>
            <a:gdLst/>
            <a:ahLst/>
            <a:cxnLst/>
            <a:rect l="l" t="t" r="r" b="b"/>
            <a:pathLst>
              <a:path w="29055" h="57150">
                <a:moveTo>
                  <a:pt x="0" y="0"/>
                </a:moveTo>
                <a:lnTo>
                  <a:pt x="10005" y="57150"/>
                </a:lnTo>
                <a:lnTo>
                  <a:pt x="2905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Freeform 171"/>
          <p:cNvSpPr/>
          <p:nvPr/>
        </p:nvSpPr>
        <p:spPr>
          <a:xfrm>
            <a:off x="1514351" y="11308080"/>
            <a:ext cx="25642" cy="57150"/>
          </a:xfrm>
          <a:custGeom>
            <a:avLst/>
            <a:gdLst/>
            <a:ahLst/>
            <a:cxnLst/>
            <a:rect l="l" t="t" r="r" b="b"/>
            <a:pathLst>
              <a:path w="25643" h="57150">
                <a:moveTo>
                  <a:pt x="0" y="0"/>
                </a:moveTo>
                <a:lnTo>
                  <a:pt x="6593" y="57150"/>
                </a:lnTo>
                <a:lnTo>
                  <a:pt x="2564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Freeform 172"/>
          <p:cNvSpPr/>
          <p:nvPr/>
        </p:nvSpPr>
        <p:spPr>
          <a:xfrm>
            <a:off x="1520944" y="11365230"/>
            <a:ext cx="21966" cy="57150"/>
          </a:xfrm>
          <a:custGeom>
            <a:avLst/>
            <a:gdLst/>
            <a:ahLst/>
            <a:cxnLst/>
            <a:rect l="l" t="t" r="r" b="b"/>
            <a:pathLst>
              <a:path w="21967" h="57150">
                <a:moveTo>
                  <a:pt x="0" y="0"/>
                </a:moveTo>
                <a:lnTo>
                  <a:pt x="2917" y="57150"/>
                </a:lnTo>
                <a:lnTo>
                  <a:pt x="2196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Freeform 173"/>
          <p:cNvSpPr/>
          <p:nvPr/>
        </p:nvSpPr>
        <p:spPr>
          <a:xfrm>
            <a:off x="1522986" y="11422380"/>
            <a:ext cx="19924" cy="57150"/>
          </a:xfrm>
          <a:custGeom>
            <a:avLst/>
            <a:gdLst/>
            <a:ahLst/>
            <a:cxnLst/>
            <a:rect l="l" t="t" r="r" b="b"/>
            <a:pathLst>
              <a:path w="19925" h="57150">
                <a:moveTo>
                  <a:pt x="87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92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Freeform 174"/>
          <p:cNvSpPr/>
          <p:nvPr/>
        </p:nvSpPr>
        <p:spPr>
          <a:xfrm>
            <a:off x="1518354" y="11479530"/>
            <a:ext cx="23681" cy="57150"/>
          </a:xfrm>
          <a:custGeom>
            <a:avLst/>
            <a:gdLst/>
            <a:ahLst/>
            <a:cxnLst/>
            <a:rect l="l" t="t" r="r" b="b"/>
            <a:pathLst>
              <a:path w="23682" h="57150">
                <a:moveTo>
                  <a:pt x="46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6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Freeform 175"/>
          <p:cNvSpPr/>
          <p:nvPr/>
        </p:nvSpPr>
        <p:spPr>
          <a:xfrm>
            <a:off x="1510150" y="11536680"/>
            <a:ext cx="27254" cy="57150"/>
          </a:xfrm>
          <a:custGeom>
            <a:avLst/>
            <a:gdLst/>
            <a:ahLst/>
            <a:cxnLst/>
            <a:rect l="l" t="t" r="r" b="b"/>
            <a:pathLst>
              <a:path w="27254" h="57150">
                <a:moveTo>
                  <a:pt x="820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725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Freeform 176"/>
          <p:cNvSpPr/>
          <p:nvPr/>
        </p:nvSpPr>
        <p:spPr>
          <a:xfrm>
            <a:off x="1498701" y="11593830"/>
            <a:ext cx="30499" cy="57150"/>
          </a:xfrm>
          <a:custGeom>
            <a:avLst/>
            <a:gdLst/>
            <a:ahLst/>
            <a:cxnLst/>
            <a:rect l="l" t="t" r="r" b="b"/>
            <a:pathLst>
              <a:path w="30499" h="57150">
                <a:moveTo>
                  <a:pt x="1144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049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Freeform 177"/>
          <p:cNvSpPr/>
          <p:nvPr/>
        </p:nvSpPr>
        <p:spPr>
          <a:xfrm>
            <a:off x="1484463" y="11650980"/>
            <a:ext cx="33287" cy="57150"/>
          </a:xfrm>
          <a:custGeom>
            <a:avLst/>
            <a:gdLst/>
            <a:ahLst/>
            <a:cxnLst/>
            <a:rect l="l" t="t" r="r" b="b"/>
            <a:pathLst>
              <a:path w="33288" h="57150">
                <a:moveTo>
                  <a:pt x="1423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328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Freeform 178"/>
          <p:cNvSpPr/>
          <p:nvPr/>
        </p:nvSpPr>
        <p:spPr>
          <a:xfrm>
            <a:off x="1468004" y="11708130"/>
            <a:ext cx="35509" cy="57150"/>
          </a:xfrm>
          <a:custGeom>
            <a:avLst/>
            <a:gdLst/>
            <a:ahLst/>
            <a:cxnLst/>
            <a:rect l="l" t="t" r="r" b="b"/>
            <a:pathLst>
              <a:path w="35509" h="57150">
                <a:moveTo>
                  <a:pt x="1645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50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Freeform 179"/>
          <p:cNvSpPr/>
          <p:nvPr/>
        </p:nvSpPr>
        <p:spPr>
          <a:xfrm>
            <a:off x="1449980" y="11765280"/>
            <a:ext cx="37074" cy="57150"/>
          </a:xfrm>
          <a:custGeom>
            <a:avLst/>
            <a:gdLst/>
            <a:ahLst/>
            <a:cxnLst/>
            <a:rect l="l" t="t" r="r" b="b"/>
            <a:pathLst>
              <a:path w="37074" h="57150">
                <a:moveTo>
                  <a:pt x="1802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07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Freeform 180"/>
          <p:cNvSpPr/>
          <p:nvPr/>
        </p:nvSpPr>
        <p:spPr>
          <a:xfrm>
            <a:off x="1431109" y="11822430"/>
            <a:ext cx="37920" cy="57150"/>
          </a:xfrm>
          <a:custGeom>
            <a:avLst/>
            <a:gdLst/>
            <a:ahLst/>
            <a:cxnLst/>
            <a:rect l="l" t="t" r="r" b="b"/>
            <a:pathLst>
              <a:path w="37921" h="57150">
                <a:moveTo>
                  <a:pt x="1887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92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Freeform 181"/>
          <p:cNvSpPr/>
          <p:nvPr/>
        </p:nvSpPr>
        <p:spPr>
          <a:xfrm>
            <a:off x="1412145" y="11879580"/>
            <a:ext cx="38014" cy="57150"/>
          </a:xfrm>
          <a:custGeom>
            <a:avLst/>
            <a:gdLst/>
            <a:ahLst/>
            <a:cxnLst/>
            <a:rect l="l" t="t" r="r" b="b"/>
            <a:pathLst>
              <a:path w="38014" h="57150">
                <a:moveTo>
                  <a:pt x="1896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1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Freeform 182"/>
          <p:cNvSpPr/>
          <p:nvPr/>
        </p:nvSpPr>
        <p:spPr>
          <a:xfrm>
            <a:off x="1393842" y="11936730"/>
            <a:ext cx="37352" cy="57150"/>
          </a:xfrm>
          <a:custGeom>
            <a:avLst/>
            <a:gdLst/>
            <a:ahLst/>
            <a:cxnLst/>
            <a:rect l="l" t="t" r="r" b="b"/>
            <a:pathLst>
              <a:path w="37353" h="57150">
                <a:moveTo>
                  <a:pt x="1830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35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Freeform 183"/>
          <p:cNvSpPr/>
          <p:nvPr/>
        </p:nvSpPr>
        <p:spPr>
          <a:xfrm>
            <a:off x="1376931" y="11993880"/>
            <a:ext cx="35960" cy="57150"/>
          </a:xfrm>
          <a:custGeom>
            <a:avLst/>
            <a:gdLst/>
            <a:ahLst/>
            <a:cxnLst/>
            <a:rect l="l" t="t" r="r" b="b"/>
            <a:pathLst>
              <a:path w="35961" h="57150">
                <a:moveTo>
                  <a:pt x="1691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96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Freeform 184"/>
          <p:cNvSpPr/>
          <p:nvPr/>
        </p:nvSpPr>
        <p:spPr>
          <a:xfrm>
            <a:off x="1362086" y="12051030"/>
            <a:ext cx="33895" cy="57150"/>
          </a:xfrm>
          <a:custGeom>
            <a:avLst/>
            <a:gdLst/>
            <a:ahLst/>
            <a:cxnLst/>
            <a:rect l="l" t="t" r="r" b="b"/>
            <a:pathLst>
              <a:path w="33895" h="57150">
                <a:moveTo>
                  <a:pt x="1484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389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Freeform 185"/>
          <p:cNvSpPr/>
          <p:nvPr/>
        </p:nvSpPr>
        <p:spPr>
          <a:xfrm>
            <a:off x="1349899" y="12108180"/>
            <a:ext cx="31237" cy="57150"/>
          </a:xfrm>
          <a:custGeom>
            <a:avLst/>
            <a:gdLst/>
            <a:ahLst/>
            <a:cxnLst/>
            <a:rect l="l" t="t" r="r" b="b"/>
            <a:pathLst>
              <a:path w="31237" h="57150">
                <a:moveTo>
                  <a:pt x="12187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237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Freeform 186"/>
          <p:cNvSpPr/>
          <p:nvPr/>
        </p:nvSpPr>
        <p:spPr>
          <a:xfrm>
            <a:off x="1340855" y="12165330"/>
            <a:ext cx="28093" cy="57150"/>
          </a:xfrm>
          <a:custGeom>
            <a:avLst/>
            <a:gdLst/>
            <a:ahLst/>
            <a:cxnLst/>
            <a:rect l="l" t="t" r="r" b="b"/>
            <a:pathLst>
              <a:path w="28094" h="57150">
                <a:moveTo>
                  <a:pt x="904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09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Freeform 187"/>
          <p:cNvSpPr/>
          <p:nvPr/>
        </p:nvSpPr>
        <p:spPr>
          <a:xfrm>
            <a:off x="1335315" y="12222480"/>
            <a:ext cx="24589" cy="57150"/>
          </a:xfrm>
          <a:custGeom>
            <a:avLst/>
            <a:gdLst/>
            <a:ahLst/>
            <a:cxnLst/>
            <a:rect l="l" t="t" r="r" b="b"/>
            <a:pathLst>
              <a:path w="24590" h="57150">
                <a:moveTo>
                  <a:pt x="554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459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Freeform 188"/>
          <p:cNvSpPr/>
          <p:nvPr/>
        </p:nvSpPr>
        <p:spPr>
          <a:xfrm>
            <a:off x="1333500" y="12279630"/>
            <a:ext cx="20864" cy="57150"/>
          </a:xfrm>
          <a:custGeom>
            <a:avLst/>
            <a:gdLst/>
            <a:ahLst/>
            <a:cxnLst/>
            <a:rect l="l" t="t" r="r" b="b"/>
            <a:pathLst>
              <a:path w="20865" h="57150">
                <a:moveTo>
                  <a:pt x="181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086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Freeform 189"/>
          <p:cNvSpPr/>
          <p:nvPr/>
        </p:nvSpPr>
        <p:spPr>
          <a:xfrm>
            <a:off x="1333500" y="12336780"/>
            <a:ext cx="21032" cy="57150"/>
          </a:xfrm>
          <a:custGeom>
            <a:avLst/>
            <a:gdLst/>
            <a:ahLst/>
            <a:cxnLst/>
            <a:rect l="l" t="t" r="r" b="b"/>
            <a:pathLst>
              <a:path w="21033" h="57150">
                <a:moveTo>
                  <a:pt x="0" y="0"/>
                </a:moveTo>
                <a:lnTo>
                  <a:pt x="1983" y="57150"/>
                </a:lnTo>
                <a:lnTo>
                  <a:pt x="2103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Freeform 190"/>
          <p:cNvSpPr/>
          <p:nvPr/>
        </p:nvSpPr>
        <p:spPr>
          <a:xfrm>
            <a:off x="1335483" y="12393930"/>
            <a:ext cx="24750" cy="57150"/>
          </a:xfrm>
          <a:custGeom>
            <a:avLst/>
            <a:gdLst/>
            <a:ahLst/>
            <a:cxnLst/>
            <a:rect l="l" t="t" r="r" b="b"/>
            <a:pathLst>
              <a:path w="24750" h="57150">
                <a:moveTo>
                  <a:pt x="0" y="0"/>
                </a:moveTo>
                <a:lnTo>
                  <a:pt x="5700" y="57150"/>
                </a:lnTo>
                <a:lnTo>
                  <a:pt x="24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Freeform 191"/>
          <p:cNvSpPr/>
          <p:nvPr/>
        </p:nvSpPr>
        <p:spPr>
          <a:xfrm>
            <a:off x="1341183" y="12451080"/>
            <a:ext cx="28241" cy="57150"/>
          </a:xfrm>
          <a:custGeom>
            <a:avLst/>
            <a:gdLst/>
            <a:ahLst/>
            <a:cxnLst/>
            <a:rect l="l" t="t" r="r" b="b"/>
            <a:pathLst>
              <a:path w="28242" h="57150">
                <a:moveTo>
                  <a:pt x="0" y="0"/>
                </a:moveTo>
                <a:lnTo>
                  <a:pt x="9192" y="57150"/>
                </a:lnTo>
                <a:lnTo>
                  <a:pt x="2824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Freeform 192"/>
          <p:cNvSpPr/>
          <p:nvPr/>
        </p:nvSpPr>
        <p:spPr>
          <a:xfrm>
            <a:off x="1350375" y="12508230"/>
            <a:ext cx="31366" cy="57150"/>
          </a:xfrm>
          <a:custGeom>
            <a:avLst/>
            <a:gdLst/>
            <a:ahLst/>
            <a:cxnLst/>
            <a:rect l="l" t="t" r="r" b="b"/>
            <a:pathLst>
              <a:path w="31366" h="57150">
                <a:moveTo>
                  <a:pt x="0" y="0"/>
                </a:moveTo>
                <a:lnTo>
                  <a:pt x="12316" y="57150"/>
                </a:lnTo>
                <a:lnTo>
                  <a:pt x="313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Freeform 193"/>
          <p:cNvSpPr/>
          <p:nvPr/>
        </p:nvSpPr>
        <p:spPr>
          <a:xfrm>
            <a:off x="1362691" y="12565380"/>
            <a:ext cx="33999" cy="57150"/>
          </a:xfrm>
          <a:custGeom>
            <a:avLst/>
            <a:gdLst/>
            <a:ahLst/>
            <a:cxnLst/>
            <a:rect l="l" t="t" r="r" b="b"/>
            <a:pathLst>
              <a:path w="34000" h="57150">
                <a:moveTo>
                  <a:pt x="0" y="0"/>
                </a:moveTo>
                <a:lnTo>
                  <a:pt x="14950" y="57150"/>
                </a:lnTo>
                <a:lnTo>
                  <a:pt x="3400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Freeform 194"/>
          <p:cNvSpPr/>
          <p:nvPr/>
        </p:nvSpPr>
        <p:spPr>
          <a:xfrm>
            <a:off x="1377641" y="12622530"/>
            <a:ext cx="36037" cy="57150"/>
          </a:xfrm>
          <a:custGeom>
            <a:avLst/>
            <a:gdLst/>
            <a:ahLst/>
            <a:cxnLst/>
            <a:rect l="l" t="t" r="r" b="b"/>
            <a:pathLst>
              <a:path w="36037" h="57150">
                <a:moveTo>
                  <a:pt x="0" y="0"/>
                </a:moveTo>
                <a:lnTo>
                  <a:pt x="16987" y="57150"/>
                </a:lnTo>
                <a:lnTo>
                  <a:pt x="3603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Freeform 195"/>
          <p:cNvSpPr/>
          <p:nvPr/>
        </p:nvSpPr>
        <p:spPr>
          <a:xfrm>
            <a:off x="1394628" y="12679680"/>
            <a:ext cx="37397" cy="57150"/>
          </a:xfrm>
          <a:custGeom>
            <a:avLst/>
            <a:gdLst/>
            <a:ahLst/>
            <a:cxnLst/>
            <a:rect l="l" t="t" r="r" b="b"/>
            <a:pathLst>
              <a:path w="37398" h="57150">
                <a:moveTo>
                  <a:pt x="0" y="0"/>
                </a:moveTo>
                <a:lnTo>
                  <a:pt x="18348" y="57150"/>
                </a:lnTo>
                <a:lnTo>
                  <a:pt x="3739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Freeform 196"/>
          <p:cNvSpPr/>
          <p:nvPr/>
        </p:nvSpPr>
        <p:spPr>
          <a:xfrm>
            <a:off x="1412976" y="12736830"/>
            <a:ext cx="38026" cy="57150"/>
          </a:xfrm>
          <a:custGeom>
            <a:avLst/>
            <a:gdLst/>
            <a:ahLst/>
            <a:cxnLst/>
            <a:rect l="l" t="t" r="r" b="b"/>
            <a:pathLst>
              <a:path w="38026" h="57150">
                <a:moveTo>
                  <a:pt x="0" y="0"/>
                </a:moveTo>
                <a:lnTo>
                  <a:pt x="18976" y="57150"/>
                </a:lnTo>
                <a:lnTo>
                  <a:pt x="3802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Freeform 197"/>
          <p:cNvSpPr/>
          <p:nvPr/>
        </p:nvSpPr>
        <p:spPr>
          <a:xfrm>
            <a:off x="1431952" y="12793980"/>
            <a:ext cx="37898" cy="57150"/>
          </a:xfrm>
          <a:custGeom>
            <a:avLst/>
            <a:gdLst/>
            <a:ahLst/>
            <a:cxnLst/>
            <a:rect l="l" t="t" r="r" b="b"/>
            <a:pathLst>
              <a:path w="37899" h="57150">
                <a:moveTo>
                  <a:pt x="0" y="0"/>
                </a:moveTo>
                <a:lnTo>
                  <a:pt x="18849" y="57150"/>
                </a:lnTo>
                <a:lnTo>
                  <a:pt x="3789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Freeform 198"/>
          <p:cNvSpPr/>
          <p:nvPr/>
        </p:nvSpPr>
        <p:spPr>
          <a:xfrm>
            <a:off x="1450801" y="12851130"/>
            <a:ext cx="37019" cy="57150"/>
          </a:xfrm>
          <a:custGeom>
            <a:avLst/>
            <a:gdLst/>
            <a:ahLst/>
            <a:cxnLst/>
            <a:rect l="l" t="t" r="r" b="b"/>
            <a:pathLst>
              <a:path w="37019" h="57150">
                <a:moveTo>
                  <a:pt x="0" y="0"/>
                </a:moveTo>
                <a:lnTo>
                  <a:pt x="17969" y="57150"/>
                </a:lnTo>
                <a:lnTo>
                  <a:pt x="370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1333500" y="8858250"/>
            <a:ext cx="1333500" cy="1626869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1626870" y="9118549"/>
            <a:ext cx="160020" cy="325373"/>
          </a:xfrm>
          <a:prstGeom prst="ellipse">
            <a:avLst/>
          </a:prstGeom>
          <a:solidFill>
            <a:srgbClr val="F3F1E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Freeform 201"/>
          <p:cNvSpPr/>
          <p:nvPr/>
        </p:nvSpPr>
        <p:spPr>
          <a:xfrm>
            <a:off x="1914525" y="10447020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0" y="133350"/>
                </a:moveTo>
                <a:lnTo>
                  <a:pt x="171450" y="133350"/>
                </a:lnTo>
                <a:lnTo>
                  <a:pt x="85725" y="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Freeform 202"/>
          <p:cNvSpPr/>
          <p:nvPr/>
        </p:nvSpPr>
        <p:spPr>
          <a:xfrm>
            <a:off x="2000250" y="10580370"/>
            <a:ext cx="37973" cy="57150"/>
          </a:xfrm>
          <a:custGeom>
            <a:avLst/>
            <a:gdLst/>
            <a:ahLst/>
            <a:cxnLst/>
            <a:rect l="l" t="t" r="r" b="b"/>
            <a:pathLst>
              <a:path w="37973" h="57150">
                <a:moveTo>
                  <a:pt x="0" y="0"/>
                </a:moveTo>
                <a:lnTo>
                  <a:pt x="18923" y="57150"/>
                </a:lnTo>
                <a:lnTo>
                  <a:pt x="3797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Freeform 203"/>
          <p:cNvSpPr/>
          <p:nvPr/>
        </p:nvSpPr>
        <p:spPr>
          <a:xfrm>
            <a:off x="2019173" y="10637520"/>
            <a:ext cx="37218" cy="57150"/>
          </a:xfrm>
          <a:custGeom>
            <a:avLst/>
            <a:gdLst/>
            <a:ahLst/>
            <a:cxnLst/>
            <a:rect l="l" t="t" r="r" b="b"/>
            <a:pathLst>
              <a:path w="37219" h="57150">
                <a:moveTo>
                  <a:pt x="0" y="0"/>
                </a:moveTo>
                <a:lnTo>
                  <a:pt x="18169" y="57150"/>
                </a:lnTo>
                <a:lnTo>
                  <a:pt x="372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Freeform 204"/>
          <p:cNvSpPr/>
          <p:nvPr/>
        </p:nvSpPr>
        <p:spPr>
          <a:xfrm>
            <a:off x="2037342" y="10694670"/>
            <a:ext cx="35740" cy="57150"/>
          </a:xfrm>
          <a:custGeom>
            <a:avLst/>
            <a:gdLst/>
            <a:ahLst/>
            <a:cxnLst/>
            <a:rect l="l" t="t" r="r" b="b"/>
            <a:pathLst>
              <a:path w="35740" h="57150">
                <a:moveTo>
                  <a:pt x="0" y="0"/>
                </a:moveTo>
                <a:lnTo>
                  <a:pt x="16690" y="57150"/>
                </a:lnTo>
                <a:lnTo>
                  <a:pt x="357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Freeform 205"/>
          <p:cNvSpPr/>
          <p:nvPr/>
        </p:nvSpPr>
        <p:spPr>
          <a:xfrm>
            <a:off x="2054032" y="10751820"/>
            <a:ext cx="33595" cy="57150"/>
          </a:xfrm>
          <a:custGeom>
            <a:avLst/>
            <a:gdLst/>
            <a:ahLst/>
            <a:cxnLst/>
            <a:rect l="l" t="t" r="r" b="b"/>
            <a:pathLst>
              <a:path w="33596" h="57150">
                <a:moveTo>
                  <a:pt x="0" y="0"/>
                </a:moveTo>
                <a:lnTo>
                  <a:pt x="14546" y="57150"/>
                </a:lnTo>
                <a:lnTo>
                  <a:pt x="3359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Freeform 206"/>
          <p:cNvSpPr/>
          <p:nvPr/>
        </p:nvSpPr>
        <p:spPr>
          <a:xfrm>
            <a:off x="2068578" y="10808970"/>
            <a:ext cx="30871" cy="57150"/>
          </a:xfrm>
          <a:custGeom>
            <a:avLst/>
            <a:gdLst/>
            <a:ahLst/>
            <a:cxnLst/>
            <a:rect l="l" t="t" r="r" b="b"/>
            <a:pathLst>
              <a:path w="30872" h="57150">
                <a:moveTo>
                  <a:pt x="0" y="0"/>
                </a:moveTo>
                <a:lnTo>
                  <a:pt x="11822" y="57150"/>
                </a:lnTo>
                <a:lnTo>
                  <a:pt x="3087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Freeform 207"/>
          <p:cNvSpPr/>
          <p:nvPr/>
        </p:nvSpPr>
        <p:spPr>
          <a:xfrm>
            <a:off x="2080400" y="10866120"/>
            <a:ext cx="27676" cy="57150"/>
          </a:xfrm>
          <a:custGeom>
            <a:avLst/>
            <a:gdLst/>
            <a:ahLst/>
            <a:cxnLst/>
            <a:rect l="l" t="t" r="r" b="b"/>
            <a:pathLst>
              <a:path w="27676" h="57150">
                <a:moveTo>
                  <a:pt x="0" y="0"/>
                </a:moveTo>
                <a:lnTo>
                  <a:pt x="8626" y="57150"/>
                </a:lnTo>
                <a:lnTo>
                  <a:pt x="2767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Freeform 208"/>
          <p:cNvSpPr/>
          <p:nvPr/>
        </p:nvSpPr>
        <p:spPr>
          <a:xfrm>
            <a:off x="2089026" y="10923270"/>
            <a:ext cx="24137" cy="57150"/>
          </a:xfrm>
          <a:custGeom>
            <a:avLst/>
            <a:gdLst/>
            <a:ahLst/>
            <a:cxnLst/>
            <a:rect l="l" t="t" r="r" b="b"/>
            <a:pathLst>
              <a:path w="24138" h="57150">
                <a:moveTo>
                  <a:pt x="0" y="0"/>
                </a:moveTo>
                <a:lnTo>
                  <a:pt x="5088" y="57150"/>
                </a:lnTo>
                <a:lnTo>
                  <a:pt x="241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Freeform 209"/>
          <p:cNvSpPr/>
          <p:nvPr/>
        </p:nvSpPr>
        <p:spPr>
          <a:xfrm>
            <a:off x="2094114" y="10980420"/>
            <a:ext cx="20395" cy="57150"/>
          </a:xfrm>
          <a:custGeom>
            <a:avLst/>
            <a:gdLst/>
            <a:ahLst/>
            <a:cxnLst/>
            <a:rect l="l" t="t" r="r" b="b"/>
            <a:pathLst>
              <a:path w="20395" h="57150">
                <a:moveTo>
                  <a:pt x="0" y="0"/>
                </a:moveTo>
                <a:lnTo>
                  <a:pt x="1345" y="57150"/>
                </a:lnTo>
                <a:lnTo>
                  <a:pt x="2039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Freeform 210"/>
          <p:cNvSpPr/>
          <p:nvPr/>
        </p:nvSpPr>
        <p:spPr>
          <a:xfrm>
            <a:off x="2093008" y="11037570"/>
            <a:ext cx="21500" cy="57150"/>
          </a:xfrm>
          <a:custGeom>
            <a:avLst/>
            <a:gdLst/>
            <a:ahLst/>
            <a:cxnLst/>
            <a:rect l="l" t="t" r="r" b="b"/>
            <a:pathLst>
              <a:path w="21501" h="57150">
                <a:moveTo>
                  <a:pt x="245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150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Freeform 211"/>
          <p:cNvSpPr/>
          <p:nvPr/>
        </p:nvSpPr>
        <p:spPr>
          <a:xfrm>
            <a:off x="2086860" y="11094720"/>
            <a:ext cx="25198" cy="57150"/>
          </a:xfrm>
          <a:custGeom>
            <a:avLst/>
            <a:gdLst/>
            <a:ahLst/>
            <a:cxnLst/>
            <a:rect l="l" t="t" r="r" b="b"/>
            <a:pathLst>
              <a:path w="25198" h="57150">
                <a:moveTo>
                  <a:pt x="614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519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Freeform 212"/>
          <p:cNvSpPr/>
          <p:nvPr/>
        </p:nvSpPr>
        <p:spPr>
          <a:xfrm>
            <a:off x="2077259" y="11151870"/>
            <a:ext cx="28651" cy="57150"/>
          </a:xfrm>
          <a:custGeom>
            <a:avLst/>
            <a:gdLst/>
            <a:ahLst/>
            <a:cxnLst/>
            <a:rect l="l" t="t" r="r" b="b"/>
            <a:pathLst>
              <a:path w="28651" h="57150">
                <a:moveTo>
                  <a:pt x="960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65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Freeform 213"/>
          <p:cNvSpPr/>
          <p:nvPr/>
        </p:nvSpPr>
        <p:spPr>
          <a:xfrm>
            <a:off x="2064587" y="11209020"/>
            <a:ext cx="31721" cy="57150"/>
          </a:xfrm>
          <a:custGeom>
            <a:avLst/>
            <a:gdLst/>
            <a:ahLst/>
            <a:cxnLst/>
            <a:rect l="l" t="t" r="r" b="b"/>
            <a:pathLst>
              <a:path w="31722" h="57150">
                <a:moveTo>
                  <a:pt x="1267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72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Freeform 214"/>
          <p:cNvSpPr/>
          <p:nvPr/>
        </p:nvSpPr>
        <p:spPr>
          <a:xfrm>
            <a:off x="2049351" y="11266170"/>
            <a:ext cx="34286" cy="57150"/>
          </a:xfrm>
          <a:custGeom>
            <a:avLst/>
            <a:gdLst/>
            <a:ahLst/>
            <a:cxnLst/>
            <a:rect l="l" t="t" r="r" b="b"/>
            <a:pathLst>
              <a:path w="34286" h="57150">
                <a:moveTo>
                  <a:pt x="1523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428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Freeform 215"/>
          <p:cNvSpPr/>
          <p:nvPr/>
        </p:nvSpPr>
        <p:spPr>
          <a:xfrm>
            <a:off x="2032157" y="11323320"/>
            <a:ext cx="36243" cy="57150"/>
          </a:xfrm>
          <a:custGeom>
            <a:avLst/>
            <a:gdLst/>
            <a:ahLst/>
            <a:cxnLst/>
            <a:rect l="l" t="t" r="r" b="b"/>
            <a:pathLst>
              <a:path w="36244" h="57150">
                <a:moveTo>
                  <a:pt x="1719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24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Freeform 216"/>
          <p:cNvSpPr/>
          <p:nvPr/>
        </p:nvSpPr>
        <p:spPr>
          <a:xfrm>
            <a:off x="2013691" y="11380470"/>
            <a:ext cx="37515" cy="57150"/>
          </a:xfrm>
          <a:custGeom>
            <a:avLst/>
            <a:gdLst/>
            <a:ahLst/>
            <a:cxnLst/>
            <a:rect l="l" t="t" r="r" b="b"/>
            <a:pathLst>
              <a:path w="37516" h="57150">
                <a:moveTo>
                  <a:pt x="1846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51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Freeform 217"/>
          <p:cNvSpPr/>
          <p:nvPr/>
        </p:nvSpPr>
        <p:spPr>
          <a:xfrm>
            <a:off x="1994689" y="11437620"/>
            <a:ext cx="38051" cy="57150"/>
          </a:xfrm>
          <a:custGeom>
            <a:avLst/>
            <a:gdLst/>
            <a:ahLst/>
            <a:cxnLst/>
            <a:rect l="l" t="t" r="r" b="b"/>
            <a:pathLst>
              <a:path w="38052" h="57150">
                <a:moveTo>
                  <a:pt x="1900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5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Freeform 218"/>
          <p:cNvSpPr/>
          <p:nvPr/>
        </p:nvSpPr>
        <p:spPr>
          <a:xfrm>
            <a:off x="1975909" y="11494770"/>
            <a:ext cx="37830" cy="57150"/>
          </a:xfrm>
          <a:custGeom>
            <a:avLst/>
            <a:gdLst/>
            <a:ahLst/>
            <a:cxnLst/>
            <a:rect l="l" t="t" r="r" b="b"/>
            <a:pathLst>
              <a:path w="37830" h="57150">
                <a:moveTo>
                  <a:pt x="1878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83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Freeform 219"/>
          <p:cNvSpPr/>
          <p:nvPr/>
        </p:nvSpPr>
        <p:spPr>
          <a:xfrm>
            <a:off x="1958099" y="11551920"/>
            <a:ext cx="36859" cy="57150"/>
          </a:xfrm>
          <a:custGeom>
            <a:avLst/>
            <a:gdLst/>
            <a:ahLst/>
            <a:cxnLst/>
            <a:rect l="l" t="t" r="r" b="b"/>
            <a:pathLst>
              <a:path w="36860" h="57150">
                <a:moveTo>
                  <a:pt x="1781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86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Freeform 220"/>
          <p:cNvSpPr/>
          <p:nvPr/>
        </p:nvSpPr>
        <p:spPr>
          <a:xfrm>
            <a:off x="1941970" y="11609070"/>
            <a:ext cx="35179" cy="57150"/>
          </a:xfrm>
          <a:custGeom>
            <a:avLst/>
            <a:gdLst/>
            <a:ahLst/>
            <a:cxnLst/>
            <a:rect l="l" t="t" r="r" b="b"/>
            <a:pathLst>
              <a:path w="35179" h="57150">
                <a:moveTo>
                  <a:pt x="1612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17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Freeform 221"/>
          <p:cNvSpPr/>
          <p:nvPr/>
        </p:nvSpPr>
        <p:spPr>
          <a:xfrm>
            <a:off x="1928164" y="11666220"/>
            <a:ext cx="32855" cy="57150"/>
          </a:xfrm>
          <a:custGeom>
            <a:avLst/>
            <a:gdLst/>
            <a:ahLst/>
            <a:cxnLst/>
            <a:rect l="l" t="t" r="r" b="b"/>
            <a:pathLst>
              <a:path w="32856" h="57150">
                <a:moveTo>
                  <a:pt x="1380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285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Freeform 222"/>
          <p:cNvSpPr/>
          <p:nvPr/>
        </p:nvSpPr>
        <p:spPr>
          <a:xfrm>
            <a:off x="1917232" y="11723370"/>
            <a:ext cx="29982" cy="57150"/>
          </a:xfrm>
          <a:custGeom>
            <a:avLst/>
            <a:gdLst/>
            <a:ahLst/>
            <a:cxnLst/>
            <a:rect l="l" t="t" r="r" b="b"/>
            <a:pathLst>
              <a:path w="29982" h="57150">
                <a:moveTo>
                  <a:pt x="109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99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Freeform 223"/>
          <p:cNvSpPr/>
          <p:nvPr/>
        </p:nvSpPr>
        <p:spPr>
          <a:xfrm>
            <a:off x="1909609" y="11780520"/>
            <a:ext cx="26672" cy="57150"/>
          </a:xfrm>
          <a:custGeom>
            <a:avLst/>
            <a:gdLst/>
            <a:ahLst/>
            <a:cxnLst/>
            <a:rect l="l" t="t" r="r" b="b"/>
            <a:pathLst>
              <a:path w="26673" h="57150">
                <a:moveTo>
                  <a:pt x="762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667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Freeform 224"/>
          <p:cNvSpPr/>
          <p:nvPr/>
        </p:nvSpPr>
        <p:spPr>
          <a:xfrm>
            <a:off x="1905600" y="11837670"/>
            <a:ext cx="23058" cy="57150"/>
          </a:xfrm>
          <a:custGeom>
            <a:avLst/>
            <a:gdLst/>
            <a:ahLst/>
            <a:cxnLst/>
            <a:rect l="l" t="t" r="r" b="b"/>
            <a:pathLst>
              <a:path w="23059" h="57150">
                <a:moveTo>
                  <a:pt x="400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05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Freeform 225"/>
          <p:cNvSpPr/>
          <p:nvPr/>
        </p:nvSpPr>
        <p:spPr>
          <a:xfrm>
            <a:off x="1905365" y="11894820"/>
            <a:ext cx="19285" cy="57150"/>
          </a:xfrm>
          <a:custGeom>
            <a:avLst/>
            <a:gdLst/>
            <a:ahLst/>
            <a:cxnLst/>
            <a:rect l="l" t="t" r="r" b="b"/>
            <a:pathLst>
              <a:path w="19285" h="57150">
                <a:moveTo>
                  <a:pt x="23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28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Freeform 226"/>
          <p:cNvSpPr/>
          <p:nvPr/>
        </p:nvSpPr>
        <p:spPr>
          <a:xfrm>
            <a:off x="1905365" y="11951970"/>
            <a:ext cx="22597" cy="57150"/>
          </a:xfrm>
          <a:custGeom>
            <a:avLst/>
            <a:gdLst/>
            <a:ahLst/>
            <a:cxnLst/>
            <a:rect l="l" t="t" r="r" b="b"/>
            <a:pathLst>
              <a:path w="22597" h="57150">
                <a:moveTo>
                  <a:pt x="0" y="0"/>
                </a:moveTo>
                <a:lnTo>
                  <a:pt x="3547" y="57150"/>
                </a:lnTo>
                <a:lnTo>
                  <a:pt x="2259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Freeform 227"/>
          <p:cNvSpPr/>
          <p:nvPr/>
        </p:nvSpPr>
        <p:spPr>
          <a:xfrm>
            <a:off x="1908912" y="12009120"/>
            <a:ext cx="26238" cy="57150"/>
          </a:xfrm>
          <a:custGeom>
            <a:avLst/>
            <a:gdLst/>
            <a:ahLst/>
            <a:cxnLst/>
            <a:rect l="l" t="t" r="r" b="b"/>
            <a:pathLst>
              <a:path w="26238" h="57150">
                <a:moveTo>
                  <a:pt x="0" y="0"/>
                </a:moveTo>
                <a:lnTo>
                  <a:pt x="7188" y="57150"/>
                </a:lnTo>
                <a:lnTo>
                  <a:pt x="262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Freeform 228"/>
          <p:cNvSpPr/>
          <p:nvPr/>
        </p:nvSpPr>
        <p:spPr>
          <a:xfrm>
            <a:off x="1916100" y="12066270"/>
            <a:ext cx="29593" cy="57150"/>
          </a:xfrm>
          <a:custGeom>
            <a:avLst/>
            <a:gdLst/>
            <a:ahLst/>
            <a:cxnLst/>
            <a:rect l="l" t="t" r="r" b="b"/>
            <a:pathLst>
              <a:path w="29594" h="57150">
                <a:moveTo>
                  <a:pt x="0" y="0"/>
                </a:moveTo>
                <a:lnTo>
                  <a:pt x="10544" y="57150"/>
                </a:lnTo>
                <a:lnTo>
                  <a:pt x="29594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Freeform 229"/>
          <p:cNvSpPr/>
          <p:nvPr/>
        </p:nvSpPr>
        <p:spPr>
          <a:xfrm>
            <a:off x="1926644" y="12123420"/>
            <a:ext cx="32527" cy="57150"/>
          </a:xfrm>
          <a:custGeom>
            <a:avLst/>
            <a:gdLst/>
            <a:ahLst/>
            <a:cxnLst/>
            <a:rect l="l" t="t" r="r" b="b"/>
            <a:pathLst>
              <a:path w="32527" h="57150">
                <a:moveTo>
                  <a:pt x="0" y="0"/>
                </a:moveTo>
                <a:lnTo>
                  <a:pt x="13477" y="57150"/>
                </a:lnTo>
                <a:lnTo>
                  <a:pt x="3252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Freeform 230"/>
          <p:cNvSpPr/>
          <p:nvPr/>
        </p:nvSpPr>
        <p:spPr>
          <a:xfrm>
            <a:off x="1940121" y="12180570"/>
            <a:ext cx="34924" cy="57150"/>
          </a:xfrm>
          <a:custGeom>
            <a:avLst/>
            <a:gdLst/>
            <a:ahLst/>
            <a:cxnLst/>
            <a:rect l="l" t="t" r="r" b="b"/>
            <a:pathLst>
              <a:path w="34925" h="57150">
                <a:moveTo>
                  <a:pt x="0" y="0"/>
                </a:moveTo>
                <a:lnTo>
                  <a:pt x="15875" y="57150"/>
                </a:lnTo>
                <a:lnTo>
                  <a:pt x="3492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Freeform 231"/>
          <p:cNvSpPr/>
          <p:nvPr/>
        </p:nvSpPr>
        <p:spPr>
          <a:xfrm>
            <a:off x="1955996" y="12237720"/>
            <a:ext cx="36689" cy="57150"/>
          </a:xfrm>
          <a:custGeom>
            <a:avLst/>
            <a:gdLst/>
            <a:ahLst/>
            <a:cxnLst/>
            <a:rect l="l" t="t" r="r" b="b"/>
            <a:pathLst>
              <a:path w="36689" h="57150">
                <a:moveTo>
                  <a:pt x="0" y="0"/>
                </a:moveTo>
                <a:lnTo>
                  <a:pt x="17639" y="57150"/>
                </a:lnTo>
                <a:lnTo>
                  <a:pt x="3668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Freeform 232"/>
          <p:cNvSpPr/>
          <p:nvPr/>
        </p:nvSpPr>
        <p:spPr>
          <a:xfrm>
            <a:off x="1973635" y="12294870"/>
            <a:ext cx="37750" cy="57150"/>
          </a:xfrm>
          <a:custGeom>
            <a:avLst/>
            <a:gdLst/>
            <a:ahLst/>
            <a:cxnLst/>
            <a:rect l="l" t="t" r="r" b="b"/>
            <a:pathLst>
              <a:path w="37750" h="57150">
                <a:moveTo>
                  <a:pt x="0" y="0"/>
                </a:moveTo>
                <a:lnTo>
                  <a:pt x="18700" y="57150"/>
                </a:lnTo>
                <a:lnTo>
                  <a:pt x="37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Freeform 233"/>
          <p:cNvSpPr/>
          <p:nvPr/>
        </p:nvSpPr>
        <p:spPr>
          <a:xfrm>
            <a:off x="1992335" y="12352020"/>
            <a:ext cx="38065" cy="57150"/>
          </a:xfrm>
          <a:custGeom>
            <a:avLst/>
            <a:gdLst/>
            <a:ahLst/>
            <a:cxnLst/>
            <a:rect l="l" t="t" r="r" b="b"/>
            <a:pathLst>
              <a:path w="38066" h="57150">
                <a:moveTo>
                  <a:pt x="0" y="0"/>
                </a:moveTo>
                <a:lnTo>
                  <a:pt x="19016" y="57150"/>
                </a:lnTo>
                <a:lnTo>
                  <a:pt x="380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Freeform 234"/>
          <p:cNvSpPr/>
          <p:nvPr/>
        </p:nvSpPr>
        <p:spPr>
          <a:xfrm>
            <a:off x="2011351" y="12409170"/>
            <a:ext cx="37623" cy="57150"/>
          </a:xfrm>
          <a:custGeom>
            <a:avLst/>
            <a:gdLst/>
            <a:ahLst/>
            <a:cxnLst/>
            <a:rect l="l" t="t" r="r" b="b"/>
            <a:pathLst>
              <a:path w="37623" h="57150">
                <a:moveTo>
                  <a:pt x="0" y="0"/>
                </a:moveTo>
                <a:lnTo>
                  <a:pt x="18573" y="57150"/>
                </a:lnTo>
                <a:lnTo>
                  <a:pt x="3762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Freeform 235"/>
          <p:cNvSpPr/>
          <p:nvPr/>
        </p:nvSpPr>
        <p:spPr>
          <a:xfrm>
            <a:off x="2029924" y="12466320"/>
            <a:ext cx="36439" cy="57150"/>
          </a:xfrm>
          <a:custGeom>
            <a:avLst/>
            <a:gdLst/>
            <a:ahLst/>
            <a:cxnLst/>
            <a:rect l="l" t="t" r="r" b="b"/>
            <a:pathLst>
              <a:path w="36440" h="57150">
                <a:moveTo>
                  <a:pt x="0" y="0"/>
                </a:moveTo>
                <a:lnTo>
                  <a:pt x="17390" y="57150"/>
                </a:lnTo>
                <a:lnTo>
                  <a:pt x="364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Freeform 236"/>
          <p:cNvSpPr/>
          <p:nvPr/>
        </p:nvSpPr>
        <p:spPr>
          <a:xfrm>
            <a:off x="2047314" y="12523470"/>
            <a:ext cx="34563" cy="57150"/>
          </a:xfrm>
          <a:custGeom>
            <a:avLst/>
            <a:gdLst/>
            <a:ahLst/>
            <a:cxnLst/>
            <a:rect l="l" t="t" r="r" b="b"/>
            <a:pathLst>
              <a:path w="34563" h="57150">
                <a:moveTo>
                  <a:pt x="0" y="0"/>
                </a:moveTo>
                <a:lnTo>
                  <a:pt x="15513" y="57150"/>
                </a:lnTo>
                <a:lnTo>
                  <a:pt x="3456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Freeform 237"/>
          <p:cNvSpPr/>
          <p:nvPr/>
        </p:nvSpPr>
        <p:spPr>
          <a:xfrm>
            <a:off x="2062827" y="12580620"/>
            <a:ext cx="32068" cy="57150"/>
          </a:xfrm>
          <a:custGeom>
            <a:avLst/>
            <a:gdLst/>
            <a:ahLst/>
            <a:cxnLst/>
            <a:rect l="l" t="t" r="r" b="b"/>
            <a:pathLst>
              <a:path w="32069" h="57150">
                <a:moveTo>
                  <a:pt x="0" y="0"/>
                </a:moveTo>
                <a:lnTo>
                  <a:pt x="13019" y="57150"/>
                </a:lnTo>
                <a:lnTo>
                  <a:pt x="3206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Freeform 238"/>
          <p:cNvSpPr/>
          <p:nvPr/>
        </p:nvSpPr>
        <p:spPr>
          <a:xfrm>
            <a:off x="2075846" y="12637770"/>
            <a:ext cx="29055" cy="57150"/>
          </a:xfrm>
          <a:custGeom>
            <a:avLst/>
            <a:gdLst/>
            <a:ahLst/>
            <a:cxnLst/>
            <a:rect l="l" t="t" r="r" b="b"/>
            <a:pathLst>
              <a:path w="29055" h="57150">
                <a:moveTo>
                  <a:pt x="0" y="0"/>
                </a:moveTo>
                <a:lnTo>
                  <a:pt x="10005" y="57150"/>
                </a:lnTo>
                <a:lnTo>
                  <a:pt x="2905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Freeform 239"/>
          <p:cNvSpPr/>
          <p:nvPr/>
        </p:nvSpPr>
        <p:spPr>
          <a:xfrm>
            <a:off x="2085851" y="12694920"/>
            <a:ext cx="25642" cy="57150"/>
          </a:xfrm>
          <a:custGeom>
            <a:avLst/>
            <a:gdLst/>
            <a:ahLst/>
            <a:cxnLst/>
            <a:rect l="l" t="t" r="r" b="b"/>
            <a:pathLst>
              <a:path w="25643" h="57150">
                <a:moveTo>
                  <a:pt x="0" y="0"/>
                </a:moveTo>
                <a:lnTo>
                  <a:pt x="6593" y="57150"/>
                </a:lnTo>
                <a:lnTo>
                  <a:pt x="2564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Freeform 240"/>
          <p:cNvSpPr/>
          <p:nvPr/>
        </p:nvSpPr>
        <p:spPr>
          <a:xfrm>
            <a:off x="2092444" y="12752070"/>
            <a:ext cx="21966" cy="57150"/>
          </a:xfrm>
          <a:custGeom>
            <a:avLst/>
            <a:gdLst/>
            <a:ahLst/>
            <a:cxnLst/>
            <a:rect l="l" t="t" r="r" b="b"/>
            <a:pathLst>
              <a:path w="21967" h="57150">
                <a:moveTo>
                  <a:pt x="0" y="0"/>
                </a:moveTo>
                <a:lnTo>
                  <a:pt x="2917" y="57150"/>
                </a:lnTo>
                <a:lnTo>
                  <a:pt x="2196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Freeform 241"/>
          <p:cNvSpPr/>
          <p:nvPr/>
        </p:nvSpPr>
        <p:spPr>
          <a:xfrm>
            <a:off x="2094486" y="12809220"/>
            <a:ext cx="19924" cy="57150"/>
          </a:xfrm>
          <a:custGeom>
            <a:avLst/>
            <a:gdLst/>
            <a:ahLst/>
            <a:cxnLst/>
            <a:rect l="l" t="t" r="r" b="b"/>
            <a:pathLst>
              <a:path w="19925" h="57150">
                <a:moveTo>
                  <a:pt x="87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92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Freeform 242"/>
          <p:cNvSpPr/>
          <p:nvPr/>
        </p:nvSpPr>
        <p:spPr>
          <a:xfrm>
            <a:off x="2089854" y="12866370"/>
            <a:ext cx="23681" cy="57150"/>
          </a:xfrm>
          <a:custGeom>
            <a:avLst/>
            <a:gdLst/>
            <a:ahLst/>
            <a:cxnLst/>
            <a:rect l="l" t="t" r="r" b="b"/>
            <a:pathLst>
              <a:path w="23682" h="57150">
                <a:moveTo>
                  <a:pt x="46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6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6905625" y="7810500"/>
            <a:ext cx="1428750" cy="1743075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7219950" y="8089392"/>
            <a:ext cx="171450" cy="348615"/>
          </a:xfrm>
          <a:prstGeom prst="ellipse">
            <a:avLst/>
          </a:prstGeom>
          <a:solidFill>
            <a:srgbClr val="F3F1E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Freeform 245"/>
          <p:cNvSpPr/>
          <p:nvPr/>
        </p:nvSpPr>
        <p:spPr>
          <a:xfrm>
            <a:off x="7534275" y="9515475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0" y="133350"/>
                </a:moveTo>
                <a:lnTo>
                  <a:pt x="171450" y="133350"/>
                </a:lnTo>
                <a:lnTo>
                  <a:pt x="85725" y="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Freeform 246"/>
          <p:cNvSpPr/>
          <p:nvPr/>
        </p:nvSpPr>
        <p:spPr>
          <a:xfrm>
            <a:off x="7620000" y="9648825"/>
            <a:ext cx="37973" cy="57150"/>
          </a:xfrm>
          <a:custGeom>
            <a:avLst/>
            <a:gdLst/>
            <a:ahLst/>
            <a:cxnLst/>
            <a:rect l="l" t="t" r="r" b="b"/>
            <a:pathLst>
              <a:path w="37973" h="57150">
                <a:moveTo>
                  <a:pt x="0" y="0"/>
                </a:moveTo>
                <a:lnTo>
                  <a:pt x="18923" y="57150"/>
                </a:lnTo>
                <a:lnTo>
                  <a:pt x="3797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Freeform 247"/>
          <p:cNvSpPr/>
          <p:nvPr/>
        </p:nvSpPr>
        <p:spPr>
          <a:xfrm>
            <a:off x="7638923" y="9705975"/>
            <a:ext cx="37218" cy="57150"/>
          </a:xfrm>
          <a:custGeom>
            <a:avLst/>
            <a:gdLst/>
            <a:ahLst/>
            <a:cxnLst/>
            <a:rect l="l" t="t" r="r" b="b"/>
            <a:pathLst>
              <a:path w="37219" h="57150">
                <a:moveTo>
                  <a:pt x="0" y="0"/>
                </a:moveTo>
                <a:lnTo>
                  <a:pt x="18169" y="57150"/>
                </a:lnTo>
                <a:lnTo>
                  <a:pt x="372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Freeform 248"/>
          <p:cNvSpPr/>
          <p:nvPr/>
        </p:nvSpPr>
        <p:spPr>
          <a:xfrm>
            <a:off x="7657092" y="9763125"/>
            <a:ext cx="35740" cy="57150"/>
          </a:xfrm>
          <a:custGeom>
            <a:avLst/>
            <a:gdLst/>
            <a:ahLst/>
            <a:cxnLst/>
            <a:rect l="l" t="t" r="r" b="b"/>
            <a:pathLst>
              <a:path w="35740" h="57150">
                <a:moveTo>
                  <a:pt x="0" y="0"/>
                </a:moveTo>
                <a:lnTo>
                  <a:pt x="16690" y="57150"/>
                </a:lnTo>
                <a:lnTo>
                  <a:pt x="357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Freeform 249"/>
          <p:cNvSpPr/>
          <p:nvPr/>
        </p:nvSpPr>
        <p:spPr>
          <a:xfrm>
            <a:off x="7673782" y="9820275"/>
            <a:ext cx="33595" cy="57150"/>
          </a:xfrm>
          <a:custGeom>
            <a:avLst/>
            <a:gdLst/>
            <a:ahLst/>
            <a:cxnLst/>
            <a:rect l="l" t="t" r="r" b="b"/>
            <a:pathLst>
              <a:path w="33596" h="57150">
                <a:moveTo>
                  <a:pt x="0" y="0"/>
                </a:moveTo>
                <a:lnTo>
                  <a:pt x="14546" y="57150"/>
                </a:lnTo>
                <a:lnTo>
                  <a:pt x="3359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Freeform 250"/>
          <p:cNvSpPr/>
          <p:nvPr/>
        </p:nvSpPr>
        <p:spPr>
          <a:xfrm>
            <a:off x="7688328" y="9877425"/>
            <a:ext cx="30871" cy="57150"/>
          </a:xfrm>
          <a:custGeom>
            <a:avLst/>
            <a:gdLst/>
            <a:ahLst/>
            <a:cxnLst/>
            <a:rect l="l" t="t" r="r" b="b"/>
            <a:pathLst>
              <a:path w="30872" h="57150">
                <a:moveTo>
                  <a:pt x="0" y="0"/>
                </a:moveTo>
                <a:lnTo>
                  <a:pt x="11822" y="57150"/>
                </a:lnTo>
                <a:lnTo>
                  <a:pt x="3087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Freeform 251"/>
          <p:cNvSpPr/>
          <p:nvPr/>
        </p:nvSpPr>
        <p:spPr>
          <a:xfrm>
            <a:off x="7700150" y="9934575"/>
            <a:ext cx="27676" cy="57150"/>
          </a:xfrm>
          <a:custGeom>
            <a:avLst/>
            <a:gdLst/>
            <a:ahLst/>
            <a:cxnLst/>
            <a:rect l="l" t="t" r="r" b="b"/>
            <a:pathLst>
              <a:path w="27676" h="57150">
                <a:moveTo>
                  <a:pt x="0" y="0"/>
                </a:moveTo>
                <a:lnTo>
                  <a:pt x="8626" y="57150"/>
                </a:lnTo>
                <a:lnTo>
                  <a:pt x="2767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Freeform 252"/>
          <p:cNvSpPr/>
          <p:nvPr/>
        </p:nvSpPr>
        <p:spPr>
          <a:xfrm>
            <a:off x="7708776" y="9991725"/>
            <a:ext cx="24137" cy="57150"/>
          </a:xfrm>
          <a:custGeom>
            <a:avLst/>
            <a:gdLst/>
            <a:ahLst/>
            <a:cxnLst/>
            <a:rect l="l" t="t" r="r" b="b"/>
            <a:pathLst>
              <a:path w="24138" h="57150">
                <a:moveTo>
                  <a:pt x="0" y="0"/>
                </a:moveTo>
                <a:lnTo>
                  <a:pt x="5088" y="57150"/>
                </a:lnTo>
                <a:lnTo>
                  <a:pt x="241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Freeform 253"/>
          <p:cNvSpPr/>
          <p:nvPr/>
        </p:nvSpPr>
        <p:spPr>
          <a:xfrm>
            <a:off x="7713864" y="10048875"/>
            <a:ext cx="20395" cy="57150"/>
          </a:xfrm>
          <a:custGeom>
            <a:avLst/>
            <a:gdLst/>
            <a:ahLst/>
            <a:cxnLst/>
            <a:rect l="l" t="t" r="r" b="b"/>
            <a:pathLst>
              <a:path w="20395" h="57150">
                <a:moveTo>
                  <a:pt x="0" y="0"/>
                </a:moveTo>
                <a:lnTo>
                  <a:pt x="1345" y="57150"/>
                </a:lnTo>
                <a:lnTo>
                  <a:pt x="2039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Freeform 254"/>
          <p:cNvSpPr/>
          <p:nvPr/>
        </p:nvSpPr>
        <p:spPr>
          <a:xfrm>
            <a:off x="7712758" y="10106025"/>
            <a:ext cx="21500" cy="57150"/>
          </a:xfrm>
          <a:custGeom>
            <a:avLst/>
            <a:gdLst/>
            <a:ahLst/>
            <a:cxnLst/>
            <a:rect l="l" t="t" r="r" b="b"/>
            <a:pathLst>
              <a:path w="21501" h="57150">
                <a:moveTo>
                  <a:pt x="245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150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Freeform 255"/>
          <p:cNvSpPr/>
          <p:nvPr/>
        </p:nvSpPr>
        <p:spPr>
          <a:xfrm>
            <a:off x="7706610" y="10163175"/>
            <a:ext cx="25198" cy="57150"/>
          </a:xfrm>
          <a:custGeom>
            <a:avLst/>
            <a:gdLst/>
            <a:ahLst/>
            <a:cxnLst/>
            <a:rect l="l" t="t" r="r" b="b"/>
            <a:pathLst>
              <a:path w="25198" h="57150">
                <a:moveTo>
                  <a:pt x="614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519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Freeform 256"/>
          <p:cNvSpPr/>
          <p:nvPr/>
        </p:nvSpPr>
        <p:spPr>
          <a:xfrm>
            <a:off x="7697009" y="10220325"/>
            <a:ext cx="28651" cy="57150"/>
          </a:xfrm>
          <a:custGeom>
            <a:avLst/>
            <a:gdLst/>
            <a:ahLst/>
            <a:cxnLst/>
            <a:rect l="l" t="t" r="r" b="b"/>
            <a:pathLst>
              <a:path w="28651" h="57150">
                <a:moveTo>
                  <a:pt x="960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65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Freeform 257"/>
          <p:cNvSpPr/>
          <p:nvPr/>
        </p:nvSpPr>
        <p:spPr>
          <a:xfrm>
            <a:off x="7684337" y="10277475"/>
            <a:ext cx="31721" cy="57150"/>
          </a:xfrm>
          <a:custGeom>
            <a:avLst/>
            <a:gdLst/>
            <a:ahLst/>
            <a:cxnLst/>
            <a:rect l="l" t="t" r="r" b="b"/>
            <a:pathLst>
              <a:path w="31722" h="57150">
                <a:moveTo>
                  <a:pt x="1267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72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Freeform 258"/>
          <p:cNvSpPr/>
          <p:nvPr/>
        </p:nvSpPr>
        <p:spPr>
          <a:xfrm>
            <a:off x="7669101" y="10334625"/>
            <a:ext cx="34286" cy="57150"/>
          </a:xfrm>
          <a:custGeom>
            <a:avLst/>
            <a:gdLst/>
            <a:ahLst/>
            <a:cxnLst/>
            <a:rect l="l" t="t" r="r" b="b"/>
            <a:pathLst>
              <a:path w="34286" h="57150">
                <a:moveTo>
                  <a:pt x="1523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428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Freeform 259"/>
          <p:cNvSpPr/>
          <p:nvPr/>
        </p:nvSpPr>
        <p:spPr>
          <a:xfrm>
            <a:off x="7651907" y="10391775"/>
            <a:ext cx="36243" cy="57150"/>
          </a:xfrm>
          <a:custGeom>
            <a:avLst/>
            <a:gdLst/>
            <a:ahLst/>
            <a:cxnLst/>
            <a:rect l="l" t="t" r="r" b="b"/>
            <a:pathLst>
              <a:path w="36244" h="57150">
                <a:moveTo>
                  <a:pt x="1719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24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Freeform 260"/>
          <p:cNvSpPr/>
          <p:nvPr/>
        </p:nvSpPr>
        <p:spPr>
          <a:xfrm>
            <a:off x="7633441" y="10448925"/>
            <a:ext cx="37515" cy="57150"/>
          </a:xfrm>
          <a:custGeom>
            <a:avLst/>
            <a:gdLst/>
            <a:ahLst/>
            <a:cxnLst/>
            <a:rect l="l" t="t" r="r" b="b"/>
            <a:pathLst>
              <a:path w="37516" h="57150">
                <a:moveTo>
                  <a:pt x="1846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51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Freeform 261"/>
          <p:cNvSpPr/>
          <p:nvPr/>
        </p:nvSpPr>
        <p:spPr>
          <a:xfrm>
            <a:off x="7614439" y="10506075"/>
            <a:ext cx="38051" cy="57150"/>
          </a:xfrm>
          <a:custGeom>
            <a:avLst/>
            <a:gdLst/>
            <a:ahLst/>
            <a:cxnLst/>
            <a:rect l="l" t="t" r="r" b="b"/>
            <a:pathLst>
              <a:path w="38052" h="57150">
                <a:moveTo>
                  <a:pt x="1900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5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Freeform 262"/>
          <p:cNvSpPr/>
          <p:nvPr/>
        </p:nvSpPr>
        <p:spPr>
          <a:xfrm>
            <a:off x="7595659" y="10563225"/>
            <a:ext cx="37830" cy="57150"/>
          </a:xfrm>
          <a:custGeom>
            <a:avLst/>
            <a:gdLst/>
            <a:ahLst/>
            <a:cxnLst/>
            <a:rect l="l" t="t" r="r" b="b"/>
            <a:pathLst>
              <a:path w="37830" h="57150">
                <a:moveTo>
                  <a:pt x="1878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83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Freeform 263"/>
          <p:cNvSpPr/>
          <p:nvPr/>
        </p:nvSpPr>
        <p:spPr>
          <a:xfrm>
            <a:off x="7577849" y="10620375"/>
            <a:ext cx="36859" cy="57150"/>
          </a:xfrm>
          <a:custGeom>
            <a:avLst/>
            <a:gdLst/>
            <a:ahLst/>
            <a:cxnLst/>
            <a:rect l="l" t="t" r="r" b="b"/>
            <a:pathLst>
              <a:path w="36860" h="57150">
                <a:moveTo>
                  <a:pt x="1781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86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Freeform 264"/>
          <p:cNvSpPr/>
          <p:nvPr/>
        </p:nvSpPr>
        <p:spPr>
          <a:xfrm>
            <a:off x="7561720" y="10677525"/>
            <a:ext cx="35179" cy="57150"/>
          </a:xfrm>
          <a:custGeom>
            <a:avLst/>
            <a:gdLst/>
            <a:ahLst/>
            <a:cxnLst/>
            <a:rect l="l" t="t" r="r" b="b"/>
            <a:pathLst>
              <a:path w="35179" h="57150">
                <a:moveTo>
                  <a:pt x="1612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17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Freeform 265"/>
          <p:cNvSpPr/>
          <p:nvPr/>
        </p:nvSpPr>
        <p:spPr>
          <a:xfrm>
            <a:off x="7547914" y="10734675"/>
            <a:ext cx="32855" cy="57150"/>
          </a:xfrm>
          <a:custGeom>
            <a:avLst/>
            <a:gdLst/>
            <a:ahLst/>
            <a:cxnLst/>
            <a:rect l="l" t="t" r="r" b="b"/>
            <a:pathLst>
              <a:path w="32856" h="57150">
                <a:moveTo>
                  <a:pt x="1380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285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Freeform 266"/>
          <p:cNvSpPr/>
          <p:nvPr/>
        </p:nvSpPr>
        <p:spPr>
          <a:xfrm>
            <a:off x="7536982" y="10791825"/>
            <a:ext cx="29982" cy="57150"/>
          </a:xfrm>
          <a:custGeom>
            <a:avLst/>
            <a:gdLst/>
            <a:ahLst/>
            <a:cxnLst/>
            <a:rect l="l" t="t" r="r" b="b"/>
            <a:pathLst>
              <a:path w="29982" h="57150">
                <a:moveTo>
                  <a:pt x="109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99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Freeform 267"/>
          <p:cNvSpPr/>
          <p:nvPr/>
        </p:nvSpPr>
        <p:spPr>
          <a:xfrm>
            <a:off x="7529359" y="10848975"/>
            <a:ext cx="26672" cy="57150"/>
          </a:xfrm>
          <a:custGeom>
            <a:avLst/>
            <a:gdLst/>
            <a:ahLst/>
            <a:cxnLst/>
            <a:rect l="l" t="t" r="r" b="b"/>
            <a:pathLst>
              <a:path w="26673" h="57150">
                <a:moveTo>
                  <a:pt x="762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667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Freeform 268"/>
          <p:cNvSpPr/>
          <p:nvPr/>
        </p:nvSpPr>
        <p:spPr>
          <a:xfrm>
            <a:off x="7525350" y="10906125"/>
            <a:ext cx="23058" cy="57150"/>
          </a:xfrm>
          <a:custGeom>
            <a:avLst/>
            <a:gdLst/>
            <a:ahLst/>
            <a:cxnLst/>
            <a:rect l="l" t="t" r="r" b="b"/>
            <a:pathLst>
              <a:path w="23059" h="57150">
                <a:moveTo>
                  <a:pt x="400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05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Freeform 269"/>
          <p:cNvSpPr/>
          <p:nvPr/>
        </p:nvSpPr>
        <p:spPr>
          <a:xfrm>
            <a:off x="7525115" y="10963275"/>
            <a:ext cx="19285" cy="57150"/>
          </a:xfrm>
          <a:custGeom>
            <a:avLst/>
            <a:gdLst/>
            <a:ahLst/>
            <a:cxnLst/>
            <a:rect l="l" t="t" r="r" b="b"/>
            <a:pathLst>
              <a:path w="19285" h="57150">
                <a:moveTo>
                  <a:pt x="23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28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Freeform 270"/>
          <p:cNvSpPr/>
          <p:nvPr/>
        </p:nvSpPr>
        <p:spPr>
          <a:xfrm>
            <a:off x="7525115" y="11020425"/>
            <a:ext cx="22597" cy="57150"/>
          </a:xfrm>
          <a:custGeom>
            <a:avLst/>
            <a:gdLst/>
            <a:ahLst/>
            <a:cxnLst/>
            <a:rect l="l" t="t" r="r" b="b"/>
            <a:pathLst>
              <a:path w="22597" h="57150">
                <a:moveTo>
                  <a:pt x="0" y="0"/>
                </a:moveTo>
                <a:lnTo>
                  <a:pt x="3547" y="57150"/>
                </a:lnTo>
                <a:lnTo>
                  <a:pt x="2259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Freeform 271"/>
          <p:cNvSpPr/>
          <p:nvPr/>
        </p:nvSpPr>
        <p:spPr>
          <a:xfrm>
            <a:off x="7528662" y="11077575"/>
            <a:ext cx="26238" cy="57150"/>
          </a:xfrm>
          <a:custGeom>
            <a:avLst/>
            <a:gdLst/>
            <a:ahLst/>
            <a:cxnLst/>
            <a:rect l="l" t="t" r="r" b="b"/>
            <a:pathLst>
              <a:path w="26238" h="57150">
                <a:moveTo>
                  <a:pt x="0" y="0"/>
                </a:moveTo>
                <a:lnTo>
                  <a:pt x="7188" y="57150"/>
                </a:lnTo>
                <a:lnTo>
                  <a:pt x="262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Freeform 272"/>
          <p:cNvSpPr/>
          <p:nvPr/>
        </p:nvSpPr>
        <p:spPr>
          <a:xfrm>
            <a:off x="7535850" y="11134725"/>
            <a:ext cx="29593" cy="57150"/>
          </a:xfrm>
          <a:custGeom>
            <a:avLst/>
            <a:gdLst/>
            <a:ahLst/>
            <a:cxnLst/>
            <a:rect l="l" t="t" r="r" b="b"/>
            <a:pathLst>
              <a:path w="29594" h="57150">
                <a:moveTo>
                  <a:pt x="0" y="0"/>
                </a:moveTo>
                <a:lnTo>
                  <a:pt x="10544" y="57150"/>
                </a:lnTo>
                <a:lnTo>
                  <a:pt x="29594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Freeform 273"/>
          <p:cNvSpPr/>
          <p:nvPr/>
        </p:nvSpPr>
        <p:spPr>
          <a:xfrm>
            <a:off x="7546394" y="11191875"/>
            <a:ext cx="32527" cy="57150"/>
          </a:xfrm>
          <a:custGeom>
            <a:avLst/>
            <a:gdLst/>
            <a:ahLst/>
            <a:cxnLst/>
            <a:rect l="l" t="t" r="r" b="b"/>
            <a:pathLst>
              <a:path w="32527" h="57150">
                <a:moveTo>
                  <a:pt x="0" y="0"/>
                </a:moveTo>
                <a:lnTo>
                  <a:pt x="13477" y="57150"/>
                </a:lnTo>
                <a:lnTo>
                  <a:pt x="3252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Freeform 274"/>
          <p:cNvSpPr/>
          <p:nvPr/>
        </p:nvSpPr>
        <p:spPr>
          <a:xfrm>
            <a:off x="7559871" y="11249025"/>
            <a:ext cx="34924" cy="57150"/>
          </a:xfrm>
          <a:custGeom>
            <a:avLst/>
            <a:gdLst/>
            <a:ahLst/>
            <a:cxnLst/>
            <a:rect l="l" t="t" r="r" b="b"/>
            <a:pathLst>
              <a:path w="34925" h="57150">
                <a:moveTo>
                  <a:pt x="0" y="0"/>
                </a:moveTo>
                <a:lnTo>
                  <a:pt x="15875" y="57150"/>
                </a:lnTo>
                <a:lnTo>
                  <a:pt x="3492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Freeform 275"/>
          <p:cNvSpPr/>
          <p:nvPr/>
        </p:nvSpPr>
        <p:spPr>
          <a:xfrm>
            <a:off x="7575746" y="11306175"/>
            <a:ext cx="36689" cy="57150"/>
          </a:xfrm>
          <a:custGeom>
            <a:avLst/>
            <a:gdLst/>
            <a:ahLst/>
            <a:cxnLst/>
            <a:rect l="l" t="t" r="r" b="b"/>
            <a:pathLst>
              <a:path w="36689" h="57150">
                <a:moveTo>
                  <a:pt x="0" y="0"/>
                </a:moveTo>
                <a:lnTo>
                  <a:pt x="17639" y="57150"/>
                </a:lnTo>
                <a:lnTo>
                  <a:pt x="3668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Freeform 276"/>
          <p:cNvSpPr/>
          <p:nvPr/>
        </p:nvSpPr>
        <p:spPr>
          <a:xfrm>
            <a:off x="7593385" y="11363325"/>
            <a:ext cx="37750" cy="57150"/>
          </a:xfrm>
          <a:custGeom>
            <a:avLst/>
            <a:gdLst/>
            <a:ahLst/>
            <a:cxnLst/>
            <a:rect l="l" t="t" r="r" b="b"/>
            <a:pathLst>
              <a:path w="37750" h="57150">
                <a:moveTo>
                  <a:pt x="0" y="0"/>
                </a:moveTo>
                <a:lnTo>
                  <a:pt x="18700" y="57150"/>
                </a:lnTo>
                <a:lnTo>
                  <a:pt x="37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Freeform 277"/>
          <p:cNvSpPr/>
          <p:nvPr/>
        </p:nvSpPr>
        <p:spPr>
          <a:xfrm>
            <a:off x="7612085" y="11420475"/>
            <a:ext cx="38065" cy="57150"/>
          </a:xfrm>
          <a:custGeom>
            <a:avLst/>
            <a:gdLst/>
            <a:ahLst/>
            <a:cxnLst/>
            <a:rect l="l" t="t" r="r" b="b"/>
            <a:pathLst>
              <a:path w="38066" h="57150">
                <a:moveTo>
                  <a:pt x="0" y="0"/>
                </a:moveTo>
                <a:lnTo>
                  <a:pt x="19016" y="57150"/>
                </a:lnTo>
                <a:lnTo>
                  <a:pt x="380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Freeform 278"/>
          <p:cNvSpPr/>
          <p:nvPr/>
        </p:nvSpPr>
        <p:spPr>
          <a:xfrm>
            <a:off x="7631101" y="11477625"/>
            <a:ext cx="37623" cy="57150"/>
          </a:xfrm>
          <a:custGeom>
            <a:avLst/>
            <a:gdLst/>
            <a:ahLst/>
            <a:cxnLst/>
            <a:rect l="l" t="t" r="r" b="b"/>
            <a:pathLst>
              <a:path w="37623" h="57150">
                <a:moveTo>
                  <a:pt x="0" y="0"/>
                </a:moveTo>
                <a:lnTo>
                  <a:pt x="18573" y="57150"/>
                </a:lnTo>
                <a:lnTo>
                  <a:pt x="3762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Freeform 279"/>
          <p:cNvSpPr/>
          <p:nvPr/>
        </p:nvSpPr>
        <p:spPr>
          <a:xfrm>
            <a:off x="7649674" y="11534775"/>
            <a:ext cx="36439" cy="57150"/>
          </a:xfrm>
          <a:custGeom>
            <a:avLst/>
            <a:gdLst/>
            <a:ahLst/>
            <a:cxnLst/>
            <a:rect l="l" t="t" r="r" b="b"/>
            <a:pathLst>
              <a:path w="36440" h="57150">
                <a:moveTo>
                  <a:pt x="0" y="0"/>
                </a:moveTo>
                <a:lnTo>
                  <a:pt x="17390" y="57150"/>
                </a:lnTo>
                <a:lnTo>
                  <a:pt x="364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Freeform 280"/>
          <p:cNvSpPr/>
          <p:nvPr/>
        </p:nvSpPr>
        <p:spPr>
          <a:xfrm>
            <a:off x="7667064" y="11591925"/>
            <a:ext cx="34563" cy="57150"/>
          </a:xfrm>
          <a:custGeom>
            <a:avLst/>
            <a:gdLst/>
            <a:ahLst/>
            <a:cxnLst/>
            <a:rect l="l" t="t" r="r" b="b"/>
            <a:pathLst>
              <a:path w="34563" h="57150">
                <a:moveTo>
                  <a:pt x="0" y="0"/>
                </a:moveTo>
                <a:lnTo>
                  <a:pt x="15513" y="57150"/>
                </a:lnTo>
                <a:lnTo>
                  <a:pt x="3456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Freeform 281"/>
          <p:cNvSpPr/>
          <p:nvPr/>
        </p:nvSpPr>
        <p:spPr>
          <a:xfrm>
            <a:off x="7682577" y="11649075"/>
            <a:ext cx="32068" cy="57150"/>
          </a:xfrm>
          <a:custGeom>
            <a:avLst/>
            <a:gdLst/>
            <a:ahLst/>
            <a:cxnLst/>
            <a:rect l="l" t="t" r="r" b="b"/>
            <a:pathLst>
              <a:path w="32069" h="57150">
                <a:moveTo>
                  <a:pt x="0" y="0"/>
                </a:moveTo>
                <a:lnTo>
                  <a:pt x="13019" y="57150"/>
                </a:lnTo>
                <a:lnTo>
                  <a:pt x="3206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Freeform 282"/>
          <p:cNvSpPr/>
          <p:nvPr/>
        </p:nvSpPr>
        <p:spPr>
          <a:xfrm>
            <a:off x="7695596" y="11706225"/>
            <a:ext cx="29055" cy="57150"/>
          </a:xfrm>
          <a:custGeom>
            <a:avLst/>
            <a:gdLst/>
            <a:ahLst/>
            <a:cxnLst/>
            <a:rect l="l" t="t" r="r" b="b"/>
            <a:pathLst>
              <a:path w="29055" h="57150">
                <a:moveTo>
                  <a:pt x="0" y="0"/>
                </a:moveTo>
                <a:lnTo>
                  <a:pt x="10005" y="57150"/>
                </a:lnTo>
                <a:lnTo>
                  <a:pt x="2905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Freeform 283"/>
          <p:cNvSpPr/>
          <p:nvPr/>
        </p:nvSpPr>
        <p:spPr>
          <a:xfrm>
            <a:off x="7705601" y="11763375"/>
            <a:ext cx="25642" cy="57150"/>
          </a:xfrm>
          <a:custGeom>
            <a:avLst/>
            <a:gdLst/>
            <a:ahLst/>
            <a:cxnLst/>
            <a:rect l="l" t="t" r="r" b="b"/>
            <a:pathLst>
              <a:path w="25643" h="57150">
                <a:moveTo>
                  <a:pt x="0" y="0"/>
                </a:moveTo>
                <a:lnTo>
                  <a:pt x="6593" y="57150"/>
                </a:lnTo>
                <a:lnTo>
                  <a:pt x="2564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Freeform 284"/>
          <p:cNvSpPr/>
          <p:nvPr/>
        </p:nvSpPr>
        <p:spPr>
          <a:xfrm>
            <a:off x="7712194" y="11820525"/>
            <a:ext cx="21966" cy="57150"/>
          </a:xfrm>
          <a:custGeom>
            <a:avLst/>
            <a:gdLst/>
            <a:ahLst/>
            <a:cxnLst/>
            <a:rect l="l" t="t" r="r" b="b"/>
            <a:pathLst>
              <a:path w="21967" h="57150">
                <a:moveTo>
                  <a:pt x="0" y="0"/>
                </a:moveTo>
                <a:lnTo>
                  <a:pt x="2917" y="57150"/>
                </a:lnTo>
                <a:lnTo>
                  <a:pt x="2196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Freeform 285"/>
          <p:cNvSpPr/>
          <p:nvPr/>
        </p:nvSpPr>
        <p:spPr>
          <a:xfrm>
            <a:off x="7714236" y="11877675"/>
            <a:ext cx="19924" cy="57150"/>
          </a:xfrm>
          <a:custGeom>
            <a:avLst/>
            <a:gdLst/>
            <a:ahLst/>
            <a:cxnLst/>
            <a:rect l="l" t="t" r="r" b="b"/>
            <a:pathLst>
              <a:path w="19925" h="57150">
                <a:moveTo>
                  <a:pt x="87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92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Freeform 286"/>
          <p:cNvSpPr/>
          <p:nvPr/>
        </p:nvSpPr>
        <p:spPr>
          <a:xfrm>
            <a:off x="7709604" y="11934825"/>
            <a:ext cx="23681" cy="57150"/>
          </a:xfrm>
          <a:custGeom>
            <a:avLst/>
            <a:gdLst/>
            <a:ahLst/>
            <a:cxnLst/>
            <a:rect l="l" t="t" r="r" b="b"/>
            <a:pathLst>
              <a:path w="23682" h="57150">
                <a:moveTo>
                  <a:pt x="46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6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Freeform 287"/>
          <p:cNvSpPr/>
          <p:nvPr/>
        </p:nvSpPr>
        <p:spPr>
          <a:xfrm>
            <a:off x="7701400" y="11991975"/>
            <a:ext cx="27254" cy="57150"/>
          </a:xfrm>
          <a:custGeom>
            <a:avLst/>
            <a:gdLst/>
            <a:ahLst/>
            <a:cxnLst/>
            <a:rect l="l" t="t" r="r" b="b"/>
            <a:pathLst>
              <a:path w="27254" h="57150">
                <a:moveTo>
                  <a:pt x="820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725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Freeform 288"/>
          <p:cNvSpPr/>
          <p:nvPr/>
        </p:nvSpPr>
        <p:spPr>
          <a:xfrm>
            <a:off x="7689951" y="12049125"/>
            <a:ext cx="30499" cy="57150"/>
          </a:xfrm>
          <a:custGeom>
            <a:avLst/>
            <a:gdLst/>
            <a:ahLst/>
            <a:cxnLst/>
            <a:rect l="l" t="t" r="r" b="b"/>
            <a:pathLst>
              <a:path w="30499" h="57150">
                <a:moveTo>
                  <a:pt x="1144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049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Freeform 289"/>
          <p:cNvSpPr/>
          <p:nvPr/>
        </p:nvSpPr>
        <p:spPr>
          <a:xfrm>
            <a:off x="7675713" y="12106275"/>
            <a:ext cx="33287" cy="57150"/>
          </a:xfrm>
          <a:custGeom>
            <a:avLst/>
            <a:gdLst/>
            <a:ahLst/>
            <a:cxnLst/>
            <a:rect l="l" t="t" r="r" b="b"/>
            <a:pathLst>
              <a:path w="33288" h="57150">
                <a:moveTo>
                  <a:pt x="1423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328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Freeform 290"/>
          <p:cNvSpPr/>
          <p:nvPr/>
        </p:nvSpPr>
        <p:spPr>
          <a:xfrm>
            <a:off x="7659254" y="12163425"/>
            <a:ext cx="35509" cy="57150"/>
          </a:xfrm>
          <a:custGeom>
            <a:avLst/>
            <a:gdLst/>
            <a:ahLst/>
            <a:cxnLst/>
            <a:rect l="l" t="t" r="r" b="b"/>
            <a:pathLst>
              <a:path w="35509" h="57150">
                <a:moveTo>
                  <a:pt x="1645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50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Freeform 291"/>
          <p:cNvSpPr/>
          <p:nvPr/>
        </p:nvSpPr>
        <p:spPr>
          <a:xfrm>
            <a:off x="7641230" y="12220575"/>
            <a:ext cx="37074" cy="57150"/>
          </a:xfrm>
          <a:custGeom>
            <a:avLst/>
            <a:gdLst/>
            <a:ahLst/>
            <a:cxnLst/>
            <a:rect l="l" t="t" r="r" b="b"/>
            <a:pathLst>
              <a:path w="37074" h="57150">
                <a:moveTo>
                  <a:pt x="1802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07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Freeform 292"/>
          <p:cNvSpPr/>
          <p:nvPr/>
        </p:nvSpPr>
        <p:spPr>
          <a:xfrm>
            <a:off x="7622359" y="12277725"/>
            <a:ext cx="37920" cy="57150"/>
          </a:xfrm>
          <a:custGeom>
            <a:avLst/>
            <a:gdLst/>
            <a:ahLst/>
            <a:cxnLst/>
            <a:rect l="l" t="t" r="r" b="b"/>
            <a:pathLst>
              <a:path w="37921" h="57150">
                <a:moveTo>
                  <a:pt x="1887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92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Freeform 293"/>
          <p:cNvSpPr/>
          <p:nvPr/>
        </p:nvSpPr>
        <p:spPr>
          <a:xfrm>
            <a:off x="7603395" y="12334875"/>
            <a:ext cx="38014" cy="57150"/>
          </a:xfrm>
          <a:custGeom>
            <a:avLst/>
            <a:gdLst/>
            <a:ahLst/>
            <a:cxnLst/>
            <a:rect l="l" t="t" r="r" b="b"/>
            <a:pathLst>
              <a:path w="38014" h="57150">
                <a:moveTo>
                  <a:pt x="1896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1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Freeform 294"/>
          <p:cNvSpPr/>
          <p:nvPr/>
        </p:nvSpPr>
        <p:spPr>
          <a:xfrm>
            <a:off x="7585092" y="12392025"/>
            <a:ext cx="37352" cy="57150"/>
          </a:xfrm>
          <a:custGeom>
            <a:avLst/>
            <a:gdLst/>
            <a:ahLst/>
            <a:cxnLst/>
            <a:rect l="l" t="t" r="r" b="b"/>
            <a:pathLst>
              <a:path w="37353" h="57150">
                <a:moveTo>
                  <a:pt x="1830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35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Freeform 295"/>
          <p:cNvSpPr/>
          <p:nvPr/>
        </p:nvSpPr>
        <p:spPr>
          <a:xfrm>
            <a:off x="7568181" y="12449175"/>
            <a:ext cx="35960" cy="57150"/>
          </a:xfrm>
          <a:custGeom>
            <a:avLst/>
            <a:gdLst/>
            <a:ahLst/>
            <a:cxnLst/>
            <a:rect l="l" t="t" r="r" b="b"/>
            <a:pathLst>
              <a:path w="35961" h="57150">
                <a:moveTo>
                  <a:pt x="1691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96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Freeform 296"/>
          <p:cNvSpPr/>
          <p:nvPr/>
        </p:nvSpPr>
        <p:spPr>
          <a:xfrm>
            <a:off x="7553336" y="12506325"/>
            <a:ext cx="33895" cy="57150"/>
          </a:xfrm>
          <a:custGeom>
            <a:avLst/>
            <a:gdLst/>
            <a:ahLst/>
            <a:cxnLst/>
            <a:rect l="l" t="t" r="r" b="b"/>
            <a:pathLst>
              <a:path w="33895" h="57150">
                <a:moveTo>
                  <a:pt x="1484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389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Freeform 297"/>
          <p:cNvSpPr/>
          <p:nvPr/>
        </p:nvSpPr>
        <p:spPr>
          <a:xfrm>
            <a:off x="7541149" y="12563475"/>
            <a:ext cx="31237" cy="57150"/>
          </a:xfrm>
          <a:custGeom>
            <a:avLst/>
            <a:gdLst/>
            <a:ahLst/>
            <a:cxnLst/>
            <a:rect l="l" t="t" r="r" b="b"/>
            <a:pathLst>
              <a:path w="31237" h="57150">
                <a:moveTo>
                  <a:pt x="12187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237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Freeform 298"/>
          <p:cNvSpPr/>
          <p:nvPr/>
        </p:nvSpPr>
        <p:spPr>
          <a:xfrm>
            <a:off x="7532105" y="12620625"/>
            <a:ext cx="28093" cy="57150"/>
          </a:xfrm>
          <a:custGeom>
            <a:avLst/>
            <a:gdLst/>
            <a:ahLst/>
            <a:cxnLst/>
            <a:rect l="l" t="t" r="r" b="b"/>
            <a:pathLst>
              <a:path w="28094" h="57150">
                <a:moveTo>
                  <a:pt x="904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09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Freeform 299"/>
          <p:cNvSpPr/>
          <p:nvPr/>
        </p:nvSpPr>
        <p:spPr>
          <a:xfrm>
            <a:off x="7526565" y="12677775"/>
            <a:ext cx="24589" cy="57150"/>
          </a:xfrm>
          <a:custGeom>
            <a:avLst/>
            <a:gdLst/>
            <a:ahLst/>
            <a:cxnLst/>
            <a:rect l="l" t="t" r="r" b="b"/>
            <a:pathLst>
              <a:path w="24590" h="57150">
                <a:moveTo>
                  <a:pt x="554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459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Freeform 300"/>
          <p:cNvSpPr/>
          <p:nvPr/>
        </p:nvSpPr>
        <p:spPr>
          <a:xfrm>
            <a:off x="7524750" y="12734925"/>
            <a:ext cx="20864" cy="57150"/>
          </a:xfrm>
          <a:custGeom>
            <a:avLst/>
            <a:gdLst/>
            <a:ahLst/>
            <a:cxnLst/>
            <a:rect l="l" t="t" r="r" b="b"/>
            <a:pathLst>
              <a:path w="20865" h="57150">
                <a:moveTo>
                  <a:pt x="181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086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Freeform 301"/>
          <p:cNvSpPr/>
          <p:nvPr/>
        </p:nvSpPr>
        <p:spPr>
          <a:xfrm>
            <a:off x="7524750" y="12792075"/>
            <a:ext cx="21032" cy="57150"/>
          </a:xfrm>
          <a:custGeom>
            <a:avLst/>
            <a:gdLst/>
            <a:ahLst/>
            <a:cxnLst/>
            <a:rect l="l" t="t" r="r" b="b"/>
            <a:pathLst>
              <a:path w="21033" h="57150">
                <a:moveTo>
                  <a:pt x="0" y="0"/>
                </a:moveTo>
                <a:lnTo>
                  <a:pt x="1983" y="57150"/>
                </a:lnTo>
                <a:lnTo>
                  <a:pt x="2103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Freeform 302"/>
          <p:cNvSpPr/>
          <p:nvPr/>
        </p:nvSpPr>
        <p:spPr>
          <a:xfrm>
            <a:off x="7526733" y="12849225"/>
            <a:ext cx="24750" cy="57150"/>
          </a:xfrm>
          <a:custGeom>
            <a:avLst/>
            <a:gdLst/>
            <a:ahLst/>
            <a:cxnLst/>
            <a:rect l="l" t="t" r="r" b="b"/>
            <a:pathLst>
              <a:path w="24750" h="57150">
                <a:moveTo>
                  <a:pt x="0" y="0"/>
                </a:moveTo>
                <a:lnTo>
                  <a:pt x="5700" y="57150"/>
                </a:lnTo>
                <a:lnTo>
                  <a:pt x="24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8096250" y="7239000"/>
            <a:ext cx="1524000" cy="1859280"/>
          </a:xfrm>
          <a:prstGeom prst="ellipse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8431530" y="7536484"/>
            <a:ext cx="182880" cy="371856"/>
          </a:xfrm>
          <a:prstGeom prst="ellipse">
            <a:avLst/>
          </a:prstGeom>
          <a:solidFill>
            <a:srgbClr val="F3F1E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Freeform 305"/>
          <p:cNvSpPr/>
          <p:nvPr/>
        </p:nvSpPr>
        <p:spPr>
          <a:xfrm>
            <a:off x="8772525" y="9060180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0" y="133350"/>
                </a:moveTo>
                <a:lnTo>
                  <a:pt x="171450" y="133350"/>
                </a:lnTo>
                <a:lnTo>
                  <a:pt x="85725" y="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Freeform 306"/>
          <p:cNvSpPr/>
          <p:nvPr/>
        </p:nvSpPr>
        <p:spPr>
          <a:xfrm>
            <a:off x="8858250" y="9193530"/>
            <a:ext cx="37973" cy="57150"/>
          </a:xfrm>
          <a:custGeom>
            <a:avLst/>
            <a:gdLst/>
            <a:ahLst/>
            <a:cxnLst/>
            <a:rect l="l" t="t" r="r" b="b"/>
            <a:pathLst>
              <a:path w="37973" h="57150">
                <a:moveTo>
                  <a:pt x="0" y="0"/>
                </a:moveTo>
                <a:lnTo>
                  <a:pt x="18923" y="57150"/>
                </a:lnTo>
                <a:lnTo>
                  <a:pt x="3797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Freeform 307"/>
          <p:cNvSpPr/>
          <p:nvPr/>
        </p:nvSpPr>
        <p:spPr>
          <a:xfrm>
            <a:off x="8877173" y="9250680"/>
            <a:ext cx="37218" cy="57150"/>
          </a:xfrm>
          <a:custGeom>
            <a:avLst/>
            <a:gdLst/>
            <a:ahLst/>
            <a:cxnLst/>
            <a:rect l="l" t="t" r="r" b="b"/>
            <a:pathLst>
              <a:path w="37219" h="57150">
                <a:moveTo>
                  <a:pt x="0" y="0"/>
                </a:moveTo>
                <a:lnTo>
                  <a:pt x="18169" y="57150"/>
                </a:lnTo>
                <a:lnTo>
                  <a:pt x="372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Freeform 308"/>
          <p:cNvSpPr/>
          <p:nvPr/>
        </p:nvSpPr>
        <p:spPr>
          <a:xfrm>
            <a:off x="8895342" y="9307830"/>
            <a:ext cx="35740" cy="57150"/>
          </a:xfrm>
          <a:custGeom>
            <a:avLst/>
            <a:gdLst/>
            <a:ahLst/>
            <a:cxnLst/>
            <a:rect l="l" t="t" r="r" b="b"/>
            <a:pathLst>
              <a:path w="35740" h="57150">
                <a:moveTo>
                  <a:pt x="0" y="0"/>
                </a:moveTo>
                <a:lnTo>
                  <a:pt x="16690" y="57150"/>
                </a:lnTo>
                <a:lnTo>
                  <a:pt x="357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Freeform 309"/>
          <p:cNvSpPr/>
          <p:nvPr/>
        </p:nvSpPr>
        <p:spPr>
          <a:xfrm>
            <a:off x="8912032" y="9364980"/>
            <a:ext cx="33595" cy="57150"/>
          </a:xfrm>
          <a:custGeom>
            <a:avLst/>
            <a:gdLst/>
            <a:ahLst/>
            <a:cxnLst/>
            <a:rect l="l" t="t" r="r" b="b"/>
            <a:pathLst>
              <a:path w="33596" h="57150">
                <a:moveTo>
                  <a:pt x="0" y="0"/>
                </a:moveTo>
                <a:lnTo>
                  <a:pt x="14546" y="57150"/>
                </a:lnTo>
                <a:lnTo>
                  <a:pt x="3359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Freeform 310"/>
          <p:cNvSpPr/>
          <p:nvPr/>
        </p:nvSpPr>
        <p:spPr>
          <a:xfrm>
            <a:off x="8926578" y="9422130"/>
            <a:ext cx="30871" cy="57150"/>
          </a:xfrm>
          <a:custGeom>
            <a:avLst/>
            <a:gdLst/>
            <a:ahLst/>
            <a:cxnLst/>
            <a:rect l="l" t="t" r="r" b="b"/>
            <a:pathLst>
              <a:path w="30872" h="57150">
                <a:moveTo>
                  <a:pt x="0" y="0"/>
                </a:moveTo>
                <a:lnTo>
                  <a:pt x="11822" y="57150"/>
                </a:lnTo>
                <a:lnTo>
                  <a:pt x="3087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Freeform 311"/>
          <p:cNvSpPr/>
          <p:nvPr/>
        </p:nvSpPr>
        <p:spPr>
          <a:xfrm>
            <a:off x="8938400" y="9479280"/>
            <a:ext cx="27676" cy="57150"/>
          </a:xfrm>
          <a:custGeom>
            <a:avLst/>
            <a:gdLst/>
            <a:ahLst/>
            <a:cxnLst/>
            <a:rect l="l" t="t" r="r" b="b"/>
            <a:pathLst>
              <a:path w="27676" h="57150">
                <a:moveTo>
                  <a:pt x="0" y="0"/>
                </a:moveTo>
                <a:lnTo>
                  <a:pt x="8626" y="57150"/>
                </a:lnTo>
                <a:lnTo>
                  <a:pt x="2767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Freeform 312"/>
          <p:cNvSpPr/>
          <p:nvPr/>
        </p:nvSpPr>
        <p:spPr>
          <a:xfrm>
            <a:off x="8947026" y="9536430"/>
            <a:ext cx="24137" cy="57150"/>
          </a:xfrm>
          <a:custGeom>
            <a:avLst/>
            <a:gdLst/>
            <a:ahLst/>
            <a:cxnLst/>
            <a:rect l="l" t="t" r="r" b="b"/>
            <a:pathLst>
              <a:path w="24138" h="57150">
                <a:moveTo>
                  <a:pt x="0" y="0"/>
                </a:moveTo>
                <a:lnTo>
                  <a:pt x="5088" y="57150"/>
                </a:lnTo>
                <a:lnTo>
                  <a:pt x="241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Freeform 313"/>
          <p:cNvSpPr/>
          <p:nvPr/>
        </p:nvSpPr>
        <p:spPr>
          <a:xfrm>
            <a:off x="8952114" y="9593580"/>
            <a:ext cx="20395" cy="57150"/>
          </a:xfrm>
          <a:custGeom>
            <a:avLst/>
            <a:gdLst/>
            <a:ahLst/>
            <a:cxnLst/>
            <a:rect l="l" t="t" r="r" b="b"/>
            <a:pathLst>
              <a:path w="20395" h="57150">
                <a:moveTo>
                  <a:pt x="0" y="0"/>
                </a:moveTo>
                <a:lnTo>
                  <a:pt x="1345" y="57150"/>
                </a:lnTo>
                <a:lnTo>
                  <a:pt x="2039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Freeform 314"/>
          <p:cNvSpPr/>
          <p:nvPr/>
        </p:nvSpPr>
        <p:spPr>
          <a:xfrm>
            <a:off x="8951008" y="9650730"/>
            <a:ext cx="21500" cy="57150"/>
          </a:xfrm>
          <a:custGeom>
            <a:avLst/>
            <a:gdLst/>
            <a:ahLst/>
            <a:cxnLst/>
            <a:rect l="l" t="t" r="r" b="b"/>
            <a:pathLst>
              <a:path w="21501" h="57150">
                <a:moveTo>
                  <a:pt x="245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150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Freeform 315"/>
          <p:cNvSpPr/>
          <p:nvPr/>
        </p:nvSpPr>
        <p:spPr>
          <a:xfrm>
            <a:off x="8944860" y="9707880"/>
            <a:ext cx="25198" cy="57150"/>
          </a:xfrm>
          <a:custGeom>
            <a:avLst/>
            <a:gdLst/>
            <a:ahLst/>
            <a:cxnLst/>
            <a:rect l="l" t="t" r="r" b="b"/>
            <a:pathLst>
              <a:path w="25198" h="57150">
                <a:moveTo>
                  <a:pt x="614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519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Freeform 316"/>
          <p:cNvSpPr/>
          <p:nvPr/>
        </p:nvSpPr>
        <p:spPr>
          <a:xfrm>
            <a:off x="8935259" y="9765030"/>
            <a:ext cx="28651" cy="57150"/>
          </a:xfrm>
          <a:custGeom>
            <a:avLst/>
            <a:gdLst/>
            <a:ahLst/>
            <a:cxnLst/>
            <a:rect l="l" t="t" r="r" b="b"/>
            <a:pathLst>
              <a:path w="28651" h="57150">
                <a:moveTo>
                  <a:pt x="960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65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Freeform 317"/>
          <p:cNvSpPr/>
          <p:nvPr/>
        </p:nvSpPr>
        <p:spPr>
          <a:xfrm>
            <a:off x="8922587" y="9822180"/>
            <a:ext cx="31721" cy="57150"/>
          </a:xfrm>
          <a:custGeom>
            <a:avLst/>
            <a:gdLst/>
            <a:ahLst/>
            <a:cxnLst/>
            <a:rect l="l" t="t" r="r" b="b"/>
            <a:pathLst>
              <a:path w="31722" h="57150">
                <a:moveTo>
                  <a:pt x="1267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72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Freeform 318"/>
          <p:cNvSpPr/>
          <p:nvPr/>
        </p:nvSpPr>
        <p:spPr>
          <a:xfrm>
            <a:off x="8907351" y="9879330"/>
            <a:ext cx="34286" cy="57150"/>
          </a:xfrm>
          <a:custGeom>
            <a:avLst/>
            <a:gdLst/>
            <a:ahLst/>
            <a:cxnLst/>
            <a:rect l="l" t="t" r="r" b="b"/>
            <a:pathLst>
              <a:path w="34286" h="57150">
                <a:moveTo>
                  <a:pt x="1523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428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Freeform 319"/>
          <p:cNvSpPr/>
          <p:nvPr/>
        </p:nvSpPr>
        <p:spPr>
          <a:xfrm>
            <a:off x="8890157" y="9936480"/>
            <a:ext cx="36243" cy="57150"/>
          </a:xfrm>
          <a:custGeom>
            <a:avLst/>
            <a:gdLst/>
            <a:ahLst/>
            <a:cxnLst/>
            <a:rect l="l" t="t" r="r" b="b"/>
            <a:pathLst>
              <a:path w="36244" h="57150">
                <a:moveTo>
                  <a:pt x="1719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24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Freeform 320"/>
          <p:cNvSpPr/>
          <p:nvPr/>
        </p:nvSpPr>
        <p:spPr>
          <a:xfrm>
            <a:off x="8871691" y="9993630"/>
            <a:ext cx="37515" cy="57150"/>
          </a:xfrm>
          <a:custGeom>
            <a:avLst/>
            <a:gdLst/>
            <a:ahLst/>
            <a:cxnLst/>
            <a:rect l="l" t="t" r="r" b="b"/>
            <a:pathLst>
              <a:path w="37516" h="57150">
                <a:moveTo>
                  <a:pt x="1846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51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Freeform 321"/>
          <p:cNvSpPr/>
          <p:nvPr/>
        </p:nvSpPr>
        <p:spPr>
          <a:xfrm>
            <a:off x="8852689" y="10050780"/>
            <a:ext cx="38051" cy="57150"/>
          </a:xfrm>
          <a:custGeom>
            <a:avLst/>
            <a:gdLst/>
            <a:ahLst/>
            <a:cxnLst/>
            <a:rect l="l" t="t" r="r" b="b"/>
            <a:pathLst>
              <a:path w="38052" h="57150">
                <a:moveTo>
                  <a:pt x="1900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5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Freeform 322"/>
          <p:cNvSpPr/>
          <p:nvPr/>
        </p:nvSpPr>
        <p:spPr>
          <a:xfrm>
            <a:off x="8833909" y="10107930"/>
            <a:ext cx="37830" cy="57150"/>
          </a:xfrm>
          <a:custGeom>
            <a:avLst/>
            <a:gdLst/>
            <a:ahLst/>
            <a:cxnLst/>
            <a:rect l="l" t="t" r="r" b="b"/>
            <a:pathLst>
              <a:path w="37830" h="57150">
                <a:moveTo>
                  <a:pt x="1878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83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Freeform 323"/>
          <p:cNvSpPr/>
          <p:nvPr/>
        </p:nvSpPr>
        <p:spPr>
          <a:xfrm>
            <a:off x="8816099" y="10165080"/>
            <a:ext cx="36859" cy="57150"/>
          </a:xfrm>
          <a:custGeom>
            <a:avLst/>
            <a:gdLst/>
            <a:ahLst/>
            <a:cxnLst/>
            <a:rect l="l" t="t" r="r" b="b"/>
            <a:pathLst>
              <a:path w="36860" h="57150">
                <a:moveTo>
                  <a:pt x="1781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86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Freeform 324"/>
          <p:cNvSpPr/>
          <p:nvPr/>
        </p:nvSpPr>
        <p:spPr>
          <a:xfrm>
            <a:off x="8799970" y="10222230"/>
            <a:ext cx="35179" cy="57150"/>
          </a:xfrm>
          <a:custGeom>
            <a:avLst/>
            <a:gdLst/>
            <a:ahLst/>
            <a:cxnLst/>
            <a:rect l="l" t="t" r="r" b="b"/>
            <a:pathLst>
              <a:path w="35179" h="57150">
                <a:moveTo>
                  <a:pt x="1612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17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Freeform 325"/>
          <p:cNvSpPr/>
          <p:nvPr/>
        </p:nvSpPr>
        <p:spPr>
          <a:xfrm>
            <a:off x="8786164" y="10279380"/>
            <a:ext cx="32855" cy="57150"/>
          </a:xfrm>
          <a:custGeom>
            <a:avLst/>
            <a:gdLst/>
            <a:ahLst/>
            <a:cxnLst/>
            <a:rect l="l" t="t" r="r" b="b"/>
            <a:pathLst>
              <a:path w="32856" h="57150">
                <a:moveTo>
                  <a:pt x="1380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285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Freeform 326"/>
          <p:cNvSpPr/>
          <p:nvPr/>
        </p:nvSpPr>
        <p:spPr>
          <a:xfrm>
            <a:off x="8775232" y="10336530"/>
            <a:ext cx="29982" cy="57150"/>
          </a:xfrm>
          <a:custGeom>
            <a:avLst/>
            <a:gdLst/>
            <a:ahLst/>
            <a:cxnLst/>
            <a:rect l="l" t="t" r="r" b="b"/>
            <a:pathLst>
              <a:path w="29982" h="57150">
                <a:moveTo>
                  <a:pt x="109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99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Freeform 327"/>
          <p:cNvSpPr/>
          <p:nvPr/>
        </p:nvSpPr>
        <p:spPr>
          <a:xfrm>
            <a:off x="8767609" y="10393680"/>
            <a:ext cx="26672" cy="57150"/>
          </a:xfrm>
          <a:custGeom>
            <a:avLst/>
            <a:gdLst/>
            <a:ahLst/>
            <a:cxnLst/>
            <a:rect l="l" t="t" r="r" b="b"/>
            <a:pathLst>
              <a:path w="26673" h="57150">
                <a:moveTo>
                  <a:pt x="762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667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Freeform 328"/>
          <p:cNvSpPr/>
          <p:nvPr/>
        </p:nvSpPr>
        <p:spPr>
          <a:xfrm>
            <a:off x="8763600" y="10450830"/>
            <a:ext cx="23058" cy="57150"/>
          </a:xfrm>
          <a:custGeom>
            <a:avLst/>
            <a:gdLst/>
            <a:ahLst/>
            <a:cxnLst/>
            <a:rect l="l" t="t" r="r" b="b"/>
            <a:pathLst>
              <a:path w="23059" h="57150">
                <a:moveTo>
                  <a:pt x="400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05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Freeform 329"/>
          <p:cNvSpPr/>
          <p:nvPr/>
        </p:nvSpPr>
        <p:spPr>
          <a:xfrm>
            <a:off x="8763365" y="10507980"/>
            <a:ext cx="19285" cy="57150"/>
          </a:xfrm>
          <a:custGeom>
            <a:avLst/>
            <a:gdLst/>
            <a:ahLst/>
            <a:cxnLst/>
            <a:rect l="l" t="t" r="r" b="b"/>
            <a:pathLst>
              <a:path w="19285" h="57150">
                <a:moveTo>
                  <a:pt x="23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28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Freeform 330"/>
          <p:cNvSpPr/>
          <p:nvPr/>
        </p:nvSpPr>
        <p:spPr>
          <a:xfrm>
            <a:off x="8763365" y="10565130"/>
            <a:ext cx="22597" cy="57150"/>
          </a:xfrm>
          <a:custGeom>
            <a:avLst/>
            <a:gdLst/>
            <a:ahLst/>
            <a:cxnLst/>
            <a:rect l="l" t="t" r="r" b="b"/>
            <a:pathLst>
              <a:path w="22597" h="57150">
                <a:moveTo>
                  <a:pt x="0" y="0"/>
                </a:moveTo>
                <a:lnTo>
                  <a:pt x="3547" y="57150"/>
                </a:lnTo>
                <a:lnTo>
                  <a:pt x="2259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Freeform 331"/>
          <p:cNvSpPr/>
          <p:nvPr/>
        </p:nvSpPr>
        <p:spPr>
          <a:xfrm>
            <a:off x="8766912" y="10622280"/>
            <a:ext cx="26238" cy="57150"/>
          </a:xfrm>
          <a:custGeom>
            <a:avLst/>
            <a:gdLst/>
            <a:ahLst/>
            <a:cxnLst/>
            <a:rect l="l" t="t" r="r" b="b"/>
            <a:pathLst>
              <a:path w="26238" h="57150">
                <a:moveTo>
                  <a:pt x="0" y="0"/>
                </a:moveTo>
                <a:lnTo>
                  <a:pt x="7188" y="57150"/>
                </a:lnTo>
                <a:lnTo>
                  <a:pt x="262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Freeform 332"/>
          <p:cNvSpPr/>
          <p:nvPr/>
        </p:nvSpPr>
        <p:spPr>
          <a:xfrm>
            <a:off x="8774100" y="10679430"/>
            <a:ext cx="29593" cy="57150"/>
          </a:xfrm>
          <a:custGeom>
            <a:avLst/>
            <a:gdLst/>
            <a:ahLst/>
            <a:cxnLst/>
            <a:rect l="l" t="t" r="r" b="b"/>
            <a:pathLst>
              <a:path w="29594" h="57150">
                <a:moveTo>
                  <a:pt x="0" y="0"/>
                </a:moveTo>
                <a:lnTo>
                  <a:pt x="10544" y="57150"/>
                </a:lnTo>
                <a:lnTo>
                  <a:pt x="29594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Freeform 333"/>
          <p:cNvSpPr/>
          <p:nvPr/>
        </p:nvSpPr>
        <p:spPr>
          <a:xfrm>
            <a:off x="8784644" y="10736580"/>
            <a:ext cx="32527" cy="57150"/>
          </a:xfrm>
          <a:custGeom>
            <a:avLst/>
            <a:gdLst/>
            <a:ahLst/>
            <a:cxnLst/>
            <a:rect l="l" t="t" r="r" b="b"/>
            <a:pathLst>
              <a:path w="32527" h="57150">
                <a:moveTo>
                  <a:pt x="0" y="0"/>
                </a:moveTo>
                <a:lnTo>
                  <a:pt x="13477" y="57150"/>
                </a:lnTo>
                <a:lnTo>
                  <a:pt x="3252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Freeform 334"/>
          <p:cNvSpPr/>
          <p:nvPr/>
        </p:nvSpPr>
        <p:spPr>
          <a:xfrm>
            <a:off x="8798121" y="10793730"/>
            <a:ext cx="34924" cy="57150"/>
          </a:xfrm>
          <a:custGeom>
            <a:avLst/>
            <a:gdLst/>
            <a:ahLst/>
            <a:cxnLst/>
            <a:rect l="l" t="t" r="r" b="b"/>
            <a:pathLst>
              <a:path w="34925" h="57150">
                <a:moveTo>
                  <a:pt x="0" y="0"/>
                </a:moveTo>
                <a:lnTo>
                  <a:pt x="15875" y="57150"/>
                </a:lnTo>
                <a:lnTo>
                  <a:pt x="3492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Freeform 335"/>
          <p:cNvSpPr/>
          <p:nvPr/>
        </p:nvSpPr>
        <p:spPr>
          <a:xfrm>
            <a:off x="8813996" y="10850880"/>
            <a:ext cx="36689" cy="57150"/>
          </a:xfrm>
          <a:custGeom>
            <a:avLst/>
            <a:gdLst/>
            <a:ahLst/>
            <a:cxnLst/>
            <a:rect l="l" t="t" r="r" b="b"/>
            <a:pathLst>
              <a:path w="36689" h="57150">
                <a:moveTo>
                  <a:pt x="0" y="0"/>
                </a:moveTo>
                <a:lnTo>
                  <a:pt x="17639" y="57150"/>
                </a:lnTo>
                <a:lnTo>
                  <a:pt x="3668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Freeform 336"/>
          <p:cNvSpPr/>
          <p:nvPr/>
        </p:nvSpPr>
        <p:spPr>
          <a:xfrm>
            <a:off x="8831635" y="10908030"/>
            <a:ext cx="37750" cy="57150"/>
          </a:xfrm>
          <a:custGeom>
            <a:avLst/>
            <a:gdLst/>
            <a:ahLst/>
            <a:cxnLst/>
            <a:rect l="l" t="t" r="r" b="b"/>
            <a:pathLst>
              <a:path w="37750" h="57150">
                <a:moveTo>
                  <a:pt x="0" y="0"/>
                </a:moveTo>
                <a:lnTo>
                  <a:pt x="18700" y="57150"/>
                </a:lnTo>
                <a:lnTo>
                  <a:pt x="37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Freeform 337"/>
          <p:cNvSpPr/>
          <p:nvPr/>
        </p:nvSpPr>
        <p:spPr>
          <a:xfrm>
            <a:off x="8850335" y="10965180"/>
            <a:ext cx="38065" cy="57150"/>
          </a:xfrm>
          <a:custGeom>
            <a:avLst/>
            <a:gdLst/>
            <a:ahLst/>
            <a:cxnLst/>
            <a:rect l="l" t="t" r="r" b="b"/>
            <a:pathLst>
              <a:path w="38066" h="57150">
                <a:moveTo>
                  <a:pt x="0" y="0"/>
                </a:moveTo>
                <a:lnTo>
                  <a:pt x="19016" y="57150"/>
                </a:lnTo>
                <a:lnTo>
                  <a:pt x="380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Freeform 338"/>
          <p:cNvSpPr/>
          <p:nvPr/>
        </p:nvSpPr>
        <p:spPr>
          <a:xfrm>
            <a:off x="8869351" y="11022330"/>
            <a:ext cx="37623" cy="57150"/>
          </a:xfrm>
          <a:custGeom>
            <a:avLst/>
            <a:gdLst/>
            <a:ahLst/>
            <a:cxnLst/>
            <a:rect l="l" t="t" r="r" b="b"/>
            <a:pathLst>
              <a:path w="37623" h="57150">
                <a:moveTo>
                  <a:pt x="0" y="0"/>
                </a:moveTo>
                <a:lnTo>
                  <a:pt x="18573" y="57150"/>
                </a:lnTo>
                <a:lnTo>
                  <a:pt x="3762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Freeform 339"/>
          <p:cNvSpPr/>
          <p:nvPr/>
        </p:nvSpPr>
        <p:spPr>
          <a:xfrm>
            <a:off x="8887924" y="11079480"/>
            <a:ext cx="36439" cy="57150"/>
          </a:xfrm>
          <a:custGeom>
            <a:avLst/>
            <a:gdLst/>
            <a:ahLst/>
            <a:cxnLst/>
            <a:rect l="l" t="t" r="r" b="b"/>
            <a:pathLst>
              <a:path w="36440" h="57150">
                <a:moveTo>
                  <a:pt x="0" y="0"/>
                </a:moveTo>
                <a:lnTo>
                  <a:pt x="17390" y="57150"/>
                </a:lnTo>
                <a:lnTo>
                  <a:pt x="364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Freeform 340"/>
          <p:cNvSpPr/>
          <p:nvPr/>
        </p:nvSpPr>
        <p:spPr>
          <a:xfrm>
            <a:off x="8905314" y="11136630"/>
            <a:ext cx="34563" cy="57150"/>
          </a:xfrm>
          <a:custGeom>
            <a:avLst/>
            <a:gdLst/>
            <a:ahLst/>
            <a:cxnLst/>
            <a:rect l="l" t="t" r="r" b="b"/>
            <a:pathLst>
              <a:path w="34563" h="57150">
                <a:moveTo>
                  <a:pt x="0" y="0"/>
                </a:moveTo>
                <a:lnTo>
                  <a:pt x="15513" y="57150"/>
                </a:lnTo>
                <a:lnTo>
                  <a:pt x="3456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Freeform 341"/>
          <p:cNvSpPr/>
          <p:nvPr/>
        </p:nvSpPr>
        <p:spPr>
          <a:xfrm>
            <a:off x="8920827" y="11193780"/>
            <a:ext cx="32068" cy="57150"/>
          </a:xfrm>
          <a:custGeom>
            <a:avLst/>
            <a:gdLst/>
            <a:ahLst/>
            <a:cxnLst/>
            <a:rect l="l" t="t" r="r" b="b"/>
            <a:pathLst>
              <a:path w="32069" h="57150">
                <a:moveTo>
                  <a:pt x="0" y="0"/>
                </a:moveTo>
                <a:lnTo>
                  <a:pt x="13019" y="57150"/>
                </a:lnTo>
                <a:lnTo>
                  <a:pt x="3206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Freeform 342"/>
          <p:cNvSpPr/>
          <p:nvPr/>
        </p:nvSpPr>
        <p:spPr>
          <a:xfrm>
            <a:off x="8933846" y="11250930"/>
            <a:ext cx="29055" cy="57150"/>
          </a:xfrm>
          <a:custGeom>
            <a:avLst/>
            <a:gdLst/>
            <a:ahLst/>
            <a:cxnLst/>
            <a:rect l="l" t="t" r="r" b="b"/>
            <a:pathLst>
              <a:path w="29055" h="57150">
                <a:moveTo>
                  <a:pt x="0" y="0"/>
                </a:moveTo>
                <a:lnTo>
                  <a:pt x="10005" y="57150"/>
                </a:lnTo>
                <a:lnTo>
                  <a:pt x="2905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Freeform 343"/>
          <p:cNvSpPr/>
          <p:nvPr/>
        </p:nvSpPr>
        <p:spPr>
          <a:xfrm>
            <a:off x="8943851" y="11308080"/>
            <a:ext cx="25642" cy="57150"/>
          </a:xfrm>
          <a:custGeom>
            <a:avLst/>
            <a:gdLst/>
            <a:ahLst/>
            <a:cxnLst/>
            <a:rect l="l" t="t" r="r" b="b"/>
            <a:pathLst>
              <a:path w="25643" h="57150">
                <a:moveTo>
                  <a:pt x="0" y="0"/>
                </a:moveTo>
                <a:lnTo>
                  <a:pt x="6593" y="57150"/>
                </a:lnTo>
                <a:lnTo>
                  <a:pt x="2564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Freeform 344"/>
          <p:cNvSpPr/>
          <p:nvPr/>
        </p:nvSpPr>
        <p:spPr>
          <a:xfrm>
            <a:off x="8950444" y="11365230"/>
            <a:ext cx="21966" cy="57150"/>
          </a:xfrm>
          <a:custGeom>
            <a:avLst/>
            <a:gdLst/>
            <a:ahLst/>
            <a:cxnLst/>
            <a:rect l="l" t="t" r="r" b="b"/>
            <a:pathLst>
              <a:path w="21967" h="57150">
                <a:moveTo>
                  <a:pt x="0" y="0"/>
                </a:moveTo>
                <a:lnTo>
                  <a:pt x="2917" y="57150"/>
                </a:lnTo>
                <a:lnTo>
                  <a:pt x="2196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Freeform 345"/>
          <p:cNvSpPr/>
          <p:nvPr/>
        </p:nvSpPr>
        <p:spPr>
          <a:xfrm>
            <a:off x="8952486" y="11422380"/>
            <a:ext cx="19924" cy="57150"/>
          </a:xfrm>
          <a:custGeom>
            <a:avLst/>
            <a:gdLst/>
            <a:ahLst/>
            <a:cxnLst/>
            <a:rect l="l" t="t" r="r" b="b"/>
            <a:pathLst>
              <a:path w="19925" h="57150">
                <a:moveTo>
                  <a:pt x="87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92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Freeform 346"/>
          <p:cNvSpPr/>
          <p:nvPr/>
        </p:nvSpPr>
        <p:spPr>
          <a:xfrm>
            <a:off x="8947854" y="11479530"/>
            <a:ext cx="23681" cy="57150"/>
          </a:xfrm>
          <a:custGeom>
            <a:avLst/>
            <a:gdLst/>
            <a:ahLst/>
            <a:cxnLst/>
            <a:rect l="l" t="t" r="r" b="b"/>
            <a:pathLst>
              <a:path w="23682" h="57150">
                <a:moveTo>
                  <a:pt x="46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6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Freeform 347"/>
          <p:cNvSpPr/>
          <p:nvPr/>
        </p:nvSpPr>
        <p:spPr>
          <a:xfrm>
            <a:off x="8939650" y="11536680"/>
            <a:ext cx="27254" cy="57150"/>
          </a:xfrm>
          <a:custGeom>
            <a:avLst/>
            <a:gdLst/>
            <a:ahLst/>
            <a:cxnLst/>
            <a:rect l="l" t="t" r="r" b="b"/>
            <a:pathLst>
              <a:path w="27254" h="57150">
                <a:moveTo>
                  <a:pt x="820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725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Freeform 348"/>
          <p:cNvSpPr/>
          <p:nvPr/>
        </p:nvSpPr>
        <p:spPr>
          <a:xfrm>
            <a:off x="8928201" y="11593830"/>
            <a:ext cx="30499" cy="57150"/>
          </a:xfrm>
          <a:custGeom>
            <a:avLst/>
            <a:gdLst/>
            <a:ahLst/>
            <a:cxnLst/>
            <a:rect l="l" t="t" r="r" b="b"/>
            <a:pathLst>
              <a:path w="30499" h="57150">
                <a:moveTo>
                  <a:pt x="1144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049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Freeform 349"/>
          <p:cNvSpPr/>
          <p:nvPr/>
        </p:nvSpPr>
        <p:spPr>
          <a:xfrm>
            <a:off x="8913963" y="11650980"/>
            <a:ext cx="33287" cy="57150"/>
          </a:xfrm>
          <a:custGeom>
            <a:avLst/>
            <a:gdLst/>
            <a:ahLst/>
            <a:cxnLst/>
            <a:rect l="l" t="t" r="r" b="b"/>
            <a:pathLst>
              <a:path w="33288" h="57150">
                <a:moveTo>
                  <a:pt x="1423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328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Freeform 350"/>
          <p:cNvSpPr/>
          <p:nvPr/>
        </p:nvSpPr>
        <p:spPr>
          <a:xfrm>
            <a:off x="8897504" y="11708130"/>
            <a:ext cx="35509" cy="57150"/>
          </a:xfrm>
          <a:custGeom>
            <a:avLst/>
            <a:gdLst/>
            <a:ahLst/>
            <a:cxnLst/>
            <a:rect l="l" t="t" r="r" b="b"/>
            <a:pathLst>
              <a:path w="35509" h="57150">
                <a:moveTo>
                  <a:pt x="1645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50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Freeform 351"/>
          <p:cNvSpPr/>
          <p:nvPr/>
        </p:nvSpPr>
        <p:spPr>
          <a:xfrm>
            <a:off x="8879480" y="11765280"/>
            <a:ext cx="37074" cy="57150"/>
          </a:xfrm>
          <a:custGeom>
            <a:avLst/>
            <a:gdLst/>
            <a:ahLst/>
            <a:cxnLst/>
            <a:rect l="l" t="t" r="r" b="b"/>
            <a:pathLst>
              <a:path w="37074" h="57150">
                <a:moveTo>
                  <a:pt x="1802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07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Freeform 352"/>
          <p:cNvSpPr/>
          <p:nvPr/>
        </p:nvSpPr>
        <p:spPr>
          <a:xfrm>
            <a:off x="8860609" y="11822430"/>
            <a:ext cx="37920" cy="57150"/>
          </a:xfrm>
          <a:custGeom>
            <a:avLst/>
            <a:gdLst/>
            <a:ahLst/>
            <a:cxnLst/>
            <a:rect l="l" t="t" r="r" b="b"/>
            <a:pathLst>
              <a:path w="37921" h="57150">
                <a:moveTo>
                  <a:pt x="1887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92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Freeform 353"/>
          <p:cNvSpPr/>
          <p:nvPr/>
        </p:nvSpPr>
        <p:spPr>
          <a:xfrm>
            <a:off x="8841645" y="11879580"/>
            <a:ext cx="38014" cy="57150"/>
          </a:xfrm>
          <a:custGeom>
            <a:avLst/>
            <a:gdLst/>
            <a:ahLst/>
            <a:cxnLst/>
            <a:rect l="l" t="t" r="r" b="b"/>
            <a:pathLst>
              <a:path w="38014" h="57150">
                <a:moveTo>
                  <a:pt x="1896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1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Freeform 354"/>
          <p:cNvSpPr/>
          <p:nvPr/>
        </p:nvSpPr>
        <p:spPr>
          <a:xfrm>
            <a:off x="8823342" y="11936730"/>
            <a:ext cx="37352" cy="57150"/>
          </a:xfrm>
          <a:custGeom>
            <a:avLst/>
            <a:gdLst/>
            <a:ahLst/>
            <a:cxnLst/>
            <a:rect l="l" t="t" r="r" b="b"/>
            <a:pathLst>
              <a:path w="37353" h="57150">
                <a:moveTo>
                  <a:pt x="1830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35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Freeform 355"/>
          <p:cNvSpPr/>
          <p:nvPr/>
        </p:nvSpPr>
        <p:spPr>
          <a:xfrm>
            <a:off x="8806431" y="11993880"/>
            <a:ext cx="35960" cy="57150"/>
          </a:xfrm>
          <a:custGeom>
            <a:avLst/>
            <a:gdLst/>
            <a:ahLst/>
            <a:cxnLst/>
            <a:rect l="l" t="t" r="r" b="b"/>
            <a:pathLst>
              <a:path w="35961" h="57150">
                <a:moveTo>
                  <a:pt x="1691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96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Freeform 356"/>
          <p:cNvSpPr/>
          <p:nvPr/>
        </p:nvSpPr>
        <p:spPr>
          <a:xfrm>
            <a:off x="8791586" y="12051030"/>
            <a:ext cx="33895" cy="57150"/>
          </a:xfrm>
          <a:custGeom>
            <a:avLst/>
            <a:gdLst/>
            <a:ahLst/>
            <a:cxnLst/>
            <a:rect l="l" t="t" r="r" b="b"/>
            <a:pathLst>
              <a:path w="33895" h="57150">
                <a:moveTo>
                  <a:pt x="1484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389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Freeform 357"/>
          <p:cNvSpPr/>
          <p:nvPr/>
        </p:nvSpPr>
        <p:spPr>
          <a:xfrm>
            <a:off x="8779399" y="12108180"/>
            <a:ext cx="31237" cy="57150"/>
          </a:xfrm>
          <a:custGeom>
            <a:avLst/>
            <a:gdLst/>
            <a:ahLst/>
            <a:cxnLst/>
            <a:rect l="l" t="t" r="r" b="b"/>
            <a:pathLst>
              <a:path w="31237" h="57150">
                <a:moveTo>
                  <a:pt x="12187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237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Freeform 358"/>
          <p:cNvSpPr/>
          <p:nvPr/>
        </p:nvSpPr>
        <p:spPr>
          <a:xfrm>
            <a:off x="8770355" y="12165330"/>
            <a:ext cx="28093" cy="57150"/>
          </a:xfrm>
          <a:custGeom>
            <a:avLst/>
            <a:gdLst/>
            <a:ahLst/>
            <a:cxnLst/>
            <a:rect l="l" t="t" r="r" b="b"/>
            <a:pathLst>
              <a:path w="28094" h="57150">
                <a:moveTo>
                  <a:pt x="904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09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Freeform 359"/>
          <p:cNvSpPr/>
          <p:nvPr/>
        </p:nvSpPr>
        <p:spPr>
          <a:xfrm>
            <a:off x="8764815" y="12222480"/>
            <a:ext cx="24589" cy="57150"/>
          </a:xfrm>
          <a:custGeom>
            <a:avLst/>
            <a:gdLst/>
            <a:ahLst/>
            <a:cxnLst/>
            <a:rect l="l" t="t" r="r" b="b"/>
            <a:pathLst>
              <a:path w="24590" h="57150">
                <a:moveTo>
                  <a:pt x="554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459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Freeform 360"/>
          <p:cNvSpPr/>
          <p:nvPr/>
        </p:nvSpPr>
        <p:spPr>
          <a:xfrm>
            <a:off x="8763000" y="12279630"/>
            <a:ext cx="20864" cy="57150"/>
          </a:xfrm>
          <a:custGeom>
            <a:avLst/>
            <a:gdLst/>
            <a:ahLst/>
            <a:cxnLst/>
            <a:rect l="l" t="t" r="r" b="b"/>
            <a:pathLst>
              <a:path w="20865" h="57150">
                <a:moveTo>
                  <a:pt x="181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086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Freeform 361"/>
          <p:cNvSpPr/>
          <p:nvPr/>
        </p:nvSpPr>
        <p:spPr>
          <a:xfrm>
            <a:off x="8763000" y="12336780"/>
            <a:ext cx="21032" cy="57150"/>
          </a:xfrm>
          <a:custGeom>
            <a:avLst/>
            <a:gdLst/>
            <a:ahLst/>
            <a:cxnLst/>
            <a:rect l="l" t="t" r="r" b="b"/>
            <a:pathLst>
              <a:path w="21033" h="57150">
                <a:moveTo>
                  <a:pt x="0" y="0"/>
                </a:moveTo>
                <a:lnTo>
                  <a:pt x="1983" y="57150"/>
                </a:lnTo>
                <a:lnTo>
                  <a:pt x="2103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Freeform 362"/>
          <p:cNvSpPr/>
          <p:nvPr/>
        </p:nvSpPr>
        <p:spPr>
          <a:xfrm>
            <a:off x="8764983" y="12393930"/>
            <a:ext cx="24750" cy="57150"/>
          </a:xfrm>
          <a:custGeom>
            <a:avLst/>
            <a:gdLst/>
            <a:ahLst/>
            <a:cxnLst/>
            <a:rect l="l" t="t" r="r" b="b"/>
            <a:pathLst>
              <a:path w="24750" h="57150">
                <a:moveTo>
                  <a:pt x="0" y="0"/>
                </a:moveTo>
                <a:lnTo>
                  <a:pt x="5700" y="57150"/>
                </a:lnTo>
                <a:lnTo>
                  <a:pt x="24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Freeform 363"/>
          <p:cNvSpPr/>
          <p:nvPr/>
        </p:nvSpPr>
        <p:spPr>
          <a:xfrm>
            <a:off x="8770683" y="12451080"/>
            <a:ext cx="28241" cy="57150"/>
          </a:xfrm>
          <a:custGeom>
            <a:avLst/>
            <a:gdLst/>
            <a:ahLst/>
            <a:cxnLst/>
            <a:rect l="l" t="t" r="r" b="b"/>
            <a:pathLst>
              <a:path w="28242" h="57150">
                <a:moveTo>
                  <a:pt x="0" y="0"/>
                </a:moveTo>
                <a:lnTo>
                  <a:pt x="9192" y="57150"/>
                </a:lnTo>
                <a:lnTo>
                  <a:pt x="2824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Freeform 364"/>
          <p:cNvSpPr/>
          <p:nvPr/>
        </p:nvSpPr>
        <p:spPr>
          <a:xfrm>
            <a:off x="8779875" y="12508230"/>
            <a:ext cx="31366" cy="57150"/>
          </a:xfrm>
          <a:custGeom>
            <a:avLst/>
            <a:gdLst/>
            <a:ahLst/>
            <a:cxnLst/>
            <a:rect l="l" t="t" r="r" b="b"/>
            <a:pathLst>
              <a:path w="31366" h="57150">
                <a:moveTo>
                  <a:pt x="0" y="0"/>
                </a:moveTo>
                <a:lnTo>
                  <a:pt x="12316" y="57150"/>
                </a:lnTo>
                <a:lnTo>
                  <a:pt x="313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Freeform 365"/>
          <p:cNvSpPr/>
          <p:nvPr/>
        </p:nvSpPr>
        <p:spPr>
          <a:xfrm>
            <a:off x="8792191" y="12565380"/>
            <a:ext cx="33999" cy="57150"/>
          </a:xfrm>
          <a:custGeom>
            <a:avLst/>
            <a:gdLst/>
            <a:ahLst/>
            <a:cxnLst/>
            <a:rect l="l" t="t" r="r" b="b"/>
            <a:pathLst>
              <a:path w="34000" h="57150">
                <a:moveTo>
                  <a:pt x="0" y="0"/>
                </a:moveTo>
                <a:lnTo>
                  <a:pt x="14950" y="57150"/>
                </a:lnTo>
                <a:lnTo>
                  <a:pt x="3400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Freeform 366"/>
          <p:cNvSpPr/>
          <p:nvPr/>
        </p:nvSpPr>
        <p:spPr>
          <a:xfrm>
            <a:off x="8807141" y="12622530"/>
            <a:ext cx="36037" cy="57150"/>
          </a:xfrm>
          <a:custGeom>
            <a:avLst/>
            <a:gdLst/>
            <a:ahLst/>
            <a:cxnLst/>
            <a:rect l="l" t="t" r="r" b="b"/>
            <a:pathLst>
              <a:path w="36037" h="57150">
                <a:moveTo>
                  <a:pt x="0" y="0"/>
                </a:moveTo>
                <a:lnTo>
                  <a:pt x="16987" y="57150"/>
                </a:lnTo>
                <a:lnTo>
                  <a:pt x="3603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Freeform 367"/>
          <p:cNvSpPr/>
          <p:nvPr/>
        </p:nvSpPr>
        <p:spPr>
          <a:xfrm>
            <a:off x="8824128" y="12679680"/>
            <a:ext cx="37397" cy="57150"/>
          </a:xfrm>
          <a:custGeom>
            <a:avLst/>
            <a:gdLst/>
            <a:ahLst/>
            <a:cxnLst/>
            <a:rect l="l" t="t" r="r" b="b"/>
            <a:pathLst>
              <a:path w="37398" h="57150">
                <a:moveTo>
                  <a:pt x="0" y="0"/>
                </a:moveTo>
                <a:lnTo>
                  <a:pt x="18348" y="57150"/>
                </a:lnTo>
                <a:lnTo>
                  <a:pt x="3739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Freeform 368"/>
          <p:cNvSpPr/>
          <p:nvPr/>
        </p:nvSpPr>
        <p:spPr>
          <a:xfrm>
            <a:off x="8842476" y="12736830"/>
            <a:ext cx="38026" cy="57150"/>
          </a:xfrm>
          <a:custGeom>
            <a:avLst/>
            <a:gdLst/>
            <a:ahLst/>
            <a:cxnLst/>
            <a:rect l="l" t="t" r="r" b="b"/>
            <a:pathLst>
              <a:path w="38026" h="57150">
                <a:moveTo>
                  <a:pt x="0" y="0"/>
                </a:moveTo>
                <a:lnTo>
                  <a:pt x="18976" y="57150"/>
                </a:lnTo>
                <a:lnTo>
                  <a:pt x="3802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Freeform 369"/>
          <p:cNvSpPr/>
          <p:nvPr/>
        </p:nvSpPr>
        <p:spPr>
          <a:xfrm>
            <a:off x="8861452" y="12793980"/>
            <a:ext cx="37898" cy="57150"/>
          </a:xfrm>
          <a:custGeom>
            <a:avLst/>
            <a:gdLst/>
            <a:ahLst/>
            <a:cxnLst/>
            <a:rect l="l" t="t" r="r" b="b"/>
            <a:pathLst>
              <a:path w="37899" h="57150">
                <a:moveTo>
                  <a:pt x="0" y="0"/>
                </a:moveTo>
                <a:lnTo>
                  <a:pt x="18849" y="57150"/>
                </a:lnTo>
                <a:lnTo>
                  <a:pt x="3789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Freeform 370"/>
          <p:cNvSpPr/>
          <p:nvPr/>
        </p:nvSpPr>
        <p:spPr>
          <a:xfrm>
            <a:off x="8880301" y="12851130"/>
            <a:ext cx="37019" cy="57150"/>
          </a:xfrm>
          <a:custGeom>
            <a:avLst/>
            <a:gdLst/>
            <a:ahLst/>
            <a:cxnLst/>
            <a:rect l="l" t="t" r="r" b="b"/>
            <a:pathLst>
              <a:path w="37019" h="57150">
                <a:moveTo>
                  <a:pt x="0" y="0"/>
                </a:moveTo>
                <a:lnTo>
                  <a:pt x="17969" y="57150"/>
                </a:lnTo>
                <a:lnTo>
                  <a:pt x="370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7620000" y="8858250"/>
            <a:ext cx="1333500" cy="1626869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7913370" y="9118549"/>
            <a:ext cx="160020" cy="325373"/>
          </a:xfrm>
          <a:prstGeom prst="ellipse">
            <a:avLst/>
          </a:prstGeom>
          <a:solidFill>
            <a:srgbClr val="F3F1E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Freeform 373"/>
          <p:cNvSpPr/>
          <p:nvPr/>
        </p:nvSpPr>
        <p:spPr>
          <a:xfrm>
            <a:off x="8201025" y="10447020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0" y="133350"/>
                </a:moveTo>
                <a:lnTo>
                  <a:pt x="171450" y="133350"/>
                </a:lnTo>
                <a:lnTo>
                  <a:pt x="85725" y="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Freeform 374"/>
          <p:cNvSpPr/>
          <p:nvPr/>
        </p:nvSpPr>
        <p:spPr>
          <a:xfrm>
            <a:off x="8286750" y="10580370"/>
            <a:ext cx="37973" cy="57150"/>
          </a:xfrm>
          <a:custGeom>
            <a:avLst/>
            <a:gdLst/>
            <a:ahLst/>
            <a:cxnLst/>
            <a:rect l="l" t="t" r="r" b="b"/>
            <a:pathLst>
              <a:path w="37973" h="57150">
                <a:moveTo>
                  <a:pt x="0" y="0"/>
                </a:moveTo>
                <a:lnTo>
                  <a:pt x="18923" y="57150"/>
                </a:lnTo>
                <a:lnTo>
                  <a:pt x="3797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Freeform 375"/>
          <p:cNvSpPr/>
          <p:nvPr/>
        </p:nvSpPr>
        <p:spPr>
          <a:xfrm>
            <a:off x="8305673" y="10637520"/>
            <a:ext cx="37218" cy="57150"/>
          </a:xfrm>
          <a:custGeom>
            <a:avLst/>
            <a:gdLst/>
            <a:ahLst/>
            <a:cxnLst/>
            <a:rect l="l" t="t" r="r" b="b"/>
            <a:pathLst>
              <a:path w="37219" h="57150">
                <a:moveTo>
                  <a:pt x="0" y="0"/>
                </a:moveTo>
                <a:lnTo>
                  <a:pt x="18169" y="57150"/>
                </a:lnTo>
                <a:lnTo>
                  <a:pt x="372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Freeform 376"/>
          <p:cNvSpPr/>
          <p:nvPr/>
        </p:nvSpPr>
        <p:spPr>
          <a:xfrm>
            <a:off x="8323842" y="10694670"/>
            <a:ext cx="35740" cy="57150"/>
          </a:xfrm>
          <a:custGeom>
            <a:avLst/>
            <a:gdLst/>
            <a:ahLst/>
            <a:cxnLst/>
            <a:rect l="l" t="t" r="r" b="b"/>
            <a:pathLst>
              <a:path w="35740" h="57150">
                <a:moveTo>
                  <a:pt x="0" y="0"/>
                </a:moveTo>
                <a:lnTo>
                  <a:pt x="16690" y="57150"/>
                </a:lnTo>
                <a:lnTo>
                  <a:pt x="357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Freeform 377"/>
          <p:cNvSpPr/>
          <p:nvPr/>
        </p:nvSpPr>
        <p:spPr>
          <a:xfrm>
            <a:off x="8340532" y="10751820"/>
            <a:ext cx="33595" cy="57150"/>
          </a:xfrm>
          <a:custGeom>
            <a:avLst/>
            <a:gdLst/>
            <a:ahLst/>
            <a:cxnLst/>
            <a:rect l="l" t="t" r="r" b="b"/>
            <a:pathLst>
              <a:path w="33596" h="57150">
                <a:moveTo>
                  <a:pt x="0" y="0"/>
                </a:moveTo>
                <a:lnTo>
                  <a:pt x="14546" y="57150"/>
                </a:lnTo>
                <a:lnTo>
                  <a:pt x="3359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Freeform 378"/>
          <p:cNvSpPr/>
          <p:nvPr/>
        </p:nvSpPr>
        <p:spPr>
          <a:xfrm>
            <a:off x="8355078" y="10808970"/>
            <a:ext cx="30871" cy="57150"/>
          </a:xfrm>
          <a:custGeom>
            <a:avLst/>
            <a:gdLst/>
            <a:ahLst/>
            <a:cxnLst/>
            <a:rect l="l" t="t" r="r" b="b"/>
            <a:pathLst>
              <a:path w="30872" h="57150">
                <a:moveTo>
                  <a:pt x="0" y="0"/>
                </a:moveTo>
                <a:lnTo>
                  <a:pt x="11822" y="57150"/>
                </a:lnTo>
                <a:lnTo>
                  <a:pt x="3087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Freeform 379"/>
          <p:cNvSpPr/>
          <p:nvPr/>
        </p:nvSpPr>
        <p:spPr>
          <a:xfrm>
            <a:off x="8366900" y="10866120"/>
            <a:ext cx="27676" cy="57150"/>
          </a:xfrm>
          <a:custGeom>
            <a:avLst/>
            <a:gdLst/>
            <a:ahLst/>
            <a:cxnLst/>
            <a:rect l="l" t="t" r="r" b="b"/>
            <a:pathLst>
              <a:path w="27676" h="57150">
                <a:moveTo>
                  <a:pt x="0" y="0"/>
                </a:moveTo>
                <a:lnTo>
                  <a:pt x="8626" y="57150"/>
                </a:lnTo>
                <a:lnTo>
                  <a:pt x="2767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Freeform 380"/>
          <p:cNvSpPr/>
          <p:nvPr/>
        </p:nvSpPr>
        <p:spPr>
          <a:xfrm>
            <a:off x="8375526" y="10923270"/>
            <a:ext cx="24137" cy="57150"/>
          </a:xfrm>
          <a:custGeom>
            <a:avLst/>
            <a:gdLst/>
            <a:ahLst/>
            <a:cxnLst/>
            <a:rect l="l" t="t" r="r" b="b"/>
            <a:pathLst>
              <a:path w="24138" h="57150">
                <a:moveTo>
                  <a:pt x="0" y="0"/>
                </a:moveTo>
                <a:lnTo>
                  <a:pt x="5088" y="57150"/>
                </a:lnTo>
                <a:lnTo>
                  <a:pt x="241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Freeform 381"/>
          <p:cNvSpPr/>
          <p:nvPr/>
        </p:nvSpPr>
        <p:spPr>
          <a:xfrm>
            <a:off x="8380614" y="10980420"/>
            <a:ext cx="20395" cy="57150"/>
          </a:xfrm>
          <a:custGeom>
            <a:avLst/>
            <a:gdLst/>
            <a:ahLst/>
            <a:cxnLst/>
            <a:rect l="l" t="t" r="r" b="b"/>
            <a:pathLst>
              <a:path w="20395" h="57150">
                <a:moveTo>
                  <a:pt x="0" y="0"/>
                </a:moveTo>
                <a:lnTo>
                  <a:pt x="1345" y="57150"/>
                </a:lnTo>
                <a:lnTo>
                  <a:pt x="2039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Freeform 382"/>
          <p:cNvSpPr/>
          <p:nvPr/>
        </p:nvSpPr>
        <p:spPr>
          <a:xfrm>
            <a:off x="8379508" y="11037570"/>
            <a:ext cx="21500" cy="57150"/>
          </a:xfrm>
          <a:custGeom>
            <a:avLst/>
            <a:gdLst/>
            <a:ahLst/>
            <a:cxnLst/>
            <a:rect l="l" t="t" r="r" b="b"/>
            <a:pathLst>
              <a:path w="21501" h="57150">
                <a:moveTo>
                  <a:pt x="245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150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Freeform 383"/>
          <p:cNvSpPr/>
          <p:nvPr/>
        </p:nvSpPr>
        <p:spPr>
          <a:xfrm>
            <a:off x="8373360" y="11094720"/>
            <a:ext cx="25198" cy="57150"/>
          </a:xfrm>
          <a:custGeom>
            <a:avLst/>
            <a:gdLst/>
            <a:ahLst/>
            <a:cxnLst/>
            <a:rect l="l" t="t" r="r" b="b"/>
            <a:pathLst>
              <a:path w="25198" h="57150">
                <a:moveTo>
                  <a:pt x="614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519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Freeform 384"/>
          <p:cNvSpPr/>
          <p:nvPr/>
        </p:nvSpPr>
        <p:spPr>
          <a:xfrm>
            <a:off x="8363759" y="11151870"/>
            <a:ext cx="28651" cy="57150"/>
          </a:xfrm>
          <a:custGeom>
            <a:avLst/>
            <a:gdLst/>
            <a:ahLst/>
            <a:cxnLst/>
            <a:rect l="l" t="t" r="r" b="b"/>
            <a:pathLst>
              <a:path w="28651" h="57150">
                <a:moveTo>
                  <a:pt x="960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65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Freeform 385"/>
          <p:cNvSpPr/>
          <p:nvPr/>
        </p:nvSpPr>
        <p:spPr>
          <a:xfrm>
            <a:off x="8351087" y="11209020"/>
            <a:ext cx="31721" cy="57150"/>
          </a:xfrm>
          <a:custGeom>
            <a:avLst/>
            <a:gdLst/>
            <a:ahLst/>
            <a:cxnLst/>
            <a:rect l="l" t="t" r="r" b="b"/>
            <a:pathLst>
              <a:path w="31722" h="57150">
                <a:moveTo>
                  <a:pt x="1267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72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Freeform 386"/>
          <p:cNvSpPr/>
          <p:nvPr/>
        </p:nvSpPr>
        <p:spPr>
          <a:xfrm>
            <a:off x="8335851" y="11266170"/>
            <a:ext cx="34286" cy="57150"/>
          </a:xfrm>
          <a:custGeom>
            <a:avLst/>
            <a:gdLst/>
            <a:ahLst/>
            <a:cxnLst/>
            <a:rect l="l" t="t" r="r" b="b"/>
            <a:pathLst>
              <a:path w="34286" h="57150">
                <a:moveTo>
                  <a:pt x="1523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428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Freeform 387"/>
          <p:cNvSpPr/>
          <p:nvPr/>
        </p:nvSpPr>
        <p:spPr>
          <a:xfrm>
            <a:off x="8318657" y="11323320"/>
            <a:ext cx="36243" cy="57150"/>
          </a:xfrm>
          <a:custGeom>
            <a:avLst/>
            <a:gdLst/>
            <a:ahLst/>
            <a:cxnLst/>
            <a:rect l="l" t="t" r="r" b="b"/>
            <a:pathLst>
              <a:path w="36244" h="57150">
                <a:moveTo>
                  <a:pt x="1719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24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Freeform 388"/>
          <p:cNvSpPr/>
          <p:nvPr/>
        </p:nvSpPr>
        <p:spPr>
          <a:xfrm>
            <a:off x="8300191" y="11380470"/>
            <a:ext cx="37515" cy="57150"/>
          </a:xfrm>
          <a:custGeom>
            <a:avLst/>
            <a:gdLst/>
            <a:ahLst/>
            <a:cxnLst/>
            <a:rect l="l" t="t" r="r" b="b"/>
            <a:pathLst>
              <a:path w="37516" h="57150">
                <a:moveTo>
                  <a:pt x="1846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51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Freeform 389"/>
          <p:cNvSpPr/>
          <p:nvPr/>
        </p:nvSpPr>
        <p:spPr>
          <a:xfrm>
            <a:off x="8281189" y="11437620"/>
            <a:ext cx="38051" cy="57150"/>
          </a:xfrm>
          <a:custGeom>
            <a:avLst/>
            <a:gdLst/>
            <a:ahLst/>
            <a:cxnLst/>
            <a:rect l="l" t="t" r="r" b="b"/>
            <a:pathLst>
              <a:path w="38052" h="57150">
                <a:moveTo>
                  <a:pt x="1900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5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Freeform 390"/>
          <p:cNvSpPr/>
          <p:nvPr/>
        </p:nvSpPr>
        <p:spPr>
          <a:xfrm>
            <a:off x="8262409" y="11494770"/>
            <a:ext cx="37830" cy="57150"/>
          </a:xfrm>
          <a:custGeom>
            <a:avLst/>
            <a:gdLst/>
            <a:ahLst/>
            <a:cxnLst/>
            <a:rect l="l" t="t" r="r" b="b"/>
            <a:pathLst>
              <a:path w="37830" h="57150">
                <a:moveTo>
                  <a:pt x="1878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83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Freeform 391"/>
          <p:cNvSpPr/>
          <p:nvPr/>
        </p:nvSpPr>
        <p:spPr>
          <a:xfrm>
            <a:off x="8244599" y="11551920"/>
            <a:ext cx="36859" cy="57150"/>
          </a:xfrm>
          <a:custGeom>
            <a:avLst/>
            <a:gdLst/>
            <a:ahLst/>
            <a:cxnLst/>
            <a:rect l="l" t="t" r="r" b="b"/>
            <a:pathLst>
              <a:path w="36860" h="57150">
                <a:moveTo>
                  <a:pt x="1781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86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Freeform 392"/>
          <p:cNvSpPr/>
          <p:nvPr/>
        </p:nvSpPr>
        <p:spPr>
          <a:xfrm>
            <a:off x="8228470" y="11609070"/>
            <a:ext cx="35179" cy="57150"/>
          </a:xfrm>
          <a:custGeom>
            <a:avLst/>
            <a:gdLst/>
            <a:ahLst/>
            <a:cxnLst/>
            <a:rect l="l" t="t" r="r" b="b"/>
            <a:pathLst>
              <a:path w="35179" h="57150">
                <a:moveTo>
                  <a:pt x="1612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17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Freeform 393"/>
          <p:cNvSpPr/>
          <p:nvPr/>
        </p:nvSpPr>
        <p:spPr>
          <a:xfrm>
            <a:off x="8214664" y="11666220"/>
            <a:ext cx="32855" cy="57150"/>
          </a:xfrm>
          <a:custGeom>
            <a:avLst/>
            <a:gdLst/>
            <a:ahLst/>
            <a:cxnLst/>
            <a:rect l="l" t="t" r="r" b="b"/>
            <a:pathLst>
              <a:path w="32856" h="57150">
                <a:moveTo>
                  <a:pt x="1380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285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Freeform 394"/>
          <p:cNvSpPr/>
          <p:nvPr/>
        </p:nvSpPr>
        <p:spPr>
          <a:xfrm>
            <a:off x="8203732" y="11723370"/>
            <a:ext cx="29982" cy="57150"/>
          </a:xfrm>
          <a:custGeom>
            <a:avLst/>
            <a:gdLst/>
            <a:ahLst/>
            <a:cxnLst/>
            <a:rect l="l" t="t" r="r" b="b"/>
            <a:pathLst>
              <a:path w="29982" h="57150">
                <a:moveTo>
                  <a:pt x="109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99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Freeform 395"/>
          <p:cNvSpPr/>
          <p:nvPr/>
        </p:nvSpPr>
        <p:spPr>
          <a:xfrm>
            <a:off x="8196109" y="11780520"/>
            <a:ext cx="26672" cy="57150"/>
          </a:xfrm>
          <a:custGeom>
            <a:avLst/>
            <a:gdLst/>
            <a:ahLst/>
            <a:cxnLst/>
            <a:rect l="l" t="t" r="r" b="b"/>
            <a:pathLst>
              <a:path w="26673" h="57150">
                <a:moveTo>
                  <a:pt x="762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667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Freeform 396"/>
          <p:cNvSpPr/>
          <p:nvPr/>
        </p:nvSpPr>
        <p:spPr>
          <a:xfrm>
            <a:off x="8192100" y="11837670"/>
            <a:ext cx="23058" cy="57150"/>
          </a:xfrm>
          <a:custGeom>
            <a:avLst/>
            <a:gdLst/>
            <a:ahLst/>
            <a:cxnLst/>
            <a:rect l="l" t="t" r="r" b="b"/>
            <a:pathLst>
              <a:path w="23059" h="57150">
                <a:moveTo>
                  <a:pt x="400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05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Freeform 397"/>
          <p:cNvSpPr/>
          <p:nvPr/>
        </p:nvSpPr>
        <p:spPr>
          <a:xfrm>
            <a:off x="8191865" y="11894820"/>
            <a:ext cx="19285" cy="57150"/>
          </a:xfrm>
          <a:custGeom>
            <a:avLst/>
            <a:gdLst/>
            <a:ahLst/>
            <a:cxnLst/>
            <a:rect l="l" t="t" r="r" b="b"/>
            <a:pathLst>
              <a:path w="19285" h="57150">
                <a:moveTo>
                  <a:pt x="23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28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Freeform 398"/>
          <p:cNvSpPr/>
          <p:nvPr/>
        </p:nvSpPr>
        <p:spPr>
          <a:xfrm>
            <a:off x="8191865" y="11951970"/>
            <a:ext cx="22597" cy="57150"/>
          </a:xfrm>
          <a:custGeom>
            <a:avLst/>
            <a:gdLst/>
            <a:ahLst/>
            <a:cxnLst/>
            <a:rect l="l" t="t" r="r" b="b"/>
            <a:pathLst>
              <a:path w="22597" h="57150">
                <a:moveTo>
                  <a:pt x="0" y="0"/>
                </a:moveTo>
                <a:lnTo>
                  <a:pt x="3547" y="57150"/>
                </a:lnTo>
                <a:lnTo>
                  <a:pt x="2259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Freeform 399"/>
          <p:cNvSpPr/>
          <p:nvPr/>
        </p:nvSpPr>
        <p:spPr>
          <a:xfrm>
            <a:off x="8195412" y="12009120"/>
            <a:ext cx="26238" cy="57150"/>
          </a:xfrm>
          <a:custGeom>
            <a:avLst/>
            <a:gdLst/>
            <a:ahLst/>
            <a:cxnLst/>
            <a:rect l="l" t="t" r="r" b="b"/>
            <a:pathLst>
              <a:path w="26238" h="57150">
                <a:moveTo>
                  <a:pt x="0" y="0"/>
                </a:moveTo>
                <a:lnTo>
                  <a:pt x="7188" y="57150"/>
                </a:lnTo>
                <a:lnTo>
                  <a:pt x="262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Freeform 400"/>
          <p:cNvSpPr/>
          <p:nvPr/>
        </p:nvSpPr>
        <p:spPr>
          <a:xfrm>
            <a:off x="8202600" y="12066270"/>
            <a:ext cx="29593" cy="57150"/>
          </a:xfrm>
          <a:custGeom>
            <a:avLst/>
            <a:gdLst/>
            <a:ahLst/>
            <a:cxnLst/>
            <a:rect l="l" t="t" r="r" b="b"/>
            <a:pathLst>
              <a:path w="29594" h="57150">
                <a:moveTo>
                  <a:pt x="0" y="0"/>
                </a:moveTo>
                <a:lnTo>
                  <a:pt x="10544" y="57150"/>
                </a:lnTo>
                <a:lnTo>
                  <a:pt x="29594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Freeform 401"/>
          <p:cNvSpPr/>
          <p:nvPr/>
        </p:nvSpPr>
        <p:spPr>
          <a:xfrm>
            <a:off x="8213144" y="12123420"/>
            <a:ext cx="32527" cy="57150"/>
          </a:xfrm>
          <a:custGeom>
            <a:avLst/>
            <a:gdLst/>
            <a:ahLst/>
            <a:cxnLst/>
            <a:rect l="l" t="t" r="r" b="b"/>
            <a:pathLst>
              <a:path w="32527" h="57150">
                <a:moveTo>
                  <a:pt x="0" y="0"/>
                </a:moveTo>
                <a:lnTo>
                  <a:pt x="13477" y="57150"/>
                </a:lnTo>
                <a:lnTo>
                  <a:pt x="3252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Freeform 402"/>
          <p:cNvSpPr/>
          <p:nvPr/>
        </p:nvSpPr>
        <p:spPr>
          <a:xfrm>
            <a:off x="8226621" y="12180570"/>
            <a:ext cx="34924" cy="57150"/>
          </a:xfrm>
          <a:custGeom>
            <a:avLst/>
            <a:gdLst/>
            <a:ahLst/>
            <a:cxnLst/>
            <a:rect l="l" t="t" r="r" b="b"/>
            <a:pathLst>
              <a:path w="34925" h="57150">
                <a:moveTo>
                  <a:pt x="0" y="0"/>
                </a:moveTo>
                <a:lnTo>
                  <a:pt x="15875" y="57150"/>
                </a:lnTo>
                <a:lnTo>
                  <a:pt x="3492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Freeform 403"/>
          <p:cNvSpPr/>
          <p:nvPr/>
        </p:nvSpPr>
        <p:spPr>
          <a:xfrm>
            <a:off x="8242496" y="12237720"/>
            <a:ext cx="36689" cy="57150"/>
          </a:xfrm>
          <a:custGeom>
            <a:avLst/>
            <a:gdLst/>
            <a:ahLst/>
            <a:cxnLst/>
            <a:rect l="l" t="t" r="r" b="b"/>
            <a:pathLst>
              <a:path w="36689" h="57150">
                <a:moveTo>
                  <a:pt x="0" y="0"/>
                </a:moveTo>
                <a:lnTo>
                  <a:pt x="17639" y="57150"/>
                </a:lnTo>
                <a:lnTo>
                  <a:pt x="3668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Freeform 404"/>
          <p:cNvSpPr/>
          <p:nvPr/>
        </p:nvSpPr>
        <p:spPr>
          <a:xfrm>
            <a:off x="8260135" y="12294870"/>
            <a:ext cx="37750" cy="57150"/>
          </a:xfrm>
          <a:custGeom>
            <a:avLst/>
            <a:gdLst/>
            <a:ahLst/>
            <a:cxnLst/>
            <a:rect l="l" t="t" r="r" b="b"/>
            <a:pathLst>
              <a:path w="37750" h="57150">
                <a:moveTo>
                  <a:pt x="0" y="0"/>
                </a:moveTo>
                <a:lnTo>
                  <a:pt x="18700" y="57150"/>
                </a:lnTo>
                <a:lnTo>
                  <a:pt x="37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Freeform 405"/>
          <p:cNvSpPr/>
          <p:nvPr/>
        </p:nvSpPr>
        <p:spPr>
          <a:xfrm>
            <a:off x="8278835" y="12352020"/>
            <a:ext cx="38065" cy="57150"/>
          </a:xfrm>
          <a:custGeom>
            <a:avLst/>
            <a:gdLst/>
            <a:ahLst/>
            <a:cxnLst/>
            <a:rect l="l" t="t" r="r" b="b"/>
            <a:pathLst>
              <a:path w="38066" h="57150">
                <a:moveTo>
                  <a:pt x="0" y="0"/>
                </a:moveTo>
                <a:lnTo>
                  <a:pt x="19016" y="57150"/>
                </a:lnTo>
                <a:lnTo>
                  <a:pt x="380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Freeform 406"/>
          <p:cNvSpPr/>
          <p:nvPr/>
        </p:nvSpPr>
        <p:spPr>
          <a:xfrm>
            <a:off x="8297851" y="12409170"/>
            <a:ext cx="37623" cy="57150"/>
          </a:xfrm>
          <a:custGeom>
            <a:avLst/>
            <a:gdLst/>
            <a:ahLst/>
            <a:cxnLst/>
            <a:rect l="l" t="t" r="r" b="b"/>
            <a:pathLst>
              <a:path w="37623" h="57150">
                <a:moveTo>
                  <a:pt x="0" y="0"/>
                </a:moveTo>
                <a:lnTo>
                  <a:pt x="18573" y="57150"/>
                </a:lnTo>
                <a:lnTo>
                  <a:pt x="3762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Freeform 407"/>
          <p:cNvSpPr/>
          <p:nvPr/>
        </p:nvSpPr>
        <p:spPr>
          <a:xfrm>
            <a:off x="8316424" y="12466320"/>
            <a:ext cx="36439" cy="57150"/>
          </a:xfrm>
          <a:custGeom>
            <a:avLst/>
            <a:gdLst/>
            <a:ahLst/>
            <a:cxnLst/>
            <a:rect l="l" t="t" r="r" b="b"/>
            <a:pathLst>
              <a:path w="36440" h="57150">
                <a:moveTo>
                  <a:pt x="0" y="0"/>
                </a:moveTo>
                <a:lnTo>
                  <a:pt x="17390" y="57150"/>
                </a:lnTo>
                <a:lnTo>
                  <a:pt x="364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Freeform 408"/>
          <p:cNvSpPr/>
          <p:nvPr/>
        </p:nvSpPr>
        <p:spPr>
          <a:xfrm>
            <a:off x="8333814" y="12523470"/>
            <a:ext cx="34563" cy="57150"/>
          </a:xfrm>
          <a:custGeom>
            <a:avLst/>
            <a:gdLst/>
            <a:ahLst/>
            <a:cxnLst/>
            <a:rect l="l" t="t" r="r" b="b"/>
            <a:pathLst>
              <a:path w="34563" h="57150">
                <a:moveTo>
                  <a:pt x="0" y="0"/>
                </a:moveTo>
                <a:lnTo>
                  <a:pt x="15513" y="57150"/>
                </a:lnTo>
                <a:lnTo>
                  <a:pt x="3456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Freeform 409"/>
          <p:cNvSpPr/>
          <p:nvPr/>
        </p:nvSpPr>
        <p:spPr>
          <a:xfrm>
            <a:off x="8349327" y="12580620"/>
            <a:ext cx="32068" cy="57150"/>
          </a:xfrm>
          <a:custGeom>
            <a:avLst/>
            <a:gdLst/>
            <a:ahLst/>
            <a:cxnLst/>
            <a:rect l="l" t="t" r="r" b="b"/>
            <a:pathLst>
              <a:path w="32069" h="57150">
                <a:moveTo>
                  <a:pt x="0" y="0"/>
                </a:moveTo>
                <a:lnTo>
                  <a:pt x="13019" y="57150"/>
                </a:lnTo>
                <a:lnTo>
                  <a:pt x="3206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Freeform 410"/>
          <p:cNvSpPr/>
          <p:nvPr/>
        </p:nvSpPr>
        <p:spPr>
          <a:xfrm>
            <a:off x="8362346" y="12637770"/>
            <a:ext cx="29055" cy="57150"/>
          </a:xfrm>
          <a:custGeom>
            <a:avLst/>
            <a:gdLst/>
            <a:ahLst/>
            <a:cxnLst/>
            <a:rect l="l" t="t" r="r" b="b"/>
            <a:pathLst>
              <a:path w="29055" h="57150">
                <a:moveTo>
                  <a:pt x="0" y="0"/>
                </a:moveTo>
                <a:lnTo>
                  <a:pt x="10005" y="57150"/>
                </a:lnTo>
                <a:lnTo>
                  <a:pt x="2905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Freeform 411"/>
          <p:cNvSpPr/>
          <p:nvPr/>
        </p:nvSpPr>
        <p:spPr>
          <a:xfrm>
            <a:off x="8372351" y="12694920"/>
            <a:ext cx="25642" cy="57150"/>
          </a:xfrm>
          <a:custGeom>
            <a:avLst/>
            <a:gdLst/>
            <a:ahLst/>
            <a:cxnLst/>
            <a:rect l="l" t="t" r="r" b="b"/>
            <a:pathLst>
              <a:path w="25643" h="57150">
                <a:moveTo>
                  <a:pt x="0" y="0"/>
                </a:moveTo>
                <a:lnTo>
                  <a:pt x="6593" y="57150"/>
                </a:lnTo>
                <a:lnTo>
                  <a:pt x="2564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Freeform 412"/>
          <p:cNvSpPr/>
          <p:nvPr/>
        </p:nvSpPr>
        <p:spPr>
          <a:xfrm>
            <a:off x="8378944" y="12752070"/>
            <a:ext cx="21966" cy="57150"/>
          </a:xfrm>
          <a:custGeom>
            <a:avLst/>
            <a:gdLst/>
            <a:ahLst/>
            <a:cxnLst/>
            <a:rect l="l" t="t" r="r" b="b"/>
            <a:pathLst>
              <a:path w="21967" h="57150">
                <a:moveTo>
                  <a:pt x="0" y="0"/>
                </a:moveTo>
                <a:lnTo>
                  <a:pt x="2917" y="57150"/>
                </a:lnTo>
                <a:lnTo>
                  <a:pt x="2196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Freeform 413"/>
          <p:cNvSpPr/>
          <p:nvPr/>
        </p:nvSpPr>
        <p:spPr>
          <a:xfrm>
            <a:off x="8380986" y="12809220"/>
            <a:ext cx="19924" cy="57150"/>
          </a:xfrm>
          <a:custGeom>
            <a:avLst/>
            <a:gdLst/>
            <a:ahLst/>
            <a:cxnLst/>
            <a:rect l="l" t="t" r="r" b="b"/>
            <a:pathLst>
              <a:path w="19925" h="57150">
                <a:moveTo>
                  <a:pt x="87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92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Freeform 414"/>
          <p:cNvSpPr/>
          <p:nvPr/>
        </p:nvSpPr>
        <p:spPr>
          <a:xfrm>
            <a:off x="8376354" y="12866370"/>
            <a:ext cx="23681" cy="57150"/>
          </a:xfrm>
          <a:custGeom>
            <a:avLst/>
            <a:gdLst/>
            <a:ahLst/>
            <a:cxnLst/>
            <a:rect l="l" t="t" r="r" b="b"/>
            <a:pathLst>
              <a:path w="23682" h="57150">
                <a:moveTo>
                  <a:pt x="46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6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6" name="Picture 415" descr="foundation-logo-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50" y="7239000"/>
            <a:ext cx="2857500" cy="2569057"/>
          </a:xfrm>
          <a:prstGeom prst="rect">
            <a:avLst/>
          </a:prstGeom>
        </p:spPr>
      </p:pic>
      <p:sp>
        <p:nvSpPr>
          <p:cNvPr id="417" name="TextBox 416"/>
          <p:cNvSpPr txBox="1"/>
          <p:nvPr/>
        </p:nvSpPr>
        <p:spPr>
          <a:xfrm>
            <a:off x="762000" y="10668000"/>
            <a:ext cx="876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4C3634"/>
                </a:solidFill>
                <a:latin typeface="Montserrat"/>
              </a:rPr>
              <a:t>Swipe to meet all fourteen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-1905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905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810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715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7620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9525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1430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3335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5240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7145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9050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20955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2860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4765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6670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8575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30480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2385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4290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6195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8100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40005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1910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3815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5720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7625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9530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51435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3340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5245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7150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9055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60960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2865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4770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6675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8580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70485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2390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4295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6200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8105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80010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1915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3820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5725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7630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9535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91440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3345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5250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7155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9060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009650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2870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48490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983672" y="348773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1918854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2854036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3789218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4724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5659581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6594763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7529945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8465127" y="348773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9400309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95300" y="2190750"/>
            <a:ext cx="457200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31662F"/>
                </a:solidFill>
                <a:latin typeface="Montserrat"/>
              </a:rPr>
              <a:t>Happy World Teachers' Day</a:t>
            </a:r>
          </a:p>
        </p:txBody>
      </p:sp>
      <p:pic>
        <p:nvPicPr>
          <p:cNvPr id="70" name="Picture 69" descr="899463577127873736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2190750"/>
            <a:ext cx="2286000" cy="2286000"/>
          </a:xfrm>
          <a:prstGeom prst="rect">
            <a:avLst/>
          </a:prstGeom>
        </p:spPr>
      </p:pic>
      <p:sp>
        <p:nvSpPr>
          <p:cNvPr id="71" name="Rectangle 70"/>
          <p:cNvSpPr/>
          <p:nvPr/>
        </p:nvSpPr>
        <p:spPr>
          <a:xfrm>
            <a:off x="5181600" y="4133850"/>
            <a:ext cx="2286000" cy="3429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219700" y="4133850"/>
            <a:ext cx="22098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31662F"/>
                </a:solidFill>
                <a:latin typeface="Montserrat"/>
              </a:rPr>
              <a:t>Tommy Tapper</a:t>
            </a:r>
          </a:p>
        </p:txBody>
      </p:sp>
      <p:pic>
        <p:nvPicPr>
          <p:cNvPr id="73" name="Picture 72" descr="306486414839355780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2190750"/>
            <a:ext cx="2286000" cy="2286000"/>
          </a:xfrm>
          <a:prstGeom prst="rect">
            <a:avLst/>
          </a:prstGeom>
        </p:spPr>
      </p:pic>
      <p:sp>
        <p:nvSpPr>
          <p:cNvPr id="74" name="Rectangle 73"/>
          <p:cNvSpPr/>
          <p:nvPr/>
        </p:nvSpPr>
        <p:spPr>
          <a:xfrm>
            <a:off x="7543800" y="4133850"/>
            <a:ext cx="2286000" cy="3429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81900" y="4133850"/>
            <a:ext cx="22098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31662F"/>
                </a:solidFill>
                <a:latin typeface="Montserrat"/>
              </a:rPr>
              <a:t>Loida Vasquez</a:t>
            </a:r>
          </a:p>
        </p:txBody>
      </p:sp>
      <p:pic>
        <p:nvPicPr>
          <p:cNvPr id="76" name="Picture 75" descr="781565076756164475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552950"/>
            <a:ext cx="2286000" cy="2286000"/>
          </a:xfrm>
          <a:prstGeom prst="rect">
            <a:avLst/>
          </a:prstGeom>
        </p:spPr>
      </p:pic>
      <p:sp>
        <p:nvSpPr>
          <p:cNvPr id="77" name="Rectangle 76"/>
          <p:cNvSpPr/>
          <p:nvPr/>
        </p:nvSpPr>
        <p:spPr>
          <a:xfrm>
            <a:off x="457200" y="6496050"/>
            <a:ext cx="2286000" cy="3429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95300" y="6496050"/>
            <a:ext cx="22098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31662F"/>
                </a:solidFill>
                <a:latin typeface="Montserrat"/>
              </a:rPr>
              <a:t>Carla Portugal</a:t>
            </a:r>
          </a:p>
        </p:txBody>
      </p:sp>
      <p:pic>
        <p:nvPicPr>
          <p:cNvPr id="79" name="Picture 78" descr="358931926833970270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9400" y="4552950"/>
            <a:ext cx="2286000" cy="2286000"/>
          </a:xfrm>
          <a:prstGeom prst="rect">
            <a:avLst/>
          </a:prstGeom>
        </p:spPr>
      </p:pic>
      <p:sp>
        <p:nvSpPr>
          <p:cNvPr id="80" name="Rectangle 79"/>
          <p:cNvSpPr/>
          <p:nvPr/>
        </p:nvSpPr>
        <p:spPr>
          <a:xfrm>
            <a:off x="2819400" y="6496050"/>
            <a:ext cx="2286000" cy="3429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857500" y="6496050"/>
            <a:ext cx="22098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31662F"/>
                </a:solidFill>
                <a:latin typeface="Montserrat"/>
              </a:rPr>
              <a:t>Wesley Sander</a:t>
            </a:r>
          </a:p>
        </p:txBody>
      </p:sp>
      <p:pic>
        <p:nvPicPr>
          <p:cNvPr id="82" name="Picture 81" descr="3815175066278969693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81600" y="4552950"/>
            <a:ext cx="2286000" cy="2286000"/>
          </a:xfrm>
          <a:prstGeom prst="rect">
            <a:avLst/>
          </a:prstGeom>
        </p:spPr>
      </p:pic>
      <p:sp>
        <p:nvSpPr>
          <p:cNvPr id="83" name="Rectangle 82"/>
          <p:cNvSpPr/>
          <p:nvPr/>
        </p:nvSpPr>
        <p:spPr>
          <a:xfrm>
            <a:off x="5181600" y="6496050"/>
            <a:ext cx="2286000" cy="3429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219700" y="6496050"/>
            <a:ext cx="22098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31662F"/>
                </a:solidFill>
                <a:latin typeface="Montserrat"/>
              </a:rPr>
              <a:t>Casey Williams</a:t>
            </a:r>
          </a:p>
        </p:txBody>
      </p:sp>
      <p:pic>
        <p:nvPicPr>
          <p:cNvPr id="85" name="Picture 84" descr="4614445495298174257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3800" y="4552950"/>
            <a:ext cx="2286000" cy="2286000"/>
          </a:xfrm>
          <a:prstGeom prst="rect">
            <a:avLst/>
          </a:prstGeom>
        </p:spPr>
      </p:pic>
      <p:sp>
        <p:nvSpPr>
          <p:cNvPr id="86" name="Rectangle 85"/>
          <p:cNvSpPr/>
          <p:nvPr/>
        </p:nvSpPr>
        <p:spPr>
          <a:xfrm>
            <a:off x="7543800" y="6496050"/>
            <a:ext cx="2286000" cy="3429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581900" y="6496050"/>
            <a:ext cx="22098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31662F"/>
                </a:solidFill>
                <a:latin typeface="Montserrat"/>
              </a:rPr>
              <a:t>Brian Daubenspeck</a:t>
            </a:r>
          </a:p>
        </p:txBody>
      </p:sp>
      <p:pic>
        <p:nvPicPr>
          <p:cNvPr id="88" name="Picture 87" descr="8487436485798559110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6915150"/>
            <a:ext cx="2286000" cy="2286000"/>
          </a:xfrm>
          <a:prstGeom prst="rect">
            <a:avLst/>
          </a:prstGeom>
        </p:spPr>
      </p:pic>
      <p:sp>
        <p:nvSpPr>
          <p:cNvPr id="89" name="Rectangle 88"/>
          <p:cNvSpPr/>
          <p:nvPr/>
        </p:nvSpPr>
        <p:spPr>
          <a:xfrm>
            <a:off x="457200" y="8858250"/>
            <a:ext cx="2286000" cy="3429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95300" y="8858250"/>
            <a:ext cx="22098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31662F"/>
                </a:solidFill>
                <a:latin typeface="Montserrat"/>
              </a:rPr>
              <a:t>Isadora Shmidt</a:t>
            </a:r>
          </a:p>
        </p:txBody>
      </p:sp>
      <p:pic>
        <p:nvPicPr>
          <p:cNvPr id="91" name="Picture 90" descr="2456545260107240446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19400" y="6915150"/>
            <a:ext cx="2286000" cy="2286000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2819400" y="8858250"/>
            <a:ext cx="2286000" cy="3429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857500" y="8858250"/>
            <a:ext cx="22098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31662F"/>
                </a:solidFill>
                <a:latin typeface="Montserrat"/>
              </a:rPr>
              <a:t>Ayşen Üstünay</a:t>
            </a:r>
          </a:p>
        </p:txBody>
      </p:sp>
      <p:pic>
        <p:nvPicPr>
          <p:cNvPr id="94" name="Picture 93" descr="9164031694924200788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81600" y="6915150"/>
            <a:ext cx="2286000" cy="2286000"/>
          </a:xfrm>
          <a:prstGeom prst="rect">
            <a:avLst/>
          </a:prstGeom>
        </p:spPr>
      </p:pic>
      <p:sp>
        <p:nvSpPr>
          <p:cNvPr id="95" name="Rectangle 94"/>
          <p:cNvSpPr/>
          <p:nvPr/>
        </p:nvSpPr>
        <p:spPr>
          <a:xfrm>
            <a:off x="5181600" y="8858250"/>
            <a:ext cx="2286000" cy="3429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219700" y="8858250"/>
            <a:ext cx="22098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31662F"/>
                </a:solidFill>
                <a:latin typeface="Montserrat"/>
              </a:rPr>
              <a:t>Dora Tkalec</a:t>
            </a:r>
          </a:p>
        </p:txBody>
      </p:sp>
      <p:pic>
        <p:nvPicPr>
          <p:cNvPr id="97" name="Picture 96" descr="245352837941254467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43800" y="6915150"/>
            <a:ext cx="2286000" cy="2286000"/>
          </a:xfrm>
          <a:prstGeom prst="rect">
            <a:avLst/>
          </a:prstGeom>
        </p:spPr>
      </p:pic>
      <p:sp>
        <p:nvSpPr>
          <p:cNvPr id="98" name="Rectangle 97"/>
          <p:cNvSpPr/>
          <p:nvPr/>
        </p:nvSpPr>
        <p:spPr>
          <a:xfrm>
            <a:off x="7543800" y="8858250"/>
            <a:ext cx="2286000" cy="3429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81900" y="8858250"/>
            <a:ext cx="22098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31662F"/>
                </a:solidFill>
                <a:latin typeface="Montserrat"/>
              </a:rPr>
              <a:t>Gerald Ramírez</a:t>
            </a:r>
          </a:p>
        </p:txBody>
      </p:sp>
      <p:pic>
        <p:nvPicPr>
          <p:cNvPr id="100" name="Picture 99" descr="7522010873324386665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" y="9277350"/>
            <a:ext cx="2286000" cy="2286000"/>
          </a:xfrm>
          <a:prstGeom prst="rect">
            <a:avLst/>
          </a:prstGeom>
        </p:spPr>
      </p:pic>
      <p:sp>
        <p:nvSpPr>
          <p:cNvPr id="101" name="Rectangle 100"/>
          <p:cNvSpPr/>
          <p:nvPr/>
        </p:nvSpPr>
        <p:spPr>
          <a:xfrm>
            <a:off x="457200" y="11220450"/>
            <a:ext cx="2286000" cy="3429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95300" y="11220450"/>
            <a:ext cx="22098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31662F"/>
                </a:solidFill>
                <a:latin typeface="Montserrat"/>
              </a:rPr>
              <a:t>Elena Kalli</a:t>
            </a:r>
          </a:p>
        </p:txBody>
      </p:sp>
      <p:pic>
        <p:nvPicPr>
          <p:cNvPr id="103" name="Picture 102" descr="5925411254870724140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19400" y="9277350"/>
            <a:ext cx="2286000" cy="2286000"/>
          </a:xfrm>
          <a:prstGeom prst="rect">
            <a:avLst/>
          </a:prstGeom>
        </p:spPr>
      </p:pic>
      <p:sp>
        <p:nvSpPr>
          <p:cNvPr id="104" name="Rectangle 103"/>
          <p:cNvSpPr/>
          <p:nvPr/>
        </p:nvSpPr>
        <p:spPr>
          <a:xfrm>
            <a:off x="2819400" y="11220450"/>
            <a:ext cx="2286000" cy="3429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857500" y="11220450"/>
            <a:ext cx="22098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31662F"/>
                </a:solidFill>
                <a:latin typeface="Montserrat"/>
              </a:rPr>
              <a:t>Ib Borup Pedersen</a:t>
            </a:r>
          </a:p>
        </p:txBody>
      </p:sp>
      <p:pic>
        <p:nvPicPr>
          <p:cNvPr id="106" name="Picture 105" descr="6679412281472379077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81600" y="9277350"/>
            <a:ext cx="2286000" cy="2286000"/>
          </a:xfrm>
          <a:prstGeom prst="rect">
            <a:avLst/>
          </a:prstGeom>
        </p:spPr>
      </p:pic>
      <p:sp>
        <p:nvSpPr>
          <p:cNvPr id="107" name="Rectangle 106"/>
          <p:cNvSpPr/>
          <p:nvPr/>
        </p:nvSpPr>
        <p:spPr>
          <a:xfrm>
            <a:off x="5181600" y="11220450"/>
            <a:ext cx="2286000" cy="3429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219700" y="11220450"/>
            <a:ext cx="22098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31662F"/>
                </a:solidFill>
                <a:latin typeface="Montserrat"/>
              </a:rPr>
              <a:t>Nick Padwick</a:t>
            </a:r>
          </a:p>
        </p:txBody>
      </p:sp>
      <p:pic>
        <p:nvPicPr>
          <p:cNvPr id="109" name="Picture 108" descr="3104826297245477543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43800" y="9277350"/>
            <a:ext cx="2286000" cy="2286000"/>
          </a:xfrm>
          <a:prstGeom prst="rect">
            <a:avLst/>
          </a:prstGeom>
        </p:spPr>
      </p:pic>
      <p:sp>
        <p:nvSpPr>
          <p:cNvPr id="110" name="Rectangle 109"/>
          <p:cNvSpPr/>
          <p:nvPr/>
        </p:nvSpPr>
        <p:spPr>
          <a:xfrm>
            <a:off x="7543800" y="11220450"/>
            <a:ext cx="2286000" cy="3429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81900" y="11220450"/>
            <a:ext cx="22098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31662F"/>
                </a:solidFill>
                <a:latin typeface="Montserrat"/>
              </a:rPr>
              <a:t>Delvin Solkinson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62000" y="1228725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31662F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