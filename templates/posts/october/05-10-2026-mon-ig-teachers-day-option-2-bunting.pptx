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62346090119257233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3" name="Picture 72" descr="28858653816361755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45966080462752923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43329689677929425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2" name="Picture 81" descr="846894157804636342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888156592427092715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43568765158638624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1" name="Picture 90" descr="16216096219009638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4" name="Picture 93" descr="626511296012514520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449700175186075578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100" name="Picture 99" descr="601545558073617825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867159532508242772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6" name="Picture 105" descr="53048970340115908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1961223670800779458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