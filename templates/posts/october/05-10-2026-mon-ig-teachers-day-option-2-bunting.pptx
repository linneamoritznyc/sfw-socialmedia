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34231278749322086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3" name="Picture 72" descr="32971074235030272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695983000712546277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253208805220043837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2" name="Picture 81" descr="767750313264436498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249581399199355348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99237528408368273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1" name="Picture 90" descr="463635777315181335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94" name="Picture 93" descr="433769439707873527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806221538312901518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100" name="Picture 99" descr="268470712488156269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330312540454194907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106" name="Picture 105" descr="248435358163758565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519411507608913333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