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1: drawn bunting and confetti (PowerPoint shapes).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2,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Relationship Id="rId14" Type="http://schemas.openxmlformats.org/officeDocument/2006/relationships/image" Target="../media/image13.jpg"/><Relationship Id="rId15" Type="http://schemas.openxmlformats.org/officeDocument/2006/relationships/image" Target="../media/image14.jpg"/><Relationship Id="rId16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to meet all fourteen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43253545224267815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73" name="Picture 72" descr="173255305081867679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6" name="Picture 75" descr="655871958000547331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9" name="Picture 78" descr="121363066874591346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82" name="Picture 81" descr="768764747732172971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5" name="Picture 84" descr="503121231759441761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86" name="Rectangle 85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8" name="Picture 87" descr="527341190865145553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91" name="Picture 90" descr="533289843488859931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94" name="Picture 93" descr="6311296678588155617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95" name="Rectangle 94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7" name="Picture 96" descr="752305166312660676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100" name="Picture 99" descr="583770649565150287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3" name="Picture 102" descr="799298351577599181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106" name="Picture 105" descr="6299019462365137944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9" name="Picture 108" descr="9166712994638490770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2000" y="1228725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