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2, slide 1: drawn bunting and confetti (PowerPoint shapes), five mentor faces.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2, slide 2: all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Relationship Id="rId6" Type="http://schemas.openxmlformats.org/officeDocument/2006/relationships/image" Target="../media/image10.jpg"/><Relationship Id="rId7" Type="http://schemas.openxmlformats.org/officeDocument/2006/relationships/image" Target="../media/image11.jpg"/><Relationship Id="rId8" Type="http://schemas.openxmlformats.org/officeDocument/2006/relationships/image" Target="../media/image12.jpg"/><Relationship Id="rId9" Type="http://schemas.openxmlformats.org/officeDocument/2006/relationships/image" Target="../media/image13.jpg"/><Relationship Id="rId10" Type="http://schemas.openxmlformats.org/officeDocument/2006/relationships/image" Target="../media/image14.jpg"/><Relationship Id="rId11" Type="http://schemas.openxmlformats.org/officeDocument/2006/relationships/image" Target="../media/image15.jpg"/><Relationship Id="rId12" Type="http://schemas.openxmlformats.org/officeDocument/2006/relationships/image" Target="../media/image16.jpg"/><Relationship Id="rId13" Type="http://schemas.openxmlformats.org/officeDocument/2006/relationships/image" Target="../media/image17.jpg"/><Relationship Id="rId14" Type="http://schemas.openxmlformats.org/officeDocument/2006/relationships/image" Target="../media/image18.jpg"/><Relationship Id="rId15" Type="http://schemas.openxmlformats.org/officeDocument/2006/relationships/image" Target="../media/image19.jpg"/><Relationship Id="rId16" Type="http://schemas.openxmlformats.org/officeDocument/2006/relationships/image" Target="../media/image2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2602280" y="2423378"/>
            <a:ext cx="124487" cy="124487"/>
          </a:xfrm>
          <a:prstGeom prst="ellipse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806052" y="2458261"/>
            <a:ext cx="149176" cy="149176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801940" y="2128200"/>
            <a:ext cx="190043" cy="190043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430720" y="2428523"/>
            <a:ext cx="127334" cy="127334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545875" y="2049420"/>
            <a:ext cx="182729" cy="182729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300215" y="2544519"/>
            <a:ext cx="92433" cy="92433"/>
          </a:xfrm>
          <a:prstGeom prst="ellipse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80414" y="2648022"/>
            <a:ext cx="172014" cy="172014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4793876" y="2589679"/>
            <a:ext cx="177802" cy="177802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067785" y="2667865"/>
            <a:ext cx="132310" cy="13231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584780" y="1997825"/>
            <a:ext cx="99971" cy="99971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789125" y="2545119"/>
            <a:ext cx="167341" cy="167341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4312210" y="2698886"/>
            <a:ext cx="145868" cy="145868"/>
          </a:xfrm>
          <a:prstGeom prst="ellipse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842374" y="2461499"/>
            <a:ext cx="180462" cy="180462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8375071" y="2848917"/>
            <a:ext cx="156057" cy="156057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902229" y="2215886"/>
            <a:ext cx="142488" cy="142488"/>
          </a:xfrm>
          <a:prstGeom prst="ellipse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5693333" y="2584910"/>
            <a:ext cx="107845" cy="107845"/>
          </a:xfrm>
          <a:prstGeom prst="ellipse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874104" y="2023524"/>
            <a:ext cx="136226" cy="136226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207272" y="2667567"/>
            <a:ext cx="128731" cy="128731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568860" y="2311852"/>
            <a:ext cx="129227" cy="129227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793492" y="2490342"/>
            <a:ext cx="90433" cy="90433"/>
          </a:xfrm>
          <a:prstGeom prst="ellipse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470291" y="2744062"/>
            <a:ext cx="188471" cy="188471"/>
          </a:xfrm>
          <a:prstGeom prst="ellipse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2583489" y="1939302"/>
            <a:ext cx="86482" cy="86482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979485" y="1934887"/>
            <a:ext cx="106405" cy="106405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103055" y="2155862"/>
            <a:ext cx="157991" cy="157991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3310450" y="2818123"/>
            <a:ext cx="179672" cy="179672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3897784" y="2733571"/>
            <a:ext cx="126188" cy="126188"/>
          </a:xfrm>
          <a:prstGeom prst="ellipse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62000" y="31432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62000" y="3619500"/>
            <a:ext cx="8763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000" y="5905500"/>
            <a:ext cx="8763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1">
                <a:solidFill>
                  <a:srgbClr val="1A1A1A"/>
                </a:solidFill>
                <a:latin typeface="EB Garamond"/>
              </a:rPr>
              <a:t>Thank you to the mentors who teach our students to see soil.</a:t>
            </a:r>
          </a:p>
        </p:txBody>
      </p:sp>
      <p:pic>
        <p:nvPicPr>
          <p:cNvPr id="96" name="Picture 95" descr="281617490341368487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" y="7810500"/>
            <a:ext cx="1619250" cy="1619250"/>
          </a:xfrm>
          <a:prstGeom prst="ellipse">
            <a:avLst/>
          </a:prstGeom>
        </p:spPr>
      </p:pic>
      <p:pic>
        <p:nvPicPr>
          <p:cNvPr id="97" name="Picture 96" descr="389987784435619003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4125" y="7810500"/>
            <a:ext cx="1619250" cy="1619250"/>
          </a:xfrm>
          <a:prstGeom prst="ellipse">
            <a:avLst/>
          </a:prstGeom>
        </p:spPr>
      </p:pic>
      <p:pic>
        <p:nvPicPr>
          <p:cNvPr id="98" name="Picture 97" descr="305103398652245396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3875" y="7810500"/>
            <a:ext cx="1619250" cy="1619250"/>
          </a:xfrm>
          <a:prstGeom prst="ellipse">
            <a:avLst/>
          </a:prstGeom>
        </p:spPr>
      </p:pic>
      <p:pic>
        <p:nvPicPr>
          <p:cNvPr id="99" name="Picture 98" descr="207922511886837210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3625" y="7810500"/>
            <a:ext cx="1619250" cy="1619250"/>
          </a:xfrm>
          <a:prstGeom prst="ellipse">
            <a:avLst/>
          </a:prstGeom>
        </p:spPr>
      </p:pic>
      <p:pic>
        <p:nvPicPr>
          <p:cNvPr id="100" name="Picture 99" descr="809046112443375486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3375" y="7810500"/>
            <a:ext cx="1619250" cy="1619250"/>
          </a:xfrm>
          <a:prstGeom prst="ellipse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762000" y="9810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Swipe to meet all fourteen →</a:t>
            </a:r>
          </a:p>
        </p:txBody>
      </p:sp>
      <p:sp>
        <p:nvSpPr>
          <p:cNvPr id="102" name="Oval 101"/>
          <p:cNvSpPr/>
          <p:nvPr/>
        </p:nvSpPr>
        <p:spPr>
          <a:xfrm>
            <a:off x="4702942" y="10702271"/>
            <a:ext cx="100240" cy="10024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539099" y="10779775"/>
            <a:ext cx="149082" cy="149082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554837" y="10910873"/>
            <a:ext cx="90009" cy="90009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962396" y="11193393"/>
            <a:ext cx="185394" cy="185394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847983" y="10586285"/>
            <a:ext cx="97349" cy="97349"/>
          </a:xfrm>
          <a:prstGeom prst="ellipse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8518120" y="11231770"/>
            <a:ext cx="92360" cy="92360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751473" y="11142857"/>
            <a:ext cx="182008" cy="182008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6674655" y="11004361"/>
            <a:ext cx="129914" cy="129914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592650" y="11163529"/>
            <a:ext cx="127272" cy="127272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937377" y="10553256"/>
            <a:ext cx="178597" cy="178597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892431" y="10706990"/>
            <a:ext cx="137244" cy="137244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2590787" y="11013386"/>
            <a:ext cx="174860" cy="174860"/>
          </a:xfrm>
          <a:prstGeom prst="ellipse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417167" y="11037500"/>
            <a:ext cx="106435" cy="106435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3463407" y="11147324"/>
            <a:ext cx="99679" cy="99679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6" name="Picture 115" descr="foundation-logo-colo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7250" y="11430897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829263772592164348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262" y="1809750"/>
            <a:ext cx="1771650" cy="1771650"/>
          </a:xfrm>
          <a:prstGeom prst="ellipse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728662" y="3657600"/>
            <a:ext cx="22288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71" name="Picture 70" descr="573234969802171620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7537" y="1809750"/>
            <a:ext cx="1771650" cy="1771650"/>
          </a:xfrm>
          <a:prstGeom prst="ellipse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2928937" y="3657600"/>
            <a:ext cx="22288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73" name="Picture 72" descr="73314416518824190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7812" y="1809750"/>
            <a:ext cx="1771650" cy="1771650"/>
          </a:xfrm>
          <a:prstGeom prst="ellipse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5129212" y="3657600"/>
            <a:ext cx="22288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75" name="Picture 74" descr="568328955511015082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58087" y="1809750"/>
            <a:ext cx="1771650" cy="1771650"/>
          </a:xfrm>
          <a:prstGeom prst="ellipse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7329487" y="3657600"/>
            <a:ext cx="22288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77" name="Picture 76" descr="301047265405071623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7262" y="4476750"/>
            <a:ext cx="1771650" cy="1771650"/>
          </a:xfrm>
          <a:prstGeom prst="ellipse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728662" y="6324600"/>
            <a:ext cx="22288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79" name="Picture 78" descr="879135805454594045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57537" y="4476750"/>
            <a:ext cx="1771650" cy="1771650"/>
          </a:xfrm>
          <a:prstGeom prst="ellipse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2928937" y="6324600"/>
            <a:ext cx="22288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81" name="Picture 80" descr="661759691990722633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57812" y="4476750"/>
            <a:ext cx="1771650" cy="1771650"/>
          </a:xfrm>
          <a:prstGeom prst="ellipse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129212" y="6324600"/>
            <a:ext cx="22288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83" name="Picture 82" descr="7387804828078656469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58087" y="4476750"/>
            <a:ext cx="1771650" cy="1771650"/>
          </a:xfrm>
          <a:prstGeom prst="ellipse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7329487" y="6324600"/>
            <a:ext cx="22288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1662F"/>
                </a:solidFill>
                <a:latin typeface="Montserrat"/>
              </a:rPr>
              <a:t>Aysen Ustunay</a:t>
            </a:r>
          </a:p>
        </p:txBody>
      </p:sp>
      <p:pic>
        <p:nvPicPr>
          <p:cNvPr id="85" name="Picture 84" descr="2961866993138332423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7262" y="7143750"/>
            <a:ext cx="1771650" cy="1771650"/>
          </a:xfrm>
          <a:prstGeom prst="ellipse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728662" y="8991600"/>
            <a:ext cx="22288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87" name="Picture 86" descr="6809488685346442368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157537" y="7143750"/>
            <a:ext cx="1771650" cy="1771650"/>
          </a:xfrm>
          <a:prstGeom prst="ellipse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2928937" y="8991600"/>
            <a:ext cx="22288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pic>
        <p:nvPicPr>
          <p:cNvPr id="89" name="Picture 88" descr="5937392508917972994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57812" y="7143750"/>
            <a:ext cx="1771650" cy="1771650"/>
          </a:xfrm>
          <a:prstGeom prst="ellipse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5129212" y="8991600"/>
            <a:ext cx="22288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91" name="Picture 90" descr="7827157666468322458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58087" y="7143750"/>
            <a:ext cx="1771650" cy="1771650"/>
          </a:xfrm>
          <a:prstGeom prst="ellipse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329487" y="8991600"/>
            <a:ext cx="22288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1662F"/>
                </a:solidFill>
                <a:latin typeface="Montserrat"/>
              </a:rPr>
              <a:t>Ib Borup Pederson</a:t>
            </a:r>
          </a:p>
        </p:txBody>
      </p:sp>
      <p:pic>
        <p:nvPicPr>
          <p:cNvPr id="93" name="Picture 92" descr="5699392483089344317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57537" y="9810750"/>
            <a:ext cx="1771650" cy="1771650"/>
          </a:xfrm>
          <a:prstGeom prst="ellipse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2928937" y="11658600"/>
            <a:ext cx="22288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95" name="Picture 94" descr="4970384966462082499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357812" y="9810750"/>
            <a:ext cx="1771650" cy="1771650"/>
          </a:xfrm>
          <a:prstGeom prst="ellipse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5129212" y="11658600"/>
            <a:ext cx="22288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62000" y="12287250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