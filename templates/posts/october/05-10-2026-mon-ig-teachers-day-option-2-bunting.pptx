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77676552830412330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3" name="Picture 72" descr="28559096175087515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37790641706361430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61946919862892247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82" name="Picture 81" descr="19137196215233673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16657653946249693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351804268001516146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91" name="Picture 90" descr="397096026067862301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94" name="Picture 93" descr="830294943596440559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544920599636473738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100" name="Picture 99" descr="135616516290935253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30416869087868356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106" name="Picture 105" descr="880007093333144738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882755308084976196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