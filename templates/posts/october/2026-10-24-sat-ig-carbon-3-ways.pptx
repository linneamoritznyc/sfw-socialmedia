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6494925602472975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 ways to keep carbon in your soil. No lab needed.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44139393128606150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53024382668673325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