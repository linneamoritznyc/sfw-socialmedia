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8393019894672932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CARBON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3 ways to keep carbon in your soil. No lab needed.</a:t>
            </a:r>
          </a:p>
        </p:txBody>
      </p:sp>
      <p:sp>
        <p:nvSpPr>
          <p:cNvPr id="6" name="Oval 5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Keep it covered. Bare soil loses carbon to sun, wind and rain. Mulch or plant it.</a:t>
            </a:r>
          </a:p>
        </p:txBody>
      </p:sp>
      <p:pic>
        <p:nvPicPr>
          <p:cNvPr id="4" name="Picture 3" descr="73260821864289403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Keep roots in the ground. Living roots feed carbon to fungi and bacteria all year.</a:t>
            </a:r>
          </a:p>
        </p:txBody>
      </p:sp>
      <p:pic>
        <p:nvPicPr>
          <p:cNvPr id="4" name="Picture 3" descr="312863375232574586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Dig less. Every turn of the soil breaks up the fungal networks that hold carbon in place.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7400" y="8286750"/>
            <a:ext cx="3505200" cy="381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fungal strands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679239"/>
            <a:ext cx="8382000" cy="3880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Soil holds more carbon than the air and all the world's plants combined.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