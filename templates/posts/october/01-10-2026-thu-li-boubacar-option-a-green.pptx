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A, green. Trifold style: gradient panel, tracked eyebrow, Montserrat headline, EB Garamond serif. EB Garamond is in the repo (assets/font) and in Canva. No stickers.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2263605652259961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096000" cy="5972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6000" cy="5972175"/>
          </a:xfrm>
          <a:prstGeom prst="rect">
            <a:avLst/>
          </a:prstGeom>
          <a:gradFill rotWithShape="1">
            <a:gsLst>
              <a:gs pos="0">
                <a:srgbClr val="156826"/>
              </a:gs>
              <a:gs pos="100000">
                <a:srgbClr val="22371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0"/>
            <a:ext cx="6381750" cy="5972175"/>
          </a:xfrm>
          <a:custGeom>
            <a:avLst/>
            <a:gdLst/>
            <a:ahLst/>
            <a:cxnLst/>
            <a:rect l="l" t="t" r="r" b="b"/>
            <a:pathLst>
              <a:path w="6381750" h="5972175">
                <a:moveTo>
                  <a:pt x="0" y="5972175"/>
                </a:moveTo>
                <a:lnTo>
                  <a:pt x="0" y="0"/>
                </a:lnTo>
                <a:lnTo>
                  <a:pt x="5715000" y="0"/>
                </a:lnTo>
                <a:lnTo>
                  <a:pt x="5767312" y="149304"/>
                </a:lnTo>
                <a:lnTo>
                  <a:pt x="5819302" y="298608"/>
                </a:lnTo>
                <a:lnTo>
                  <a:pt x="5870649" y="447913"/>
                </a:lnTo>
                <a:lnTo>
                  <a:pt x="5921037" y="597217"/>
                </a:lnTo>
                <a:lnTo>
                  <a:pt x="5970154" y="746521"/>
                </a:lnTo>
                <a:lnTo>
                  <a:pt x="6017698" y="895826"/>
                </a:lnTo>
                <a:lnTo>
                  <a:pt x="6063375" y="1045130"/>
                </a:lnTo>
                <a:lnTo>
                  <a:pt x="6106905" y="1194435"/>
                </a:lnTo>
                <a:lnTo>
                  <a:pt x="6148019" y="1343739"/>
                </a:lnTo>
                <a:lnTo>
                  <a:pt x="6186463" y="1493043"/>
                </a:lnTo>
                <a:lnTo>
                  <a:pt x="6222000" y="1642348"/>
                </a:lnTo>
                <a:lnTo>
                  <a:pt x="6254412" y="1791652"/>
                </a:lnTo>
                <a:lnTo>
                  <a:pt x="6283497" y="1940956"/>
                </a:lnTo>
                <a:lnTo>
                  <a:pt x="6309078" y="2090261"/>
                </a:lnTo>
                <a:lnTo>
                  <a:pt x="6330996" y="2239565"/>
                </a:lnTo>
                <a:lnTo>
                  <a:pt x="6349116" y="2388870"/>
                </a:lnTo>
                <a:lnTo>
                  <a:pt x="6363327" y="2538174"/>
                </a:lnTo>
                <a:lnTo>
                  <a:pt x="6373541" y="2687478"/>
                </a:lnTo>
                <a:lnTo>
                  <a:pt x="6379694" y="2836783"/>
                </a:lnTo>
                <a:lnTo>
                  <a:pt x="6381750" y="2986087"/>
                </a:lnTo>
                <a:lnTo>
                  <a:pt x="6379694" y="3135391"/>
                </a:lnTo>
                <a:lnTo>
                  <a:pt x="6373541" y="3284696"/>
                </a:lnTo>
                <a:lnTo>
                  <a:pt x="6363327" y="3434000"/>
                </a:lnTo>
                <a:lnTo>
                  <a:pt x="6349116" y="3583305"/>
                </a:lnTo>
                <a:lnTo>
                  <a:pt x="6330996" y="3732609"/>
                </a:lnTo>
                <a:lnTo>
                  <a:pt x="6309078" y="3881913"/>
                </a:lnTo>
                <a:lnTo>
                  <a:pt x="6283497" y="4031218"/>
                </a:lnTo>
                <a:lnTo>
                  <a:pt x="6254412" y="4180522"/>
                </a:lnTo>
                <a:lnTo>
                  <a:pt x="6222000" y="4329826"/>
                </a:lnTo>
                <a:lnTo>
                  <a:pt x="6186463" y="4479131"/>
                </a:lnTo>
                <a:lnTo>
                  <a:pt x="6148019" y="4628435"/>
                </a:lnTo>
                <a:lnTo>
                  <a:pt x="6106905" y="4777740"/>
                </a:lnTo>
                <a:lnTo>
                  <a:pt x="6063375" y="4927044"/>
                </a:lnTo>
                <a:lnTo>
                  <a:pt x="6017698" y="5076348"/>
                </a:lnTo>
                <a:lnTo>
                  <a:pt x="5970154" y="5225653"/>
                </a:lnTo>
                <a:lnTo>
                  <a:pt x="5921037" y="5374957"/>
                </a:lnTo>
                <a:lnTo>
                  <a:pt x="5870649" y="5524261"/>
                </a:lnTo>
                <a:lnTo>
                  <a:pt x="5819302" y="5673566"/>
                </a:lnTo>
                <a:lnTo>
                  <a:pt x="5767312" y="5822870"/>
                </a:lnTo>
                <a:lnTo>
                  <a:pt x="5715000" y="5972175"/>
                </a:lnTo>
                <a:close/>
              </a:path>
            </a:pathLst>
          </a:custGeom>
          <a:solidFill>
            <a:srgbClr val="1A4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762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DBE6A7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1123950"/>
            <a:ext cx="571500" cy="28575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333500"/>
            <a:ext cx="5715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4F1EA"/>
                </a:solidFill>
                <a:latin typeface="Montserrat"/>
              </a:rPr>
              <a:t>Boubacar Tidiane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4F1EA"/>
                </a:solidFill>
                <a:latin typeface="Montserrat"/>
              </a:rPr>
              <a:t>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762250"/>
            <a:ext cx="5143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1">
                <a:solidFill>
                  <a:srgbClr val="DBE6A7"/>
                </a:solidFill>
                <a:latin typeface="EB Garamond"/>
              </a:rPr>
              <a:t>Guinea-Conakry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524250"/>
            <a:ext cx="4762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F4F1EA">
                    <a:alpha val="92000"/>
                  </a:srgbClr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905375"/>
            <a:ext cx="762000" cy="685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