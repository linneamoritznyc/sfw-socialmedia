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LinkedIn image. Sources: Lundgren et al., Environmental Research: Food Systems, 2026, https://doi.org/10.1088/2976-601X/ae8f4e; Ecdysis Foundation press release, 17 September 2026, https://www.globenewswire.com/news-release/2026/09/17/3363925/0/en/regenerative-farming-outpaces-tech-based-carbon-capture-solutions-in-first-large-scale-systemic-study.html Photo: assets/photo/handling-loose-soil.jpg (Foundation library, not a 1000 Farms site).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838661776406122993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0"/>
            <a:ext cx="5334000" cy="597217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96000" y="0"/>
            <a:ext cx="57150" cy="5972175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904875"/>
            <a:ext cx="5334000" cy="161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 b="1" i="0">
                <a:solidFill>
                  <a:srgbClr val="F4F1EA"/>
                </a:solidFill>
                <a:latin typeface="Montserrat"/>
              </a:rPr>
              <a:t>39%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2838450"/>
            <a:ext cx="53340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4F1EA"/>
                </a:solidFill>
                <a:latin typeface="Montserrat"/>
              </a:rPr>
              <a:t>more soil carbon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619500"/>
            <a:ext cx="762000" cy="381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6750" y="3829050"/>
            <a:ext cx="5143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 i="0">
                <a:solidFill>
                  <a:srgbClr val="DBE6A7"/>
                </a:solidFill>
                <a:latin typeface="Source Sans 3"/>
              </a:rPr>
              <a:t>on the most regenerative farms,</a:t>
            </a:r>
          </a:p>
          <a:p>
            <a:pPr algn="l">
              <a:lnSpc>
                <a:spcPct val="125000"/>
              </a:lnSpc>
            </a:pPr>
            <a:r>
              <a:rPr sz="2400" b="0" i="0">
                <a:solidFill>
                  <a:srgbClr val="DBE6A7"/>
                </a:solidFill>
                <a:latin typeface="Source Sans 3"/>
              </a:rPr>
              <a:t>1000 Farms Initiative,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5334000"/>
            <a:ext cx="514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F4F1EA"/>
                </a:solidFill>
                <a:latin typeface="Source Sans 3"/>
              </a:rPr>
              <a:t>Lundgren et al. 2026, Environ. Res.: Food Syst.</a:t>
            </a:r>
          </a:p>
        </p:txBody>
      </p:sp>
      <p:pic>
        <p:nvPicPr>
          <p:cNvPr id="9" name="Picture 8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4915707"/>
            <a:ext cx="857250" cy="77071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