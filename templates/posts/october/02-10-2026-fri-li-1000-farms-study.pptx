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5972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LinkedIn image. Sources: Lundgren et al., Environmental Research: Food Systems, 2026, https://doi.org/10.1088/2976-601X/ae8f4e; Ecdysis Foundation press release, 17 September 2026, https://www.globenewswire.com/news-release/2026/09/17/3363925/0/en/regenerative-farming-outpaces-tech-based-carbon-capture-solutions-in-first-large-scale-systemic-study.html Right half: the slide 1 collage on Food Web Green so the white logo reads.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0"/>
            <a:ext cx="5715000" cy="5972175"/>
          </a:xfrm>
          <a:prstGeom prst="rect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im-cut-brown-bru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490" y="2133600"/>
            <a:ext cx="4732020" cy="2453640"/>
          </a:xfrm>
          <a:prstGeom prst="rect">
            <a:avLst/>
          </a:prstGeom>
        </p:spPr>
      </p:pic>
      <p:pic>
        <p:nvPicPr>
          <p:cNvPr id="4" name="Picture 3" descr="trim-fern-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120000">
            <a:off x="6360795" y="1041389"/>
            <a:ext cx="2571750" cy="1308121"/>
          </a:xfrm>
          <a:prstGeom prst="rect">
            <a:avLst/>
          </a:prstGeom>
        </p:spPr>
      </p:pic>
      <p:pic>
        <p:nvPicPr>
          <p:cNvPr id="5" name="Picture 4" descr="trim-fern-s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1400000">
            <a:off x="8443912" y="1103981"/>
            <a:ext cx="2314575" cy="1182937"/>
          </a:xfrm>
          <a:prstGeom prst="rect">
            <a:avLst/>
          </a:prstGeom>
        </p:spPr>
      </p:pic>
      <p:pic>
        <p:nvPicPr>
          <p:cNvPr id="6" name="Picture 5" descr="trim-fungal-hyphae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158037" y="1850563"/>
            <a:ext cx="2828925" cy="3019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1428750"/>
            <a:ext cx="4953000" cy="21434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1" i="0">
                <a:solidFill>
                  <a:srgbClr val="F4F1EA"/>
                </a:solidFill>
                <a:latin typeface="Montserrat"/>
              </a:rPr>
              <a:t>39% more soil carbon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3667454"/>
            <a:ext cx="476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DBE6A7"/>
                </a:solidFill>
                <a:latin typeface="Source Sans 3"/>
              </a:rPr>
              <a:t>on the most regenerative farms, 1000 Farms Initiative, 2026</a:t>
            </a:r>
          </a:p>
        </p:txBody>
      </p:sp>
      <p:pic>
        <p:nvPicPr>
          <p:cNvPr id="9" name="Picture 8" descr="foundation-logo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7000" y="4915707"/>
            <a:ext cx="857250" cy="7707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