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73704882035698844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6096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096000"/>
            <a:ext cx="10287000" cy="76200"/>
          </a:xfrm>
          <a:prstGeom prst="rect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667500"/>
            <a:ext cx="7620000" cy="362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200">
                <a:solidFill>
                  <a:srgbClr val="DBE6A7"/>
                </a:solidFill>
                <a:latin typeface="Montserrat"/>
              </a:rPr>
              <a:t>OUR FIRST YEAR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7096125"/>
            <a:ext cx="1143000" cy="47625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7334250"/>
            <a:ext cx="7620000" cy="989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 i="0">
                <a:solidFill>
                  <a:srgbClr val="F4F1EA"/>
                </a:solidFill>
                <a:latin typeface="Montserrat"/>
              </a:rPr>
              <a:t>We turned 1!</a:t>
            </a:r>
          </a:p>
        </p:txBody>
      </p:sp>
      <p:sp>
        <p:nvSpPr>
          <p:cNvPr id="7" name="Oval 6"/>
          <p:cNvSpPr/>
          <p:nvPr/>
        </p:nvSpPr>
        <p:spPr>
          <a:xfrm>
            <a:off x="8667750" y="11239500"/>
            <a:ext cx="857250" cy="857250"/>
          </a:xfrm>
          <a:prstGeom prst="ellipse">
            <a:avLst/>
          </a:prstGeom>
          <a:noFill/>
          <a:ln w="1905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67750" y="1123950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4F1EA"/>
                </a:solidFill>
                <a:latin typeface="Montserrat"/>
              </a:rPr>
              <a:t>LOGO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4F1EA">
                    <a:alpha val="60000"/>
                  </a:srgbClr>
                </a:solidFill>
                <a:latin typeface="Source Sans 3"/>
              </a:rP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3143250"/>
            <a:ext cx="838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156826"/>
                </a:solidFill>
                <a:latin typeface="Montserrat"/>
              </a:rPr>
              <a:t>[COPY: Allison] 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3810000"/>
            <a:ext cx="9525000" cy="266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0" b="1" i="0">
                <a:solidFill>
                  <a:srgbClr val="156826"/>
                </a:solidFill>
                <a:latin typeface="Montserrat"/>
              </a:rPr>
              <a:t>[N]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6667500"/>
            <a:ext cx="8382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5600" b="1" i="0">
                <a:solidFill>
                  <a:srgbClr val="22371F"/>
                </a:solidFill>
                <a:latin typeface="Montserrat"/>
              </a:rPr>
              <a:t>scholarships awarded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8517850"/>
            <a:ext cx="7620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0" i="0">
                <a:solidFill>
                  <a:srgbClr val="333130"/>
                </a:solidFill>
                <a:latin typeface="Source Sans 3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71575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6A665C"/>
                </a:solidFill>
                <a:latin typeface="Source Sans 3"/>
              </a:rPr>
              <a:t>Source: [COPY: Allison]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3143250"/>
            <a:ext cx="838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156826"/>
                </a:solidFill>
                <a:latin typeface="Montserrat"/>
              </a:rPr>
              <a:t>[COPY: Allison] 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3810000"/>
            <a:ext cx="9525000" cy="266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0" b="1" i="0">
                <a:solidFill>
                  <a:srgbClr val="156826"/>
                </a:solidFill>
                <a:latin typeface="Montserrat"/>
              </a:rPr>
              <a:t>[N]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6667500"/>
            <a:ext cx="8382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5600" b="1" i="0">
                <a:solidFill>
                  <a:srgbClr val="22371F"/>
                </a:solidFill>
                <a:latin typeface="Montserrat"/>
              </a:rPr>
              <a:t>countries with 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8517850"/>
            <a:ext cx="7620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0" i="0">
                <a:solidFill>
                  <a:srgbClr val="333130"/>
                </a:solidFill>
                <a:latin typeface="Source Sans 3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71575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6A665C"/>
                </a:solidFill>
                <a:latin typeface="Source Sans 3"/>
              </a:rPr>
              <a:t>Source: [COPY: Allison]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3143250"/>
            <a:ext cx="838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156826"/>
                </a:solidFill>
                <a:latin typeface="Montserrat"/>
              </a:rPr>
              <a:t>[COPY: Allison] milestone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3810000"/>
            <a:ext cx="9525000" cy="266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0" b="1" i="0">
                <a:solidFill>
                  <a:srgbClr val="156826"/>
                </a:solidFill>
                <a:latin typeface="Montserrat"/>
              </a:rPr>
              <a:t>[N]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6667500"/>
            <a:ext cx="8382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5600" b="1" i="0">
                <a:solidFill>
                  <a:srgbClr val="22371F"/>
                </a:solidFill>
                <a:latin typeface="Montserrat"/>
              </a:rPr>
              <a:t>[COPY: Allison] milestone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8517850"/>
            <a:ext cx="7620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0" i="0">
                <a:solidFill>
                  <a:srgbClr val="333130"/>
                </a:solidFill>
                <a:latin typeface="Source Sans 3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71575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6A665C"/>
                </a:solidFill>
                <a:latin typeface="Source Sans 3"/>
              </a:rPr>
              <a:t>Source: [COPY: Allison]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3246162"/>
            <a:ext cx="8382000" cy="3508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F4F1EA"/>
                </a:solidFill>
                <a:latin typeface="Montserrat"/>
              </a:rPr>
              <a:t>Year two: more scholarships, more countries, more living soil.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667000" y="7620000"/>
            <a:ext cx="4953000" cy="1047750"/>
          </a:xfrm>
          <a:prstGeom prst="roundRect">
            <a:avLst>
              <a:gd name="adj" fmla="val 36363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0" y="7620000"/>
            <a:ext cx="495300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22371F"/>
                </a:solidFill>
                <a:latin typeface="Montserrat"/>
              </a:rPr>
              <a:t>Donate: link in bio</a:t>
            </a:r>
          </a:p>
        </p:txBody>
      </p:sp>
      <p:sp>
        <p:nvSpPr>
          <p:cNvPr id="5" name="Oval 4"/>
          <p:cNvSpPr/>
          <p:nvPr/>
        </p:nvSpPr>
        <p:spPr>
          <a:xfrm>
            <a:off x="8667750" y="11239500"/>
            <a:ext cx="857250" cy="857250"/>
          </a:xfrm>
          <a:prstGeom prst="ellipse">
            <a:avLst/>
          </a:prstGeom>
          <a:noFill/>
          <a:ln w="1905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67750" y="1123950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4F1EA"/>
                </a:solidFill>
                <a:latin typeface="Montserrat"/>
              </a:rPr>
              <a:t>LOGO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4F1EA">
                    <a:alpha val="60000"/>
                  </a:srgbClr>
                </a:solidFill>
                <a:latin typeface="Source Sans 3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