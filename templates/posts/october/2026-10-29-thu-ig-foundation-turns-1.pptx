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295987720407831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OUR FIRST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096125"/>
            <a:ext cx="1143000" cy="4762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We turned 1!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scholarships awarded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countries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milestone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246162"/>
            <a:ext cx="8382000" cy="3508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Year two: more scholarships, more countries, more living soil.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sp>
        <p:nvSpPr>
          <p:cNvPr id="5" name="Oval 4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