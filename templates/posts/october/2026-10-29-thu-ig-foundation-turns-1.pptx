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24468426529977958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OUR FIRST YEAR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7096125"/>
            <a:ext cx="1143000" cy="47625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334250"/>
            <a:ext cx="7620000" cy="9893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We turned 1!</a:t>
            </a:r>
          </a:p>
        </p:txBody>
      </p:sp>
      <p:sp>
        <p:nvSpPr>
          <p:cNvPr id="7" name="Oval 6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scholarships awarded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countries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56826"/>
                </a:solidFill>
                <a:latin typeface="Montserrat"/>
              </a:rPr>
              <a:t>[COPY: Allison] milestone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1000" y="3810000"/>
            <a:ext cx="9525000" cy="266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0" b="1" i="0">
                <a:solidFill>
                  <a:srgbClr val="156826"/>
                </a:solidFill>
                <a:latin typeface="Montserrat"/>
              </a:rPr>
              <a:t>[N]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667500"/>
            <a:ext cx="838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600" b="1" i="0">
                <a:solidFill>
                  <a:srgbClr val="22371F"/>
                </a:solidFill>
                <a:latin typeface="Montserrat"/>
              </a:rPr>
              <a:t>[COPY: Allison] milestone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8517850"/>
            <a:ext cx="762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0" i="0">
                <a:solidFill>
                  <a:srgbClr val="333130"/>
                </a:solidFill>
                <a:latin typeface="Source Sans 3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71575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6A665C"/>
                </a:solidFill>
                <a:latin typeface="Source Sans 3"/>
              </a:rPr>
              <a:t>Source: [COPY: Allison]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246162"/>
            <a:ext cx="8382000" cy="35089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Year two: more scholarships, more countries, more living soil.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