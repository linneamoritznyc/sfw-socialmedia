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383790576562138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We turned 1!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