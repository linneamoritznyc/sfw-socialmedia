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826417314430059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We turned 1!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31662F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31662F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31662F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1E3F1D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