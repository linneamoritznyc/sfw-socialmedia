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5957899994349437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OUR FIRST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7096125"/>
            <a:ext cx="1143000" cy="47625"/>
          </a:xfrm>
          <a:prstGeom prst="rect">
            <a:avLst/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989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We turned 1!</a:t>
            </a:r>
          </a:p>
        </p:txBody>
      </p:sp>
      <p:pic>
        <p:nvPicPr>
          <p:cNvPr id="7" name="Picture 6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31662F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31662F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scholarships awarded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31662F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31662F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countries with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31662F"/>
                </a:solidFill>
                <a:latin typeface="Montserrat"/>
              </a:rPr>
              <a:t>[COPY: Allison] milestone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31662F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1E3F1D"/>
                </a:solidFill>
                <a:latin typeface="Montserrat"/>
              </a:rPr>
              <a:t>[COPY: Allison]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246162"/>
            <a:ext cx="8382000" cy="3508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3F1EA"/>
                </a:solidFill>
                <a:latin typeface="Montserrat"/>
              </a:rPr>
              <a:t>Year two: more scholarships, more countries, more living soil.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D39C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1E3F1D"/>
                </a:solidFill>
                <a:latin typeface="Montserrat"/>
              </a:rPr>
              <a:t>Donate: link in bio</a:t>
            </a:r>
          </a:p>
        </p:txBody>
      </p:sp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