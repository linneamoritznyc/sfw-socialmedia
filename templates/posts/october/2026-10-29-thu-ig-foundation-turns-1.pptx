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06565464269371217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OUR FIRST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7096125"/>
            <a:ext cx="1143000" cy="4762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989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We turned 1!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scholarships awarded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countries with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milestone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[COPY: Allison]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246162"/>
            <a:ext cx="8382000" cy="3508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Year two: more scholarships, more countries, more living soil.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Montserrat"/>
              </a:rPr>
              <a:t>Donate: link in bio</a:t>
            </a:r>
          </a:p>
        </p:txBody>
      </p:sp>
      <p:sp>
        <p:nvSpPr>
          <p:cNvPr id="5" name="Oval 4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