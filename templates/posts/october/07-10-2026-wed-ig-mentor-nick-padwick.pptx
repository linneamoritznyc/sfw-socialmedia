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Photo: assets/mentors-teachers-day/Nick.png (Nick in a field with a spade). No photo with his windrows or compost turner in the library; the Drive photo from Wild Soils, Nov 2024, is the same small group shot as assets/photo/carla-nicks-son-nick-eri-wild-soils-event-11-2024.jpg.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78623801379196841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83629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362950"/>
            <a:ext cx="10287000" cy="44958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im-dried-flowers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>
            <a:off x="0" y="-315177"/>
            <a:ext cx="1809750" cy="272585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2000" y="8763000"/>
            <a:ext cx="3143250" cy="571500"/>
          </a:xfrm>
          <a:prstGeom prst="roundRect">
            <a:avLst>
              <a:gd name="adj" fmla="val 50000"/>
            </a:avLst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8763000"/>
            <a:ext cx="31432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371F"/>
                </a:solidFill>
                <a:latin typeface="Montserrat"/>
              </a:rPr>
              <a:t>Meet our mentors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6202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6000" b="1" i="0">
                <a:solidFill>
                  <a:srgbClr val="F4F1EA"/>
                </a:solidFill>
                <a:latin typeface="Montserrat"/>
              </a:rPr>
              <a:t>Nick Padwick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525125"/>
            <a:ext cx="762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DBE6A7"/>
                </a:solidFill>
                <a:latin typeface="Source Sans 3"/>
              </a:rPr>
              <a:t>AP Mentor</a:t>
            </a:r>
          </a:p>
        </p:txBody>
      </p:sp>
      <p:pic>
        <p:nvPicPr>
          <p:cNvPr id="9" name="Picture 8" descr="foundation-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0" y="11516532"/>
            <a:ext cx="857250" cy="7707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