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assets/mentors-teachers-day/Nick.png (Nick in a field with a spade). No photo with his windrows or compost turner in the library; the Drive photo from Wild Soils, Nov 2024, is the same small group shot as assets/photo/carla-nicks-son-nick-eri-wild-soils-event-11-2024.jpg.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476250" y="381000"/>
            <a:ext cx="9334500" cy="7810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693793787223369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666750" y="571500"/>
            <a:ext cx="8953500" cy="7429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285750" y="323850"/>
            <a:ext cx="1714500" cy="4953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8286750" y="323850"/>
            <a:ext cx="1714500" cy="4953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8362950"/>
            <a:ext cx="10287000" cy="44958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im-dried-flowers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9920000">
            <a:off x="0" y="-124677"/>
            <a:ext cx="1809750" cy="272585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 rot="360000">
            <a:off x="0" y="0"/>
            <a:ext cx="9672637" cy="11048999"/>
            <a:chOff x="0" y="0"/>
            <a:chExt cx="9672637" cy="11048999"/>
          </a:xfrm>
        </p:grpSpPr>
        <p:sp>
          <p:nvSpPr>
            <p:cNvPr id="10" name="Rounded Rectangle 9"/>
            <p:cNvSpPr/>
            <p:nvPr/>
          </p:nvSpPr>
          <p:spPr>
            <a:xfrm>
              <a:off x="8604885" y="10053637"/>
              <a:ext cx="506730" cy="995362"/>
            </a:xfrm>
            <a:prstGeom prst="roundRect">
              <a:avLst/>
            </a:prstGeom>
            <a:solidFill>
              <a:srgbClr val="FFFDF7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Chord 10"/>
            <p:cNvSpPr/>
            <p:nvPr/>
          </p:nvSpPr>
          <p:spPr>
            <a:xfrm>
              <a:off x="8043862" y="9329737"/>
              <a:ext cx="1628775" cy="1447800"/>
            </a:xfrm>
            <a:prstGeom prst="chord">
              <a:avLst/>
            </a:prstGeom>
            <a:solidFill>
              <a:srgbClr val="B98A5E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405812" y="9565005"/>
              <a:ext cx="180975" cy="14478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8984932" y="9456420"/>
              <a:ext cx="180975" cy="14478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220200" y="9709785"/>
              <a:ext cx="180975" cy="144780"/>
            </a:xfrm>
            <a:prstGeom prst="ellipse">
              <a:avLst/>
            </a:prstGeom>
            <a:solidFill>
              <a:srgbClr val="FFFD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8740616" y="10484961"/>
              <a:ext cx="42227" cy="4222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933656" y="10484961"/>
              <a:ext cx="42227" cy="42227"/>
            </a:xfrm>
            <a:prstGeom prst="ellipse">
              <a:avLst/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lock Arc 16"/>
            <p:cNvSpPr/>
            <p:nvPr/>
          </p:nvSpPr>
          <p:spPr>
            <a:xfrm rot="10800000">
              <a:off x="8791892" y="10518140"/>
              <a:ext cx="132715" cy="96520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4F34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Rounded Rectangle 17"/>
          <p:cNvSpPr/>
          <p:nvPr/>
        </p:nvSpPr>
        <p:spPr>
          <a:xfrm>
            <a:off x="762000" y="8763000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876300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22371F"/>
                </a:solidFill>
                <a:latin typeface="Montserrat"/>
              </a:rPr>
              <a:t>Meet our mentors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962025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0525125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AP Mentor</a:t>
            </a:r>
          </a:p>
        </p:txBody>
      </p:sp>
      <p:pic>
        <p:nvPicPr>
          <p:cNvPr id="22" name="Picture 21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