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You can compost your hair. You probably shouldn't compost that ‘compostable’ fork.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hair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84468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868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cardboard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6936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9336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eggshells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9404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1804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‘compostable’ fork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hair and pet fur,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Hair and pet fur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Pure protein. Adds nitrogen, breaks down slowly.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cardboard and egg cartons,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Cardboard and egg cartons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Great carbon. Tear off plastic tape and shred it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eggshells,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Eggshells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Same mineral as chalk. Crush them fine.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paper tea bags,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0" y="1238250"/>
            <a:ext cx="1333500" cy="133350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1E3F1D"/>
                </a:solidFill>
                <a:latin typeface="Montserrat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Paper tea bags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Silky mesh bags are plastic and stay in soil for years.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“plant-based” tea bags and cutlery,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1E3F1D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“Plant-based” tea bags and cutlery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Most are PLA. It needs industrial heat above 60°C to break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cat litter,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1E3F1D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Cat litter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Wood, paper, wheat and corn litters break down. Clay and silica never do. Keep anything with cat poop far from food gardens.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cotton and wool scraps,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Cotton and wool scraps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Polyester sheds microplastics.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dryer lint,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Dryer lint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Only from natural fabrics.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natural wine corks,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Natural wine corks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Real cork is tree bark. Chop it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