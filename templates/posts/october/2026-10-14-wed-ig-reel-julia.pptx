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Julia opening her worm bin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8575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8575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7094249"/>
            <a:ext cx="8763000" cy="2956501"/>
          </a:xfrm>
          <a:prstGeom prst="roundRect">
            <a:avLst>
              <a:gd name="adj" fmla="val 6443"/>
            </a:avLst>
          </a:prstGeom>
          <a:solidFill>
            <a:srgbClr val="1E3F1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7399049"/>
            <a:ext cx="8001000" cy="2385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Julia's worm bin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864117"/>
            <a:ext cx="8382000" cy="22745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Where Julia lives, green waste gets trucked away.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So she makes her own vermicompost.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137695"/>
            <a:ext cx="8382000" cy="372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Start your own: a box, damp cardboard, red wigglers, kitchen scraps.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