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8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Julia opening her worm bin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857500"/>
            <a:ext cx="7239000" cy="666750"/>
          </a:xfrm>
          <a:prstGeom prst="roundRect">
            <a:avLst>
              <a:gd name="adj" fmla="val 50000"/>
            </a:avLst>
          </a:prstGeom>
          <a:solidFill>
            <a:srgbClr val="22371F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857500"/>
            <a:ext cx="7239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DBE6A7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7094249"/>
            <a:ext cx="8763000" cy="2956501"/>
          </a:xfrm>
          <a:prstGeom prst="roundRect">
            <a:avLst>
              <a:gd name="adj" fmla="val 6443"/>
            </a:avLst>
          </a:prstGeom>
          <a:solidFill>
            <a:srgbClr val="22371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7399049"/>
            <a:ext cx="8001000" cy="23850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400" b="1" i="0">
                <a:solidFill>
                  <a:srgbClr val="F4F1EA"/>
                </a:solidFill>
                <a:latin typeface="Montserrat"/>
              </a:rPr>
              <a:t>Julia's worm bin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864117"/>
            <a:ext cx="8382000" cy="22745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2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Where Julia lives, green waste gets trucked 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612663"/>
            <a:ext cx="8382000" cy="277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So she makes her own vermicompost.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137695"/>
            <a:ext cx="8382000" cy="3727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2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Start your own: a box, damp cardboard, red wigglers, kitchen scraps.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