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3863585767020197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14925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172075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24475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portrait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114925" y="0"/>
            <a:ext cx="57150" cy="1285875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Gerald Ramirez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4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Advanced Programs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Gerald teaches liquid amendments: compost extracts and teas that carry living biology from compost out to the field.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3798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04662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7133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Caterina co-wrote research on how living cover crops protect soil, control weeds and build biological diversity.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