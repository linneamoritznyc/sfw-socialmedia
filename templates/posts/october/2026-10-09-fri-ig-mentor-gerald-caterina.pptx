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114925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4810125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Gerald Ramirez, portrait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172075" y="0"/>
            <a:ext cx="5114925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24475" y="0"/>
            <a:ext cx="4810125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Dr. Caterina Capri, portrait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114925" y="0"/>
            <a:ext cx="57150" cy="1285875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2000" y="762000"/>
            <a:ext cx="3612813" cy="666750"/>
          </a:xfrm>
          <a:prstGeom prst="roundRect">
            <a:avLst>
              <a:gd name="adj" fmla="val 50000"/>
            </a:avLst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762000"/>
            <a:ext cx="3612813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MEET OUR MENTORS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9429750"/>
            <a:ext cx="10287000" cy="3429000"/>
          </a:xfrm>
          <a:prstGeom prst="rect">
            <a:avLst/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9906000"/>
            <a:ext cx="4000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F4F1EA"/>
                </a:solidFill>
                <a:latin typeface="Montserrat"/>
              </a:rPr>
              <a:t>Gerald Ramirez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133475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Compost extracts and teas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0" y="9906000"/>
            <a:ext cx="4000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4F1EA"/>
                </a:solidFill>
                <a:latin typeface="Montserrat"/>
              </a:rPr>
              <a:t>Dr. Caterina Capri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24500" y="1133475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Advanced Programs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143250"/>
            <a:ext cx="8382000" cy="3950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Gerald teaches liquid amendments: compost extracts and teas that carry living biology from compost out to the field.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7379873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[COPY: Allison] Step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8046623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[COPY: Allison] Step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8713373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[COPY: Allison] Step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143250"/>
            <a:ext cx="8382000" cy="3950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Caterina co-wrote research on how living cover crops protect soil, control weeds and build biological diversity.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