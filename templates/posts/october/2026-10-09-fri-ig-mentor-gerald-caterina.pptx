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Small image: Gerald teaching (other people in frame: check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3288452663687419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14925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Gerald Ramírez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pic>
        <p:nvPicPr>
          <p:cNvPr id="6" name="Picture 5" descr="7756607572641294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