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Small image: Gerald teaching (other people in frame: check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256478384591866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14925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3F1EA"/>
                </a:solidFill>
                <a:latin typeface="Montserrat"/>
              </a:rPr>
              <a:t>Gerald Ramírez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3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Advanced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pic>
        <p:nvPicPr>
          <p:cNvPr id="6" name="Picture 5" descr="83777945599459971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