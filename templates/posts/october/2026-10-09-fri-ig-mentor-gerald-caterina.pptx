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Small image: Gerald teaching (other people in frame: check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56822153668394445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114925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172075" y="0"/>
            <a:ext cx="5114925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24475" y="0"/>
            <a:ext cx="4810125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portrait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114925" y="0"/>
            <a:ext cx="57150" cy="1285875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MEET OUR MENTORS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3F1EA"/>
                </a:solidFill>
                <a:latin typeface="Montserrat"/>
              </a:rPr>
              <a:t>Gerald Ramírez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B1BCB1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3F1EA"/>
                </a:solidFill>
                <a:latin typeface="Montserrat"/>
              </a:rPr>
              <a:t>Dr. Caterina Capri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B1BCB1"/>
                </a:solidFill>
                <a:latin typeface="Source Sans 3"/>
              </a:rPr>
              <a:t>Advanced Programs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Gerald teaches liquid amendments: compost extracts and teas that carry living biology from compost out to the field.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37987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04662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71337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3</a:t>
            </a:r>
          </a:p>
        </p:txBody>
      </p:sp>
      <p:pic>
        <p:nvPicPr>
          <p:cNvPr id="6" name="Picture 5" descr="514036185022291255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Caterina co-wrote research on how living cover crops protect soil, control weeds and build biological diversity.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