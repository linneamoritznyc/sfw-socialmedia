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E, gold roots (style of the SFW 'Welcome Eric Feiler' card). Fonts: Roboto and Times New Roman, as on that card. Cutout: assets/photo/boubacar/boubacar-portrait-cutout.png, his own photo with the background removed locally (rembg); nothing generated. Root network: assets/collage/root-network-gold.png, drawn by code.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95750"/>
            <a:ext cx="8191500" cy="1238250"/>
          </a:xfrm>
          <a:prstGeom prst="rect">
            <a:avLst/>
          </a:prstGeom>
          <a:solidFill>
            <a:srgbClr val="F6E3C2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ubacar-portrait-cutout-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575" y="-175905"/>
            <a:ext cx="5624330" cy="11972311"/>
          </a:xfrm>
          <a:prstGeom prst="rect">
            <a:avLst/>
          </a:prstGeom>
        </p:spPr>
      </p:pic>
      <p:pic>
        <p:nvPicPr>
          <p:cNvPr id="6" name="Picture 5" descr="boubacar-portrait-cut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981" y="190500"/>
            <a:ext cx="4891518" cy="11239500"/>
          </a:xfrm>
          <a:prstGeom prst="rect">
            <a:avLst/>
          </a:prstGeom>
        </p:spPr>
      </p:pic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285750"/>
            <a:ext cx="1428750" cy="128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7250" y="1809750"/>
            <a:ext cx="314325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19812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2381250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Boubacar Tidiane</a:t>
            </a:r>
          </a:p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Diallo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4248150"/>
            <a:ext cx="7048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Gnaly Coffee &amp; AgroÉcole Bio</a:t>
            </a:r>
          </a:p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