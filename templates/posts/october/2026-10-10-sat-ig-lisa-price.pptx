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Lisa with her seedlings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Lisa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Australia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32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“I have been busy inoculating home gardeners one seedling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940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Lisa Price, Australia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seedling trays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SHE GROWS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Vegetable, herb and flower seedlings.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HER POTTING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Grown in her own potting mix, made from her compost and full of beneficial microbes.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SHE TEACHES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She teaches every customer to grow their own food with the soil food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45720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Find Lisa's seedlings 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52500" y="6096000"/>
            <a:ext cx="8382000" cy="1333476"/>
          </a:xfrm>
          <a:prstGeom prst="roundRect">
            <a:avLst>
              <a:gd name="adj" fmla="val 28571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6096000"/>
            <a:ext cx="7772400" cy="1333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F4F1EA"/>
                </a:solidFill>
                <a:latin typeface="Montserrat"/>
              </a:rPr>
              <a:t>[COPY: Allison] business name and handle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