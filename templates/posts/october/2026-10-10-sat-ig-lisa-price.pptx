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1A. Series cover. Same cover on every Soil Regenerators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Lisa with her seedlings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077075"/>
            <a:ext cx="10287000" cy="5781675"/>
          </a:xfrm>
          <a:prstGeom prst="rect">
            <a:avLst/>
          </a:prstGeom>
          <a:gradFill rotWithShape="1">
            <a:gsLst>
              <a:gs pos="0">
                <a:srgbClr val="1E3F1D">
                  <a:alpha val="0"/>
                </a:srgbClr>
              </a:gs>
              <a:gs pos="100000">
                <a:srgbClr val="1E3F1D">
                  <a:alpha val="8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762000"/>
            <a:ext cx="7239000" cy="666750"/>
          </a:xfrm>
          <a:prstGeom prst="roundRect">
            <a:avLst>
              <a:gd name="adj" fmla="val 50000"/>
            </a:avLst>
          </a:prstGeom>
          <a:solidFill>
            <a:srgbClr val="1E3F1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7239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B1BCB1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0058400"/>
            <a:ext cx="1143000" cy="3810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0382250"/>
            <a:ext cx="7620000" cy="95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3F1EA"/>
                </a:solidFill>
                <a:latin typeface="Montserrat"/>
              </a:rPr>
              <a:t>Lisa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447757"/>
            <a:ext cx="742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B1BCB1"/>
                </a:solidFill>
                <a:latin typeface="Source Sans 3"/>
              </a:rPr>
              <a:t>Australia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2857500" cy="3301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6000" b="1" i="0">
                <a:solidFill>
                  <a:srgbClr val="31662F">
                    <a:alpha val="30000"/>
                  </a:srgbClr>
                </a:solidFill>
                <a:latin typeface="Montserra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632996"/>
            <a:ext cx="8382000" cy="3021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1E3F1D"/>
                </a:solidFill>
                <a:latin typeface="Montserrat"/>
              </a:rPr>
              <a:t>“I have been busy inoculating home gardeners one seedling at a time.”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7940003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31662F"/>
                </a:solidFill>
                <a:latin typeface="Source Sans 3"/>
              </a:rPr>
              <a:t>Lisa Price, Australia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seedling trays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31662F"/>
                </a:solidFill>
                <a:latin typeface="Montserrat"/>
              </a:rPr>
              <a:t>WHAT SHE GROWS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1E3F1D"/>
                </a:solidFill>
                <a:latin typeface="Source Sans 3"/>
              </a:rPr>
              <a:t>Vegetable, herb and flower seedlings.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484301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B1BCB1"/>
                </a:solidFill>
                <a:latin typeface="Montserrat"/>
              </a:rPr>
              <a:t>HER POTTING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151051"/>
            <a:ext cx="8382000" cy="4651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3F1EA"/>
                </a:solidFill>
                <a:latin typeface="Montserrat"/>
              </a:rPr>
              <a:t>Grown in her own potting mix, made from her compost and full of beneficial microbes.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243742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B1BCB1"/>
                </a:solidFill>
                <a:latin typeface="Montserrat"/>
              </a:rPr>
              <a:t>WHAT SHE TEACHES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10492"/>
            <a:ext cx="8382000" cy="3133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3F1EA"/>
                </a:solidFill>
                <a:latin typeface="Montserrat"/>
              </a:rPr>
              <a:t>She teaches every customer to grow their own food with the soil food web.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4572000"/>
            <a:ext cx="838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1E3F1D"/>
                </a:solidFill>
                <a:latin typeface="Montserrat"/>
              </a:rPr>
              <a:t>Find Lisa's seedlings 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2500" y="6096000"/>
            <a:ext cx="8382000" cy="1333476"/>
          </a:xfrm>
          <a:prstGeom prst="roundRect">
            <a:avLst>
              <a:gd name="adj" fmla="val 28571"/>
            </a:avLst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7300" y="6096000"/>
            <a:ext cx="7772400" cy="13334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3F1EA"/>
                </a:solidFill>
                <a:latin typeface="Montserrat"/>
              </a:rPr>
              <a:t>[COPY: Allison] business name and handle</a:t>
            </a:r>
          </a:p>
        </p:txBody>
      </p:sp>
      <p:pic>
        <p:nvPicPr>
          <p:cNvPr id="5" name="Picture 4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