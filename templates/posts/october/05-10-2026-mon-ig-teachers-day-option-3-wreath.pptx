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5" name="Picture 4" descr="44089510952947711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8" name="Picture 7" descr="205348067317851554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" name="Picture 10" descr="852605270732293724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4" name="Picture 13" descr="446364048402302055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7" name="Picture 16" descr="226229298727140723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20" name="Picture 19" descr="901357518615780486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3" name="Picture 22" descr="552972569989557359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6" name="Picture 25" descr="240762439582346340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9" name="Picture 28" descr="116498583436079969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2" name="Picture 31" descr="203173926179349327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5" name="Picture 34" descr="410283473196461426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8" name="Picture 37" descr="887704452346866032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41" name="Picture 40" descr="858565498371114603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1816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387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4" name="Picture 43" descr="817418268340114123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75438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009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Tommy Tepper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Director of Education &amp; Mentor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 &amp; Mentor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Carla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Wesley Sanders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Isadora Schmidt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Aysen Ustunay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Gerald Ramirez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Ib Borup Pederson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Permaculture Lead Teacher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