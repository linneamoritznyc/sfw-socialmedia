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1: title above a 4 x 4 grid of the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2: every mentor by name and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image" Target="../media/image7.jpg"/><Relationship Id="rId10" Type="http://schemas.openxmlformats.org/officeDocument/2006/relationships/image" Target="../media/image8.jpg"/><Relationship Id="rId11" Type="http://schemas.openxmlformats.org/officeDocument/2006/relationships/image" Target="../media/image9.jpg"/><Relationship Id="rId12" Type="http://schemas.openxmlformats.org/officeDocument/2006/relationships/image" Target="../media/image10.jpg"/><Relationship Id="rId13" Type="http://schemas.openxmlformats.org/officeDocument/2006/relationships/image" Target="../media/image11.jpg"/><Relationship Id="rId14" Type="http://schemas.openxmlformats.org/officeDocument/2006/relationships/image" Target="../media/image12.jpg"/><Relationship Id="rId15" Type="http://schemas.openxmlformats.org/officeDocument/2006/relationships/image" Target="../media/image13.jpg"/><Relationship Id="rId16" Type="http://schemas.openxmlformats.org/officeDocument/2006/relationships/image" Target="../media/image1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71500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0125"/>
            <a:ext cx="9372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5" name="Picture 4" descr="899463577127873736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1816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197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pic>
        <p:nvPicPr>
          <p:cNvPr id="8" name="Picture 7" descr="306486414839355780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438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19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1" name="Picture 10" descr="781565076756164475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572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53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4" name="Picture 13" descr="3589319268339702705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8194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575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pic>
        <p:nvPicPr>
          <p:cNvPr id="17" name="Picture 16" descr="3815175066278969693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51816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97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20" name="Picture 19" descr="461444549529817425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5438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19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3" name="Picture 22" descr="8487436485798559110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572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53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pic>
        <p:nvPicPr>
          <p:cNvPr id="26" name="Picture 25" descr="245654526010724044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28194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575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29" name="Picture 28" descr="9164031694924200788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51816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197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2" name="Picture 31" descr="245352837941254467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75438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19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35" name="Picture 34" descr="7522010873324386665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4572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53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8" name="Picture 37" descr="5925411254870724140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28194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575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41" name="Picture 40" descr="6679412281472379077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51816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2197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4" name="Picture 43" descr="3104826297245477543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75438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819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04775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31662F"/>
                </a:solidFill>
                <a:latin typeface="Montserrat"/>
              </a:rPr>
              <a:t>Thank you to every mentor on our team.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28575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Tommy Tapper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Instructor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Loida Vasquez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Carla Ribeiro Machado e Portugal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Wesley Sander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Casey Williams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Brian Daubenspeck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Isadora Shmidt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875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Ayşen Üstünay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875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Dora Tkalec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Consultant &amp; Mentor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Gerald Ramírez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875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Mentor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75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Elena Kalli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75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School Administration Officer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Ib Borup Pedersen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Farmer, SFW Consultant &amp; Mentor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875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Nick Padwick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875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Farmer, SFW Consultant &amp; Mentor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875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333130"/>
                </a:solidFill>
                <a:latin typeface="Montserrat"/>
              </a:rPr>
              <a:t>Delvin Solkinson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875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SFW Permaculture Lead</a:t>
            </a:r>
          </a:p>
        </p:txBody>
      </p:sp>
      <p:pic>
        <p:nvPicPr>
          <p:cNvPr id="32" name="Picture 31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1143089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