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1: title above a 4 x 4 grid of the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2: every mentor by name and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Relationship Id="rId17" Type="http://schemas.openxmlformats.org/officeDocument/2006/relationships/image" Target="../media/image15.jpg"/><Relationship Id="rId18" Type="http://schemas.openxmlformats.org/officeDocument/2006/relationships/image" Target="../media/image16.jpg"/><Relationship Id="rId19" Type="http://schemas.openxmlformats.org/officeDocument/2006/relationships/image" Target="../media/image17.jpg"/><Relationship Id="rId20" Type="http://schemas.openxmlformats.org/officeDocument/2006/relationships/image" Target="../media/image1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7150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0125"/>
            <a:ext cx="9372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2190750"/>
            <a:ext cx="3627120" cy="1813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5" name="Picture 4" descr="175298884922323503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720" y="2190750"/>
            <a:ext cx="1813560" cy="18135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236720" y="366141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74820" y="366141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8" name="Picture 7" descr="261213131861721785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190750"/>
            <a:ext cx="1813560" cy="1813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0" y="366141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64580" y="366141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1" name="Picture 10" descr="714493236779049366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6240" y="2190750"/>
            <a:ext cx="1813560" cy="18135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16240" y="366141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54340" y="366141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4" name="Picture 13" descr="119448814014819003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080510"/>
            <a:ext cx="1813560" cy="18135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5720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30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7" name="Picture 16" descr="864795370486928755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46960" y="4080510"/>
            <a:ext cx="1813560" cy="18135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234696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8506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20" name="Picture 19" descr="602663782140747142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36720" y="4080510"/>
            <a:ext cx="1813560" cy="181356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23672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482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3" name="Picture 22" descr="372301766923402764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6480" y="4080510"/>
            <a:ext cx="1813560" cy="181356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12648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458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6" name="Picture 25" descr="311353555827171941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16240" y="4080510"/>
            <a:ext cx="1813560" cy="181356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801624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5434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29" name="Picture 28" descr="541485124729622347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970270"/>
            <a:ext cx="1813560" cy="181356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45720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2" name="Picture 31" descr="675912047849861572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46960" y="5970270"/>
            <a:ext cx="1813560" cy="181356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34696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8506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35" name="Picture 34" descr="916955286356981228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36720" y="5970270"/>
            <a:ext cx="1813560" cy="181356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423672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7482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8" name="Picture 37" descr="622512954039882111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26480" y="5970270"/>
            <a:ext cx="1813560" cy="181356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612648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6458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41" name="Picture 40" descr="6957233813328317874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16240" y="5970270"/>
            <a:ext cx="1813560" cy="1813560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801624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5434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4" name="Picture 43" descr="6998284926264825370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7200" y="7860030"/>
            <a:ext cx="1813560" cy="181356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45720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530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pic>
        <p:nvPicPr>
          <p:cNvPr id="47" name="Picture 46" descr="2904139003338272881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46960" y="7860030"/>
            <a:ext cx="1813560" cy="1813560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234696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8506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Elina Psara</a:t>
            </a:r>
          </a:p>
        </p:txBody>
      </p:sp>
      <p:pic>
        <p:nvPicPr>
          <p:cNvPr id="50" name="Picture 49" descr="7454114753255690645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36720" y="7860030"/>
            <a:ext cx="1813560" cy="181356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423672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7482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Caterina Capri</a:t>
            </a:r>
          </a:p>
        </p:txBody>
      </p:sp>
      <p:pic>
        <p:nvPicPr>
          <p:cNvPr id="53" name="Picture 52" descr="8055802890071954999.jp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26480" y="7860030"/>
            <a:ext cx="1813560" cy="181356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458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Laura Campos</a:t>
            </a:r>
          </a:p>
        </p:txBody>
      </p:sp>
      <p:pic>
        <p:nvPicPr>
          <p:cNvPr id="56" name="Picture 55" descr="6327792871960472773.jp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16240" y="7860030"/>
            <a:ext cx="1813560" cy="181356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801624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5434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Nora Levay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047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31662F"/>
                </a:solidFill>
                <a:latin typeface="Montserrat"/>
              </a:rPr>
              <a:t>Thank you to every mentor on our team.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28575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Tommy Tepper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Instructor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Loida Vasquez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Carla Ribeiro Machado e Portugal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Wesley Sanders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Casey Williams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Brian Daubenspeck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Isadora Schmidt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5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Ayşen Üstünay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Dora Tkalec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Gerald Ramírez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875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75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Elena Kalli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75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School Administration Officer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Ib Borup Pedersen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Farmer, SFW Consultant &amp; Mentor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875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Nick Padwick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875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Farmer, SFW Consultant &amp; Mentor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875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Delvin Solkinson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875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Permaculture Lead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1550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Elina Psara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1550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 Team Lead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1550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Caterina Capri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550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550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Laura Campos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1550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1550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Nora Levay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550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pic>
        <p:nvPicPr>
          <p:cNvPr id="40" name="Picture 39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