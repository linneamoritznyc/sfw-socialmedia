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5" name="Picture 4" descr="729781159143989043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8" name="Picture 7" descr="87284379868545378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" name="Picture 10" descr="849950315580400153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4" name="Picture 13" descr="866450573116307865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17" name="Picture 16" descr="769514521411597721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20" name="Picture 19" descr="131180606258427839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3" name="Picture 22" descr="52150106336905813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26" name="Picture 25" descr="74666749397378466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9" name="Picture 28" descr="476329696827548564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2" name="Picture 31" descr="513556056509335764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5" name="Picture 34" descr="122832601682398309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8" name="Picture 37" descr="2663829795774334274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1" name="Picture 40" descr="849669597659608452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4" name="Picture 43" descr="805275874718300305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Tommy Tapper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Instructor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Carla Ribeiro Machado e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Wesley Sander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Isadora Shmidt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Ayşen Üstünay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Gerald Ramírez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School Administration Officer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Ib Borup Pedersen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