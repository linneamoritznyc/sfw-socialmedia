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3, slide 1: the fourteen mentors in a ring around the title.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3, slide 2: every mentor by name and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14.jpg"/><Relationship Id="rId17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7833854446935279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762125"/>
            <a:ext cx="1428750" cy="1428750"/>
          </a:xfrm>
          <a:prstGeom prst="ellipse">
            <a:avLst/>
          </a:prstGeom>
        </p:spPr>
      </p:pic>
      <p:pic>
        <p:nvPicPr>
          <p:cNvPr id="3" name="Picture 2" descr="2708391842748015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222" y="2139433"/>
            <a:ext cx="1428750" cy="1428750"/>
          </a:xfrm>
          <a:prstGeom prst="ellipse">
            <a:avLst/>
          </a:prstGeom>
        </p:spPr>
      </p:pic>
      <p:pic>
        <p:nvPicPr>
          <p:cNvPr id="4" name="Picture 3" descr="89652054484812232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902" y="3196628"/>
            <a:ext cx="1428750" cy="1428750"/>
          </a:xfrm>
          <a:prstGeom prst="ellipse">
            <a:avLst/>
          </a:prstGeom>
        </p:spPr>
      </p:pic>
      <p:pic>
        <p:nvPicPr>
          <p:cNvPr id="5" name="Picture 4" descr="28576365233197378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600" y="4724320"/>
            <a:ext cx="1428750" cy="1428750"/>
          </a:xfrm>
          <a:prstGeom prst="ellipse">
            <a:avLst/>
          </a:prstGeom>
        </p:spPr>
      </p:pic>
      <p:pic>
        <p:nvPicPr>
          <p:cNvPr id="6" name="Picture 5" descr="79913818382098241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600" y="6419929"/>
            <a:ext cx="1428750" cy="1428750"/>
          </a:xfrm>
          <a:prstGeom prst="ellipse">
            <a:avLst/>
          </a:prstGeom>
        </p:spPr>
      </p:pic>
      <p:pic>
        <p:nvPicPr>
          <p:cNvPr id="7" name="Picture 6" descr="218928830018233796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7902" y="7947621"/>
            <a:ext cx="1428750" cy="1428750"/>
          </a:xfrm>
          <a:prstGeom prst="ellipse">
            <a:avLst/>
          </a:prstGeom>
        </p:spPr>
      </p:pic>
      <p:pic>
        <p:nvPicPr>
          <p:cNvPr id="8" name="Picture 7" descr="732102123756805301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2222" y="9004816"/>
            <a:ext cx="1428750" cy="1428750"/>
          </a:xfrm>
          <a:prstGeom prst="ellipse">
            <a:avLst/>
          </a:prstGeom>
        </p:spPr>
      </p:pic>
      <p:pic>
        <p:nvPicPr>
          <p:cNvPr id="9" name="Picture 8" descr="513559909632770352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25" y="9382125"/>
            <a:ext cx="1428750" cy="1428750"/>
          </a:xfrm>
          <a:prstGeom prst="ellipse">
            <a:avLst/>
          </a:prstGeom>
        </p:spPr>
      </p:pic>
      <p:pic>
        <p:nvPicPr>
          <p:cNvPr id="10" name="Picture 9" descr="673648262053113268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6027" y="9004816"/>
            <a:ext cx="1428750" cy="1428750"/>
          </a:xfrm>
          <a:prstGeom prst="ellipse">
            <a:avLst/>
          </a:prstGeom>
        </p:spPr>
      </p:pic>
      <p:pic>
        <p:nvPicPr>
          <p:cNvPr id="11" name="Picture 10" descr="593799412879066258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0347" y="7947621"/>
            <a:ext cx="1428750" cy="1428750"/>
          </a:xfrm>
          <a:prstGeom prst="ellipse">
            <a:avLst/>
          </a:prstGeom>
        </p:spPr>
      </p:pic>
      <p:pic>
        <p:nvPicPr>
          <p:cNvPr id="12" name="Picture 11" descr="546418941895163502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649" y="6419929"/>
            <a:ext cx="1428750" cy="1428750"/>
          </a:xfrm>
          <a:prstGeom prst="ellipse">
            <a:avLst/>
          </a:prstGeom>
        </p:spPr>
      </p:pic>
      <p:pic>
        <p:nvPicPr>
          <p:cNvPr id="13" name="Picture 12" descr="122508791210471997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4649" y="4724320"/>
            <a:ext cx="1428750" cy="1428750"/>
          </a:xfrm>
          <a:prstGeom prst="ellipse">
            <a:avLst/>
          </a:prstGeom>
        </p:spPr>
      </p:pic>
      <p:pic>
        <p:nvPicPr>
          <p:cNvPr id="14" name="Picture 13" descr="399895713058012079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50347" y="3196628"/>
            <a:ext cx="1428750" cy="1428750"/>
          </a:xfrm>
          <a:prstGeom prst="ellipse">
            <a:avLst/>
          </a:prstGeom>
        </p:spPr>
      </p:pic>
      <p:pic>
        <p:nvPicPr>
          <p:cNvPr id="15" name="Picture 14" descr="4098890409906302713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76027" y="2139433"/>
            <a:ext cx="1428750" cy="1428750"/>
          </a:xfrm>
          <a:prstGeom prst="ellipse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67000" y="485775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7000" y="5334000"/>
            <a:ext cx="495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750" y="714375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EB Garamond"/>
              </a:rPr>
              <a:t>To the mentors who teach our students to see soil.</a:t>
            </a:r>
          </a:p>
        </p:txBody>
      </p:sp>
      <p:pic>
        <p:nvPicPr>
          <p:cNvPr id="19" name="Picture 18" descr="foundation-logo-colo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7250" y="11430897"/>
            <a:ext cx="952500" cy="856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04775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31662F"/>
                </a:solidFill>
                <a:latin typeface="Montserrat"/>
              </a:rPr>
              <a:t>Thank you to every mentor on our team.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8575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33337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Tommy Tepper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147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Director of Education &amp;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8150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Loida Vasquez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76250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Lead &amp; Mentor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4292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Carla Portugal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8102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Science Lead &amp; Mentor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7700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Wesley Sanders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85800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5247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Casey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9057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57250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Brian Daubenspeck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95350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96202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Isadora Schmidt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00012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0" y="33337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Aysen Ustunay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0" y="37147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438150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Dora Tkalec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0" y="476250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750" y="54292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Gerald Ramirez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0" y="58102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750" y="647700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Elena Kalli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8750" y="685800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0" y="75247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Ib Borup Pederson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0" y="79057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8750" y="857250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Nick Padwick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8750" y="895350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8750" y="9620250"/>
            <a:ext cx="428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1A"/>
                </a:solidFill>
                <a:latin typeface="Montserrat"/>
              </a:rPr>
              <a:t>Delvin Solkinson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8750" y="10001250"/>
            <a:ext cx="428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1662F"/>
                </a:solidFill>
                <a:latin typeface="Source Sans 3"/>
              </a:rPr>
              <a:t>Permaculture Lead Teacher</a:t>
            </a:r>
          </a:p>
        </p:txBody>
      </p:sp>
      <p:pic>
        <p:nvPicPr>
          <p:cNvPr id="32" name="Picture 31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1430897"/>
            <a:ext cx="952500" cy="856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