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1: title above a 4 x 4 grid of the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2: every mentor by name and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Relationship Id="rId9" Type="http://schemas.openxmlformats.org/officeDocument/2006/relationships/image" Target="../media/image7.jpg"/><Relationship Id="rId10" Type="http://schemas.openxmlformats.org/officeDocument/2006/relationships/image" Target="../media/image8.jpg"/><Relationship Id="rId11" Type="http://schemas.openxmlformats.org/officeDocument/2006/relationships/image" Target="../media/image9.jpg"/><Relationship Id="rId12" Type="http://schemas.openxmlformats.org/officeDocument/2006/relationships/image" Target="../media/image10.jpg"/><Relationship Id="rId13" Type="http://schemas.openxmlformats.org/officeDocument/2006/relationships/image" Target="../media/image11.jpg"/><Relationship Id="rId14" Type="http://schemas.openxmlformats.org/officeDocument/2006/relationships/image" Target="../media/image12.jpg"/><Relationship Id="rId15" Type="http://schemas.openxmlformats.org/officeDocument/2006/relationships/image" Target="../media/image13.jpg"/><Relationship Id="rId16" Type="http://schemas.openxmlformats.org/officeDocument/2006/relationships/image" Target="../media/image1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71500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0125"/>
            <a:ext cx="9372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5" name="Picture 4" descr="342312787493220863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8" name="Picture 7" descr="329710742350302727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1" name="Picture 10" descr="695983000712546277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72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4" name="Picture 13" descr="253208805220043837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8194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765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17" name="Picture 16" descr="767750313264436498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1816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87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20" name="Picture 19" descr="2495813991993553482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5438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009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3" name="Picture 22" descr="99237528408368273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26" name="Picture 25" descr="4636357773151813356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29" name="Picture 28" descr="4337694397078735279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2" name="Picture 31" descr="806221538312901518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35" name="Picture 34" descr="268470712488156269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4572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43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8" name="Picture 37" descr="330312540454194907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28194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765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41" name="Picture 40" descr="2484353581637585657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51816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387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4" name="Picture 43" descr="5194115076089133331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75438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009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04775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31662F"/>
                </a:solidFill>
                <a:latin typeface="Montserrat"/>
              </a:rPr>
              <a:t>Thank you to every mentor on our team.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28575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Tommy Tepper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Instructor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Loida Vasquez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Lead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Carla Ribeiro Machado e Portugal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Wesley Sanders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Casey Williams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Brian Daubenspeck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Isadora Schmidt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875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Ayşen Üstünay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875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Dora Tkalec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Gerald Ramírez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875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Mentor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75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Elena Kalli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875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School Administration Officer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Ib Borup Pedersen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Farmer, SFW Consultant &amp; Mentor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875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Nick Padwick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875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Farmer, SFW Consultant &amp; Mentor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875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Delvin Solkinson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3875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Permaculture Lead</a:t>
            </a:r>
          </a:p>
        </p:txBody>
      </p:sp>
      <p:pic>
        <p:nvPicPr>
          <p:cNvPr id="32" name="Picture 31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1143089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