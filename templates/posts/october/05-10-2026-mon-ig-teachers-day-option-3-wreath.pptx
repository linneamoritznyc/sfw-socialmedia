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5" name="Picture 4" descr="623460901192572333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8" name="Picture 7" descr="28858653816361755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" name="Picture 10" descr="459660804627529232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3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4" name="Picture 13" descr="433296896779294255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8194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765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7" name="Picture 16" descr="846894157804636342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816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87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20" name="Picture 19" descr="888156592427092715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5438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009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3" name="Picture 22" descr="43568765158638624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6" name="Picture 25" descr="162160962190096380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9" name="Picture 28" descr="6265112960125145205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2" name="Picture 31" descr="449700175186075578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5" name="Picture 34" descr="6015455580736178253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572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43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8" name="Picture 37" descr="8671595325082427723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8194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765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41" name="Picture 40" descr="53048970340115908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1816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387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4" name="Picture 43" descr="1961223670800779458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75438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009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Tommy Tepper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Director of Education &amp; Mentor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 &amp; Mentor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Carla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Wesley Sanders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Isadora Schmidt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Aysen Ustunay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Gerald Ramirez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Ib Borup Pederson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Permaculture Lead Teacher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