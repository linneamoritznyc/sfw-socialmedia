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3, slide 1: title above a 4 x 4 grid of the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3, slide 2: every mentor by name and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jpg"/><Relationship Id="rId8" Type="http://schemas.openxmlformats.org/officeDocument/2006/relationships/image" Target="../media/image6.jpg"/><Relationship Id="rId9" Type="http://schemas.openxmlformats.org/officeDocument/2006/relationships/image" Target="../media/image7.jpg"/><Relationship Id="rId10" Type="http://schemas.openxmlformats.org/officeDocument/2006/relationships/image" Target="../media/image8.jpg"/><Relationship Id="rId11" Type="http://schemas.openxmlformats.org/officeDocument/2006/relationships/image" Target="../media/image9.jpg"/><Relationship Id="rId12" Type="http://schemas.openxmlformats.org/officeDocument/2006/relationships/image" Target="../media/image10.jpg"/><Relationship Id="rId13" Type="http://schemas.openxmlformats.org/officeDocument/2006/relationships/image" Target="../media/image11.jpg"/><Relationship Id="rId14" Type="http://schemas.openxmlformats.org/officeDocument/2006/relationships/image" Target="../media/image12.jpg"/><Relationship Id="rId15" Type="http://schemas.openxmlformats.org/officeDocument/2006/relationships/image" Target="../media/image13.jpg"/><Relationship Id="rId16" Type="http://schemas.openxmlformats.org/officeDocument/2006/relationships/image" Target="../media/image14.jpg"/><Relationship Id="rId17" Type="http://schemas.openxmlformats.org/officeDocument/2006/relationships/image" Target="../media/image1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71500"/>
            <a:ext cx="9372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0125"/>
            <a:ext cx="93726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4" name="Picture 3" descr="8945247316190234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90750"/>
            <a:ext cx="2286000" cy="2286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43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pic>
        <p:nvPicPr>
          <p:cNvPr id="7" name="Picture 6" descr="742723973323372379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9400" y="2190750"/>
            <a:ext cx="2286000" cy="2286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8194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765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10" name="Picture 9" descr="602336038809987064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816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387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13" name="Picture 12" descr="808035935782916542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5438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9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pic>
        <p:nvPicPr>
          <p:cNvPr id="16" name="Picture 15" descr="1974356426881197837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552950"/>
            <a:ext cx="2286000" cy="22860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572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43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19" name="Picture 18" descr="302781698146320768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19400" y="4552950"/>
            <a:ext cx="2286000" cy="22860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8194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765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22" name="Picture 21" descr="642287759220186381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81600" y="4552950"/>
            <a:ext cx="2286000" cy="22860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51816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387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pic>
        <p:nvPicPr>
          <p:cNvPr id="25" name="Picture 24" descr="5196354255928742527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43800" y="4552950"/>
            <a:ext cx="2286000" cy="22860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75438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9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Aysen Ustunay</a:t>
            </a:r>
          </a:p>
        </p:txBody>
      </p:sp>
      <p:pic>
        <p:nvPicPr>
          <p:cNvPr id="28" name="Picture 27" descr="1839049045767413403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572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43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31" name="Picture 30" descr="3635735852169036292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28194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765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Ramirez</a:t>
            </a:r>
          </a:p>
        </p:txBody>
      </p:sp>
      <p:pic>
        <p:nvPicPr>
          <p:cNvPr id="34" name="Picture 33" descr="5747755529844054742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51816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387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37" name="Picture 36" descr="8399190351064505002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75438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009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Pederson</a:t>
            </a:r>
          </a:p>
        </p:txBody>
      </p:sp>
      <p:pic>
        <p:nvPicPr>
          <p:cNvPr id="40" name="Picture 39" descr="5842563647999390999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7200" y="9277350"/>
            <a:ext cx="2286000" cy="2286000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4572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43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43" name="Picture 42" descr="1503839733146406453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819400" y="9277350"/>
            <a:ext cx="2286000" cy="2286000"/>
          </a:xfrm>
          <a:prstGeom prst="rect">
            <a:avLst/>
          </a:prstGeom>
        </p:spPr>
      </p:pic>
      <p:sp>
        <p:nvSpPr>
          <p:cNvPr id="44" name="Rectangle 43"/>
          <p:cNvSpPr/>
          <p:nvPr/>
        </p:nvSpPr>
        <p:spPr>
          <a:xfrm>
            <a:off x="28194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765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81600" y="9277350"/>
            <a:ext cx="2286000" cy="2286000"/>
          </a:xfrm>
          <a:prstGeom prst="rect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53050" y="9277350"/>
            <a:ext cx="19431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F3F1EA"/>
                </a:solidFill>
                <a:latin typeface="Montserrat"/>
              </a:rPr>
              <a:t>Thank you, mentors!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43800" y="9277350"/>
            <a:ext cx="2286000" cy="2286000"/>
          </a:xfrm>
          <a:prstGeom prst="rect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foundation-logo-whit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20050" y="9820903"/>
            <a:ext cx="1333500" cy="119889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047750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31662F"/>
                </a:solidFill>
                <a:latin typeface="Montserrat"/>
              </a:rPr>
              <a:t>Thank you to every mentor on our team.</a:t>
            </a:r>
          </a:p>
        </p:txBody>
      </p:sp>
      <p:sp>
        <p:nvSpPr>
          <p:cNvPr id="3" name="Rectangle 2"/>
          <p:cNvSpPr/>
          <p:nvPr/>
        </p:nvSpPr>
        <p:spPr>
          <a:xfrm>
            <a:off x="762000" y="2857500"/>
            <a:ext cx="1143000" cy="38100"/>
          </a:xfrm>
          <a:prstGeom prst="rect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3333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Tommy Tepper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714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Director of Education &amp; Mentor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4381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Loida Vasquez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762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Lead &amp; Mentor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5429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Carla Portugal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5810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Science Lead &amp; Mentor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64770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Wesley Sanders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68580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7524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Casey Williams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7905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8572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Brian Daubenspeck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8953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9620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Isadora Schmidt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10001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8750" y="3333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Aysen Ustunay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8750" y="3714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8750" y="4381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Dora Tkalec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0" y="4762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8750" y="5429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Gerald Ramirez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8750" y="5810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8750" y="64770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Elena Kalli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8750" y="68580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Admin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8750" y="7524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Ib Borup Pederson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8750" y="7905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8750" y="8572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Nick Padwick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38750" y="8953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38750" y="9620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Delvin Solkinson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38750" y="10001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Permaculture Lead Teacher</a:t>
            </a:r>
          </a:p>
        </p:txBody>
      </p:sp>
      <p:pic>
        <p:nvPicPr>
          <p:cNvPr id="32" name="Picture 31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11430897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