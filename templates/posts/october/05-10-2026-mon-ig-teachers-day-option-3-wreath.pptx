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Relationship Id="rId17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24345278202324444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100071484500450969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45555830475263903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34047981770168758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221159636915936297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495804634164892728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86884209586334613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45466001809240431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8" name="Picture 27" descr="141951753416644110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37660376694108369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4" name="Picture 33" descr="224747064439274467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915894775501490744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0" name="Picture 39" descr="175810135765887123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84543566662205854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81600" y="9277350"/>
            <a:ext cx="2286000" cy="2286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53050" y="9277350"/>
            <a:ext cx="19431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Thank you, mentors!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43800" y="9277350"/>
            <a:ext cx="2286000" cy="22860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foundation-logo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20050" y="9820903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Director of Education &amp; Mentor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Carla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Aysen Ustunay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Gerald Ramirez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Ib Borup Pederson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