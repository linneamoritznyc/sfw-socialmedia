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1: title above a 4 x 4 grid of the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2: every mentor by name and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Relationship Id="rId9" Type="http://schemas.openxmlformats.org/officeDocument/2006/relationships/image" Target="../media/image7.jpg"/><Relationship Id="rId10" Type="http://schemas.openxmlformats.org/officeDocument/2006/relationships/image" Target="../media/image8.jpg"/><Relationship Id="rId11" Type="http://schemas.openxmlformats.org/officeDocument/2006/relationships/image" Target="../media/image9.jpg"/><Relationship Id="rId12" Type="http://schemas.openxmlformats.org/officeDocument/2006/relationships/image" Target="../media/image10.jpg"/><Relationship Id="rId13" Type="http://schemas.openxmlformats.org/officeDocument/2006/relationships/image" Target="../media/image11.jpg"/><Relationship Id="rId14" Type="http://schemas.openxmlformats.org/officeDocument/2006/relationships/image" Target="../media/image12.jpg"/><Relationship Id="rId15" Type="http://schemas.openxmlformats.org/officeDocument/2006/relationships/image" Target="../media/image13.jpg"/><Relationship Id="rId16" Type="http://schemas.openxmlformats.org/officeDocument/2006/relationships/image" Target="../media/image1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71500"/>
            <a:ext cx="9372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0125"/>
            <a:ext cx="9372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4" name="Picture 3" descr="903628422828791425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90750"/>
            <a:ext cx="2286000" cy="228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43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7" name="Picture 6" descr="726449072432090815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9400" y="2190750"/>
            <a:ext cx="2286000" cy="2286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8194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765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0" name="Picture 9" descr="910684174532323085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816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387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3" name="Picture 12" descr="644575923020472519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5438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9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16" name="Picture 15" descr="880381958164104489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38300" y="4552950"/>
            <a:ext cx="2286000" cy="2286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16383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954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19" name="Picture 18" descr="853637380479883322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0" y="4552950"/>
            <a:ext cx="2286000" cy="22860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0005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576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2" name="Picture 21" descr="8164580861635186193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62700" y="4552950"/>
            <a:ext cx="2286000" cy="22860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627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8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25" name="Picture 24" descr="289497148334418938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572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43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pic>
        <p:nvPicPr>
          <p:cNvPr id="28" name="Picture 27" descr="454656652608966177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28194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765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1" name="Picture 30" descr="3512431765128565377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51816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387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pic>
        <p:nvPicPr>
          <p:cNvPr id="34" name="Picture 33" descr="9208379026975339746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75438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09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7" name="Picture 36" descr="8672761161464777380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638300" y="9277350"/>
            <a:ext cx="2286000" cy="2286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16383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954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pic>
        <p:nvPicPr>
          <p:cNvPr id="40" name="Picture 39" descr="3359842666902028946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000500" y="9277350"/>
            <a:ext cx="2286000" cy="2286000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40005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0576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3" name="Picture 42" descr="8025998113937040021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62700" y="9277350"/>
            <a:ext cx="2286000" cy="2286000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63627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198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04775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31662F"/>
                </a:solidFill>
                <a:latin typeface="Montserrat"/>
              </a:rPr>
              <a:t>Thank you to every mentor on our team.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2857500"/>
            <a:ext cx="1143000" cy="381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Tommy Tepper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Director of Education &amp; Mentor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Loida Vasquez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Lead &amp; Mentor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Carla Portugal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Science Lead &amp; Mentor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Wesley Sanders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Casey Williams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Brian Daubenspeck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Isadora Schmidt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875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Aysen Ustunay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875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Dora Tkalec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875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Gerald Ramirez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875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875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Elena Kalli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875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Admin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875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Ib Borup Pederson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875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875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Nick Padwick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875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3875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Delvin Solkinson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3875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Permaculture Lead Teacher</a:t>
            </a:r>
          </a:p>
        </p:txBody>
      </p:sp>
      <p:pic>
        <p:nvPicPr>
          <p:cNvPr id="32" name="Picture 31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1143089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