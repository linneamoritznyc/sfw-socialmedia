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3, slide 1: title above a 4 x 4 grid of the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3, slide 2: every mentor by name and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Relationship Id="rId9" Type="http://schemas.openxmlformats.org/officeDocument/2006/relationships/image" Target="../media/image7.jpg"/><Relationship Id="rId10" Type="http://schemas.openxmlformats.org/officeDocument/2006/relationships/image" Target="../media/image8.jpg"/><Relationship Id="rId11" Type="http://schemas.openxmlformats.org/officeDocument/2006/relationships/image" Target="../media/image9.jpg"/><Relationship Id="rId12" Type="http://schemas.openxmlformats.org/officeDocument/2006/relationships/image" Target="../media/image10.jpg"/><Relationship Id="rId13" Type="http://schemas.openxmlformats.org/officeDocument/2006/relationships/image" Target="../media/image11.jpg"/><Relationship Id="rId14" Type="http://schemas.openxmlformats.org/officeDocument/2006/relationships/image" Target="../media/image12.jpg"/><Relationship Id="rId15" Type="http://schemas.openxmlformats.org/officeDocument/2006/relationships/image" Target="../media/image13.jpg"/><Relationship Id="rId16" Type="http://schemas.openxmlformats.org/officeDocument/2006/relationships/image" Target="../media/image1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71500"/>
            <a:ext cx="9372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0125"/>
            <a:ext cx="9372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300" y="21907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5" name="Picture 4" descr="432535452242678156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181600" y="4133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9700" y="4133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Tapper</a:t>
            </a:r>
          </a:p>
        </p:txBody>
      </p:sp>
      <p:pic>
        <p:nvPicPr>
          <p:cNvPr id="8" name="Picture 7" descr="173255305081867679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543800" y="4133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1900" y="4133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11" name="Picture 10" descr="655871958000547331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572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3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14" name="Picture 13" descr="121363066874591346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28194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575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</a:t>
            </a:r>
          </a:p>
        </p:txBody>
      </p:sp>
      <p:pic>
        <p:nvPicPr>
          <p:cNvPr id="17" name="Picture 16" descr="768764747732172971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1816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97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20" name="Picture 19" descr="503121231759441761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5438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19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23" name="Picture 22" descr="5273411908651455532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572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53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Shmidt</a:t>
            </a:r>
          </a:p>
        </p:txBody>
      </p:sp>
      <p:pic>
        <p:nvPicPr>
          <p:cNvPr id="26" name="Picture 25" descr="5332898434888599316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28194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575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pic>
        <p:nvPicPr>
          <p:cNvPr id="29" name="Picture 28" descr="6311296678588155617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51816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97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32" name="Picture 31" descr="7523051663126606764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75438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19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pic>
        <p:nvPicPr>
          <p:cNvPr id="35" name="Picture 34" descr="5837706495651502879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4572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53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38" name="Picture 37" descr="7992983515775991812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28194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575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pic>
        <p:nvPicPr>
          <p:cNvPr id="41" name="Picture 40" descr="6299019462365137944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9277350"/>
            <a:ext cx="2286000" cy="2286000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51816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197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44" name="Picture 43" descr="9166712994638490770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9277350"/>
            <a:ext cx="2286000" cy="2286000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75438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819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047750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31662F"/>
                </a:solidFill>
                <a:latin typeface="Montserrat"/>
              </a:rPr>
              <a:t>Thank you to every mentor on our team.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2857500"/>
            <a:ext cx="1143000" cy="38100"/>
          </a:xfrm>
          <a:prstGeom prst="rect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Tommy Tapper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Instructor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Loida Vasquez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Lead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Carla Ribeiro Machado e Portugal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Mentor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Wesley Sander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7524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Casey Williams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7905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8572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Brian Daubenspeck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8953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9620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Isadora Shmidt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10001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875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Ayşen Üstünay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875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875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Dora Tkalec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875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Gerald Ramírez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875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Mentor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875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Elena Kalli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875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School Administration Officer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8750" y="7524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Ib Borup Pedersen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8750" y="7905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Farmer, SFW Consultant &amp; Mentor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8750" y="8572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Nick Padwick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8750" y="8953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Farmer, SFW Consultant &amp; Mentor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38750" y="9620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Delvin Solkinson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38750" y="10001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Permaculture Lead</a:t>
            </a:r>
          </a:p>
        </p:txBody>
      </p:sp>
      <p:pic>
        <p:nvPicPr>
          <p:cNvPr id="32" name="Picture 31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1143089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