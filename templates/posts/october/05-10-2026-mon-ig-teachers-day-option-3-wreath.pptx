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560331711419994994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8" name="Picture 7" descr="78301997709947967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45716674864352948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908837441881893113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7" name="Picture 16" descr="65942701074138766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87134095693440510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5529748783698119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6" name="Picture 25" descr="772555861280733211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89139538205675591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429122148796484552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6542959424271258557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478591160245142848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274924723964848804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711653503409822226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