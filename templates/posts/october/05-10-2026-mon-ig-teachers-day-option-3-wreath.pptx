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1: title above a 4 x 4 grid of the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3, slide 2: every mentor by name and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Relationship Id="rId9" Type="http://schemas.openxmlformats.org/officeDocument/2006/relationships/image" Target="../media/image7.jpg"/><Relationship Id="rId10" Type="http://schemas.openxmlformats.org/officeDocument/2006/relationships/image" Target="../media/image8.jpg"/><Relationship Id="rId11" Type="http://schemas.openxmlformats.org/officeDocument/2006/relationships/image" Target="../media/image9.jpg"/><Relationship Id="rId12" Type="http://schemas.openxmlformats.org/officeDocument/2006/relationships/image" Target="../media/image10.jpg"/><Relationship Id="rId13" Type="http://schemas.openxmlformats.org/officeDocument/2006/relationships/image" Target="../media/image11.jpg"/><Relationship Id="rId14" Type="http://schemas.openxmlformats.org/officeDocument/2006/relationships/image" Target="../media/image12.jpg"/><Relationship Id="rId15" Type="http://schemas.openxmlformats.org/officeDocument/2006/relationships/image" Target="../media/image13.jpg"/><Relationship Id="rId16" Type="http://schemas.openxmlformats.org/officeDocument/2006/relationships/image" Target="../media/image14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571500"/>
            <a:ext cx="9372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0125"/>
            <a:ext cx="93726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227099091821747239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43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Tepper</a:t>
            </a:r>
          </a:p>
        </p:txBody>
      </p:sp>
      <p:pic>
        <p:nvPicPr>
          <p:cNvPr id="7" name="Picture 6" descr="73920690050579522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4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8194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765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212026418586925512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816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387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921818578986929986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43800" y="40576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950" y="40576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Sanders</a:t>
            </a:r>
          </a:p>
        </p:txBody>
      </p:sp>
      <p:pic>
        <p:nvPicPr>
          <p:cNvPr id="16" name="Picture 15" descr="7640282304349610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383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16383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954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38724677281249684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0005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576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776856302004529674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700" y="45529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62700" y="64198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850" y="64198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Schmidt</a:t>
            </a:r>
          </a:p>
        </p:txBody>
      </p:sp>
      <p:pic>
        <p:nvPicPr>
          <p:cNvPr id="25" name="Picture 24" descr="188478169412812041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43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Aysen Ustunay</a:t>
            </a:r>
          </a:p>
        </p:txBody>
      </p:sp>
      <p:pic>
        <p:nvPicPr>
          <p:cNvPr id="28" name="Picture 27" descr="7285083055156648169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28194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765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3298387358523767450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51816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87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Ramirez</a:t>
            </a:r>
          </a:p>
        </p:txBody>
      </p:sp>
      <p:pic>
        <p:nvPicPr>
          <p:cNvPr id="34" name="Picture 33" descr="2984603724377360682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7543800" y="87820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0950" y="87820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3815489264604009436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383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16383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6954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Pederson</a:t>
            </a:r>
          </a:p>
        </p:txBody>
      </p:sp>
      <p:pic>
        <p:nvPicPr>
          <p:cNvPr id="40" name="Picture 39" descr="6333570285111628965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005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40005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576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4832778074727187405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627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6362700" y="11144250"/>
            <a:ext cx="2286000" cy="4191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19850" y="11144250"/>
            <a:ext cx="2171700" cy="419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047750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31662F"/>
                </a:solidFill>
                <a:latin typeface="Montserrat"/>
              </a:rPr>
              <a:t>Thank you to every mentor on our team.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28575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Tommy Tepper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Director of Education &amp; Mentor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Loida Vasquez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Lead &amp; Mentor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Carla Portugal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Science Lead &amp; Mentor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Wesley Sanders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Casey Williams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Brian Daubenspeck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Isadora Schmidt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8750" y="3333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Aysen Ustunay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8750" y="3714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8750" y="4381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Dora Tkalec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8750" y="4762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38750" y="5429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Gerald Ramirez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8750" y="5810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8750" y="64770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Elena Kalli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8750" y="68580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Admin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38750" y="75247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Ib Borup Pederson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38750" y="79057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38750" y="857250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Nick Padwick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8750" y="895350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Advanced Programs Mentor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38750" y="9620250"/>
            <a:ext cx="42862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1A1A1A"/>
                </a:solidFill>
                <a:latin typeface="Montserrat"/>
              </a:rPr>
              <a:t>Delvin Solkinson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38750" y="10001250"/>
            <a:ext cx="42862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31662F"/>
                </a:solidFill>
                <a:latin typeface="Source Sans 3"/>
              </a:rPr>
              <a:t>Permaculture Lead Teacher</a:t>
            </a:r>
          </a:p>
        </p:txBody>
      </p:sp>
      <p:pic>
        <p:nvPicPr>
          <p:cNvPr id="32" name="Picture 31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1143089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