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6B. Transparent card: remove the page background in Canva (or export as PNG with transparent background).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333500" y="2857500"/>
            <a:ext cx="7620000" cy="7620000"/>
          </a:xfrm>
          <a:prstGeom prst="ellipse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85900" y="2857500"/>
            <a:ext cx="7315200" cy="76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vampire amoeba, microscopy (from Wes's blog)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1239500"/>
            <a:ext cx="8382000" cy="3112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200" b="1" i="0">
                <a:solidFill>
                  <a:srgbClr val="F4F1EA"/>
                </a:solidFill>
                <a:latin typeface="Montserrat"/>
              </a:rPr>
              <a:t>Happy Halloween from the soil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10059692"/>
            <a:ext cx="8382000" cy="18833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Meet the vampire amoeba.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9738390"/>
            <a:ext cx="8382000" cy="25259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58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It punches a hole in its prey's cell wall...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10059692"/>
            <a:ext cx="8382000" cy="18833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...and drains it from the inside.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10059692"/>
            <a:ext cx="8382000" cy="18833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Read Wes's full blog.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2500" y="10506721"/>
            <a:ext cx="8382000" cy="989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1" i="0">
                <a:ln w="57150">
                  <a:solidFill>
                    <a:srgbClr val="22371F"/>
                  </a:solidFill>
                </a:ln>
                <a:solidFill>
                  <a:srgbClr val="F4F1EA"/>
                </a:solidFill>
                <a:latin typeface="Montserrat"/>
              </a:rPr>
              <a:t>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