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333500" y="2857500"/>
            <a:ext cx="7620000" cy="7620000"/>
          </a:xfrm>
          <a:prstGeom prst="ellipse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85900" y="2857500"/>
            <a:ext cx="7315200" cy="76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vampire amoeba, microscopy (from Wes's blog)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1239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Happy Halloween from the soil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Meet the vampire amoeba.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738390"/>
            <a:ext cx="8382000" cy="2525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8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It punches a hole in its prey's cell wall...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...and drains it from the inside.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Read Wes's full blog.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506721"/>
            <a:ext cx="8382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Link in bio.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