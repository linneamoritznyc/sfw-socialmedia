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Christina in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8575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8575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6507524"/>
            <a:ext cx="8763000" cy="4129951"/>
          </a:xfrm>
          <a:prstGeom prst="roundRect">
            <a:avLst>
              <a:gd name="adj" fmla="val 4612"/>
            </a:avLst>
          </a:prstGeom>
          <a:solidFill>
            <a:srgbClr val="2237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6812324"/>
            <a:ext cx="8001000" cy="3558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0" b="1" i="0">
                <a:solidFill>
                  <a:srgbClr val="F4F1EA"/>
                </a:solidFill>
                <a:latin typeface="Montserrat"/>
              </a:rPr>
              <a:t>Christina Olivero, Chattanooga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Four years ago I worked in advertising.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Then I joined one free webinar about protozoa.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137695"/>
            <a:ext cx="8382000" cy="372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2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I had exactly zero clue what was happening. But I knew it was important.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864117"/>
            <a:ext cx="8382000" cy="22745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2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Today I run my own soil regeneration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