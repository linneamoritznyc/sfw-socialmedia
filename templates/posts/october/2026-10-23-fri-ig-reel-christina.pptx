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6B. Transparent card: remove the page background in Canva (or export as PNG with transparent background).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6B. Transparent card: remove the page background in Canva (or export as PNG with transparent background).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6B. Transparent card: remove the page background in Canva (or export as PNG with transparent background).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6B. Transparent card: remove the page background in Canva (or export as PNG with transparent background).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18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Christina in the field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2857500"/>
            <a:ext cx="7239000" cy="666750"/>
          </a:xfrm>
          <a:prstGeom prst="roundRect">
            <a:avLst>
              <a:gd name="adj" fmla="val 50000"/>
            </a:avLst>
          </a:prstGeom>
          <a:solidFill>
            <a:srgbClr val="1E3F1D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2857500"/>
            <a:ext cx="72390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 spc="200">
                <a:solidFill>
                  <a:srgbClr val="B1BCB1"/>
                </a:solidFill>
                <a:latin typeface="Montserrat"/>
              </a:rPr>
              <a:t>SOIL REGENERATORS IN THE WILD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2000" y="6507524"/>
            <a:ext cx="8763000" cy="4129951"/>
          </a:xfrm>
          <a:prstGeom prst="roundRect">
            <a:avLst>
              <a:gd name="adj" fmla="val 4612"/>
            </a:avLst>
          </a:prstGeom>
          <a:solidFill>
            <a:srgbClr val="1E3F1D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6812324"/>
            <a:ext cx="8001000" cy="3558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400" b="1" i="0">
                <a:solidFill>
                  <a:srgbClr val="F3F1EA"/>
                </a:solidFill>
                <a:latin typeface="Montserrat"/>
              </a:rPr>
              <a:t>Christina Olivero, Chattanooga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612663"/>
            <a:ext cx="8382000" cy="277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 b="1" i="0">
                <a:ln w="57150">
                  <a:solidFill>
                    <a:srgbClr val="1E3F1D"/>
                  </a:solidFill>
                </a:ln>
                <a:solidFill>
                  <a:srgbClr val="F3F1EA"/>
                </a:solidFill>
                <a:latin typeface="Montserrat"/>
              </a:rPr>
              <a:t>Four years ago I worked in advertising.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612663"/>
            <a:ext cx="8382000" cy="277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 b="1" i="0">
                <a:ln w="57150">
                  <a:solidFill>
                    <a:srgbClr val="1E3F1D"/>
                  </a:solidFill>
                </a:ln>
                <a:solidFill>
                  <a:srgbClr val="F3F1EA"/>
                </a:solidFill>
                <a:latin typeface="Montserrat"/>
              </a:rPr>
              <a:t>Then I joined one free webinar about protozoa.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137695"/>
            <a:ext cx="8382000" cy="37273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200" b="1" i="0">
                <a:ln w="57150">
                  <a:solidFill>
                    <a:srgbClr val="1E3F1D"/>
                  </a:solidFill>
                </a:ln>
                <a:solidFill>
                  <a:srgbClr val="F3F1EA"/>
                </a:solidFill>
                <a:latin typeface="Montserrat"/>
              </a:rPr>
              <a:t>I had exactly zero clue what was happening. But I knew it was important.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864117"/>
            <a:ext cx="8382000" cy="22745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5200" b="1" i="0">
                <a:ln w="57150">
                  <a:solidFill>
                    <a:srgbClr val="1E3F1D"/>
                  </a:solidFill>
                </a:ln>
                <a:solidFill>
                  <a:srgbClr val="F3F1EA"/>
                </a:solidFill>
                <a:latin typeface="Montserrat"/>
              </a:rPr>
              <a:t>Today I run my own soil regeneration business.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