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assets/mentors-teachers-day/wes-sander.jpg (headshot outdoors). No photo of Wes at his microscope and no soil comparison video of his in assets/video/, so no still was used [PHOTO NEEDED: Wes at his microscope]. Name as given in the brief; the website and earlier posts spell it 'Wes Sander'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0336320879209801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8362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362950"/>
            <a:ext cx="10287000" cy="44958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m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80000">
            <a:off x="8477250" y="6161822"/>
            <a:ext cx="1809750" cy="272585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2000" y="8763000"/>
            <a:ext cx="3143250" cy="571500"/>
          </a:xfrm>
          <a:prstGeom prst="roundRect">
            <a:avLst>
              <a:gd name="adj" fmla="val 50000"/>
            </a:avLst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76300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22371F"/>
                </a:solidFill>
                <a:latin typeface="Montserrat"/>
              </a:rPr>
              <a:t>Meet our mentors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6202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F4F1EA"/>
                </a:solidFill>
                <a:latin typeface="Montserrat"/>
              </a:rPr>
              <a:t>Wesley Sanders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525125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AP Mentor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