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assets/mentors-teachers-day/wes-sander.jpg (headshot outdoors). No photo of Wes at his microscope and no soil comparison video of his in assets/video/, so no still was used [PHOTO NEEDED: Wes at his microscope]. Name as given in the brief; the website and earlier posts spell it 'Wes Sander' [VERIFY]. Stickers are drawn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476250" y="381000"/>
            <a:ext cx="9334500" cy="7810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21580861458039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666750" y="571500"/>
            <a:ext cx="8953500" cy="7429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285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8286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362950"/>
            <a:ext cx="10287000" cy="44958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im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">
            <a:off x="8477250" y="6352322"/>
            <a:ext cx="1809750" cy="272585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40000">
            <a:off x="0" y="0"/>
            <a:ext cx="9525000" cy="11191875"/>
            <a:chOff x="0" y="0"/>
            <a:chExt cx="9525000" cy="11191875"/>
          </a:xfrm>
        </p:grpSpPr>
        <p:sp>
          <p:nvSpPr>
            <p:cNvPr id="10" name="Rounded Rectangle 9"/>
            <p:cNvSpPr/>
            <p:nvPr/>
          </p:nvSpPr>
          <p:spPr>
            <a:xfrm>
              <a:off x="8191500" y="11001375"/>
              <a:ext cx="1333500" cy="190500"/>
            </a:xfrm>
            <a:prstGeom prst="roundRect">
              <a:avLst/>
            </a:prstGeom>
            <a:solidFill>
              <a:srgbClr val="3E6B5A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53500" y="9820275"/>
              <a:ext cx="266700" cy="1219200"/>
            </a:xfrm>
            <a:prstGeom prst="roundRect">
              <a:avLst/>
            </a:prstGeom>
            <a:solidFill>
              <a:srgbClr val="3E6B5A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24850" y="10467975"/>
              <a:ext cx="952500" cy="9525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 rot="20520000">
              <a:off x="8477250" y="9382125"/>
              <a:ext cx="304800" cy="952500"/>
            </a:xfrm>
            <a:prstGeom prst="roundRect">
              <a:avLst/>
            </a:prstGeom>
            <a:solidFill>
              <a:srgbClr val="D9D2C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 rot="20520000">
              <a:off x="8343900" y="9210675"/>
              <a:ext cx="381000" cy="190500"/>
            </a:xfrm>
            <a:prstGeom prst="roundRect">
              <a:avLst/>
            </a:prstGeom>
            <a:solidFill>
              <a:srgbClr val="3E6B5A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8896350" y="10010775"/>
              <a:ext cx="266700" cy="266700"/>
            </a:xfrm>
            <a:prstGeom prst="ellipse">
              <a:avLst/>
            </a:prstGeom>
            <a:solidFill>
              <a:srgbClr val="E0A8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762000" y="8763000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876300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Meet our mentors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962025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F4F1EA"/>
                </a:solidFill>
                <a:latin typeface="Montserrat"/>
              </a:rPr>
              <a:t>Wesley Sanders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0525125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AP Mentor</a:t>
            </a:r>
          </a:p>
        </p:txBody>
      </p:sp>
      <p:pic>
        <p:nvPicPr>
          <p:cNvPr id="20" name="Picture 19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