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762000"/>
            <a:ext cx="1996397" cy="571500"/>
          </a:xfrm>
          <a:prstGeom prst="roundRect">
            <a:avLst>
              <a:gd name="adj" fmla="val 50000"/>
            </a:avLst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99639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spc="200">
                <a:solidFill>
                  <a:srgbClr val="F4F1EA"/>
                </a:solidFill>
                <a:latin typeface="Montserrat"/>
              </a:rPr>
              <a:t>SAVE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95500"/>
            <a:ext cx="8763000" cy="188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22371F"/>
                </a:solidFill>
                <a:latin typeface="Montserrat"/>
              </a:rPr>
              <a:t>[COPY: Allison] Headline.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10001250"/>
            <a:ext cx="2095500" cy="2095500"/>
          </a:xfrm>
          <a:prstGeom prst="roundRect">
            <a:avLst>
              <a:gd name="adj" fmla="val 10909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001250"/>
            <a:ext cx="17907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4A463F"/>
                </a:solidFill>
                <a:latin typeface="Source Sans 3"/>
              </a:rPr>
              <a:t>PHOTO: item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4468" y="10001250"/>
            <a:ext cx="2095500" cy="2095500"/>
          </a:xfrm>
          <a:prstGeom prst="roundRect">
            <a:avLst>
              <a:gd name="adj" fmla="val 10909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868" y="10001250"/>
            <a:ext cx="17907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4A463F"/>
                </a:solidFill>
                <a:latin typeface="Source Sans 3"/>
              </a:rPr>
              <a:t>PHOTO: item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06936" y="10001250"/>
            <a:ext cx="2095500" cy="2095500"/>
          </a:xfrm>
          <a:prstGeom prst="roundRect">
            <a:avLst>
              <a:gd name="adj" fmla="val 10909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59336" y="10001250"/>
            <a:ext cx="17907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4A463F"/>
                </a:solidFill>
                <a:latin typeface="Source Sans 3"/>
              </a:rPr>
              <a:t>PHOTO: item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9404" y="10001250"/>
            <a:ext cx="2095500" cy="2095500"/>
          </a:xfrm>
          <a:prstGeom prst="roundRect">
            <a:avLst>
              <a:gd name="adj" fmla="val 10909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1804" y="10001250"/>
            <a:ext cx="17907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4A463F"/>
                </a:solidFill>
                <a:latin typeface="Source Sans 3"/>
              </a:rPr>
              <a:t>PHOTO: item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item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59A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43800" y="1581150"/>
            <a:ext cx="781050" cy="628650"/>
          </a:xfrm>
          <a:custGeom>
            <a:avLst/>
            <a:gdLst/>
            <a:ahLst/>
            <a:cxnLst/>
            <a:rect l="l" t="t" r="r" b="b"/>
            <a:pathLst>
              <a:path w="781050" h="628650">
                <a:moveTo>
                  <a:pt x="0" y="342900"/>
                </a:moveTo>
                <a:lnTo>
                  <a:pt x="133350" y="209550"/>
                </a:lnTo>
                <a:lnTo>
                  <a:pt x="285750" y="361950"/>
                </a:lnTo>
                <a:lnTo>
                  <a:pt x="647700" y="0"/>
                </a:lnTo>
                <a:lnTo>
                  <a:pt x="781050" y="133350"/>
                </a:lnTo>
                <a:lnTo>
                  <a:pt x="285750" y="6286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162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[COPY: Allison] Item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299025"/>
            <a:ext cx="8763000" cy="1797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[COPY: Allison] One or two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047750"/>
            <a:ext cx="7239000" cy="7239000"/>
          </a:xfrm>
          <a:prstGeom prst="roundRect">
            <a:avLst>
              <a:gd name="adj" fmla="val 4210"/>
            </a:avLst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6400" y="1047750"/>
            <a:ext cx="69342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item</a:t>
            </a:r>
          </a:p>
        </p:txBody>
      </p:sp>
      <p:sp>
        <p:nvSpPr>
          <p:cNvPr id="4" name="Oval 3"/>
          <p:cNvSpPr/>
          <p:nvPr/>
        </p:nvSpPr>
        <p:spPr>
          <a:xfrm>
            <a:off x="7239000" y="1238250"/>
            <a:ext cx="1333500" cy="13335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0" y="1238250"/>
            <a:ext cx="13335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22371F"/>
                </a:solidFill>
                <a:latin typeface="Montserrat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524875"/>
            <a:ext cx="8763000" cy="162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[COPY: Allison] Item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299025"/>
            <a:ext cx="8763000" cy="1797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[COPY: Allison] One or two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0"/>
            <a:ext cx="8572500" cy="362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156826"/>
                </a:solidFill>
                <a:latin typeface="Montserrat"/>
              </a:rPr>
              <a:t>HOW</a:t>
            </a:r>
          </a:p>
        </p:txBody>
      </p:sp>
      <p:sp>
        <p:nvSpPr>
          <p:cNvPr id="3" name="Oval 2"/>
          <p:cNvSpPr/>
          <p:nvPr/>
        </p:nvSpPr>
        <p:spPr>
          <a:xfrm>
            <a:off x="762000" y="2857500"/>
            <a:ext cx="762000" cy="7620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857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4F1EA"/>
                </a:solidFill>
                <a:latin typeface="Montserrat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2762250"/>
            <a:ext cx="7429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[COPY: Allison] Step one</a:t>
            </a:r>
          </a:p>
        </p:txBody>
      </p:sp>
      <p:sp>
        <p:nvSpPr>
          <p:cNvPr id="6" name="Oval 5"/>
          <p:cNvSpPr/>
          <p:nvPr/>
        </p:nvSpPr>
        <p:spPr>
          <a:xfrm>
            <a:off x="762000" y="4762500"/>
            <a:ext cx="762000" cy="7620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4762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4F1EA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7429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[COPY: Allison] Step two</a:t>
            </a:r>
          </a:p>
        </p:txBody>
      </p:sp>
      <p:sp>
        <p:nvSpPr>
          <p:cNvPr id="9" name="Oval 8"/>
          <p:cNvSpPr/>
          <p:nvPr/>
        </p:nvSpPr>
        <p:spPr>
          <a:xfrm>
            <a:off x="762000" y="6667500"/>
            <a:ext cx="762000" cy="7620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6675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4F1EA"/>
                </a:solidFill>
                <a:latin typeface="Montserrat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572250"/>
            <a:ext cx="7429500" cy="1047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2371F"/>
                </a:solidFill>
                <a:latin typeface="Source Sans 3"/>
              </a:rPr>
              <a:t>[COPY: Allison] Step three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