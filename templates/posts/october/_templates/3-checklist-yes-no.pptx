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9"/>
    <p:sldId id="258" r:id="rId10"/>
    <p:sldId id="259" r:id="rId11"/>
  </p:sldIdLst>
  <p:sldSz cx="10287000" cy="1285875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notesMaster" Target="notesMasters/notesMaster1.xml"/><Relationship Id="rId9" Type="http://schemas.openxmlformats.org/officeDocument/2006/relationships/slide" Target="slides/slide2.xml"/><Relationship Id="rId10" Type="http://schemas.openxmlformats.org/officeDocument/2006/relationships/slide" Target="slides/slide3.xml"/><Relationship Id="rId11" Type="http://schemas.openxmlformats.org/officeDocument/2006/relationships/slide" Target="slides/slide4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3A. 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3B. 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3B. 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3C. 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F1E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762000" y="762000"/>
            <a:ext cx="1996397" cy="571500"/>
          </a:xfrm>
          <a:prstGeom prst="roundRect">
            <a:avLst>
              <a:gd name="adj" fmla="val 50000"/>
            </a:avLst>
          </a:prstGeom>
          <a:solidFill>
            <a:srgbClr val="15682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62000" y="762000"/>
            <a:ext cx="1996397" cy="5715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20000"/>
              </a:lnSpc>
            </a:pPr>
            <a:r>
              <a:rPr sz="2000" b="1" i="0" spc="200">
                <a:solidFill>
                  <a:srgbClr val="F4F1EA"/>
                </a:solidFill>
                <a:latin typeface="Montserrat"/>
              </a:rPr>
              <a:t>SAVE THIS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62000" y="2095500"/>
            <a:ext cx="8763000" cy="188336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6400" b="1" i="0">
                <a:solidFill>
                  <a:srgbClr val="22371F"/>
                </a:solidFill>
                <a:latin typeface="Montserrat"/>
              </a:rPr>
              <a:t>[COPY: Allison] Headline.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762000" y="10001250"/>
            <a:ext cx="2095500" cy="2095500"/>
          </a:xfrm>
          <a:prstGeom prst="roundRect">
            <a:avLst>
              <a:gd name="adj" fmla="val 10909"/>
            </a:avLst>
          </a:prstGeom>
          <a:solidFill>
            <a:srgbClr val="C9C4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914400" y="10001250"/>
            <a:ext cx="1790700" cy="20955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20000"/>
              </a:lnSpc>
            </a:pPr>
            <a:r>
              <a:rPr sz="1600" b="1" i="0">
                <a:solidFill>
                  <a:srgbClr val="4A463F"/>
                </a:solidFill>
                <a:latin typeface="Source Sans 3"/>
              </a:rPr>
              <a:t>PHOTO: item 1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2984468" y="10001250"/>
            <a:ext cx="2095500" cy="2095500"/>
          </a:xfrm>
          <a:prstGeom prst="roundRect">
            <a:avLst>
              <a:gd name="adj" fmla="val 10909"/>
            </a:avLst>
          </a:prstGeom>
          <a:solidFill>
            <a:srgbClr val="C9C4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3136868" y="10001250"/>
            <a:ext cx="1790700" cy="20955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20000"/>
              </a:lnSpc>
            </a:pPr>
            <a:r>
              <a:rPr sz="1600" b="1" i="0">
                <a:solidFill>
                  <a:srgbClr val="4A463F"/>
                </a:solidFill>
                <a:latin typeface="Source Sans 3"/>
              </a:rPr>
              <a:t>PHOTO: item 2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5206936" y="10001250"/>
            <a:ext cx="2095500" cy="2095500"/>
          </a:xfrm>
          <a:prstGeom prst="roundRect">
            <a:avLst>
              <a:gd name="adj" fmla="val 10909"/>
            </a:avLst>
          </a:prstGeom>
          <a:solidFill>
            <a:srgbClr val="C9C4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5359336" y="10001250"/>
            <a:ext cx="1790700" cy="20955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20000"/>
              </a:lnSpc>
            </a:pPr>
            <a:r>
              <a:rPr sz="1600" b="1" i="0">
                <a:solidFill>
                  <a:srgbClr val="4A463F"/>
                </a:solidFill>
                <a:latin typeface="Source Sans 3"/>
              </a:rPr>
              <a:t>PHOTO: item 3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7429404" y="10001250"/>
            <a:ext cx="2095500" cy="2095500"/>
          </a:xfrm>
          <a:prstGeom prst="roundRect">
            <a:avLst>
              <a:gd name="adj" fmla="val 10909"/>
            </a:avLst>
          </a:prstGeom>
          <a:solidFill>
            <a:srgbClr val="C9C4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7581804" y="10001250"/>
            <a:ext cx="1790700" cy="20955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20000"/>
              </a:lnSpc>
            </a:pPr>
            <a:r>
              <a:rPr sz="1600" b="1" i="0">
                <a:solidFill>
                  <a:srgbClr val="4A463F"/>
                </a:solidFill>
                <a:latin typeface="Source Sans 3"/>
              </a:rPr>
              <a:t>PHOTO: item 4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191500" y="762000"/>
            <a:ext cx="1333500" cy="2857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20000"/>
              </a:lnSpc>
            </a:pPr>
            <a:r>
              <a:rPr sz="2000" b="0" i="0">
                <a:solidFill>
                  <a:srgbClr val="333130">
                    <a:alpha val="60000"/>
                  </a:srgbClr>
                </a:solidFill>
                <a:latin typeface="Source Sans 3"/>
              </a:rPr>
              <a:t>1/4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F1E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1524000" y="1047750"/>
            <a:ext cx="7239000" cy="7239000"/>
          </a:xfrm>
          <a:prstGeom prst="roundRect">
            <a:avLst>
              <a:gd name="adj" fmla="val 4210"/>
            </a:avLst>
          </a:prstGeom>
          <a:solidFill>
            <a:srgbClr val="C9C4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1676400" y="1047750"/>
            <a:ext cx="6934200" cy="72390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20000"/>
              </a:lnSpc>
            </a:pPr>
            <a:r>
              <a:rPr sz="2000" b="1" i="0">
                <a:solidFill>
                  <a:srgbClr val="4A463F"/>
                </a:solidFill>
                <a:latin typeface="Source Sans 3"/>
              </a:rPr>
              <a:t>PHOTO: item</a:t>
            </a:r>
          </a:p>
        </p:txBody>
      </p:sp>
      <p:sp>
        <p:nvSpPr>
          <p:cNvPr id="4" name="Oval 3"/>
          <p:cNvSpPr/>
          <p:nvPr/>
        </p:nvSpPr>
        <p:spPr>
          <a:xfrm>
            <a:off x="7239000" y="1238250"/>
            <a:ext cx="1333500" cy="1333500"/>
          </a:xfrm>
          <a:prstGeom prst="ellipse">
            <a:avLst/>
          </a:prstGeom>
          <a:solidFill>
            <a:srgbClr val="59A66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Freeform 4"/>
          <p:cNvSpPr/>
          <p:nvPr/>
        </p:nvSpPr>
        <p:spPr>
          <a:xfrm>
            <a:off x="7543800" y="1581150"/>
            <a:ext cx="781050" cy="628650"/>
          </a:xfrm>
          <a:custGeom>
            <a:avLst/>
            <a:gdLst/>
            <a:ahLst/>
            <a:cxnLst/>
            <a:rect l="l" t="t" r="r" b="b"/>
            <a:pathLst>
              <a:path w="781050" h="628650">
                <a:moveTo>
                  <a:pt x="0" y="342900"/>
                </a:moveTo>
                <a:lnTo>
                  <a:pt x="133350" y="209550"/>
                </a:lnTo>
                <a:lnTo>
                  <a:pt x="285750" y="361950"/>
                </a:lnTo>
                <a:lnTo>
                  <a:pt x="647700" y="0"/>
                </a:lnTo>
                <a:lnTo>
                  <a:pt x="781050" y="133350"/>
                </a:lnTo>
                <a:lnTo>
                  <a:pt x="285750" y="628650"/>
                </a:lnTo>
                <a:close/>
              </a:path>
            </a:pathLst>
          </a:custGeom>
          <a:solidFill>
            <a:srgbClr val="F4F1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62000" y="8524875"/>
            <a:ext cx="8763000" cy="16217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5600" b="1" i="0">
                <a:solidFill>
                  <a:srgbClr val="22371F"/>
                </a:solidFill>
                <a:latin typeface="Montserrat"/>
              </a:rPr>
              <a:t>[COPY: Allison] Item name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62000" y="10299025"/>
            <a:ext cx="8763000" cy="17977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3400" b="0" i="0">
                <a:solidFill>
                  <a:srgbClr val="333130"/>
                </a:solidFill>
                <a:latin typeface="Source Sans 3"/>
              </a:rPr>
              <a:t>[COPY: Allison] One or two lines.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191500" y="762000"/>
            <a:ext cx="1333500" cy="2857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20000"/>
              </a:lnSpc>
            </a:pPr>
            <a:r>
              <a:rPr sz="2000" b="0" i="0">
                <a:solidFill>
                  <a:srgbClr val="333130">
                    <a:alpha val="60000"/>
                  </a:srgbClr>
                </a:solidFill>
                <a:latin typeface="Source Sans 3"/>
              </a:rPr>
              <a:t>2/4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F1E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1524000" y="1047750"/>
            <a:ext cx="7239000" cy="7239000"/>
          </a:xfrm>
          <a:prstGeom prst="roundRect">
            <a:avLst>
              <a:gd name="adj" fmla="val 4210"/>
            </a:avLst>
          </a:prstGeom>
          <a:solidFill>
            <a:srgbClr val="C9C4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1676400" y="1047750"/>
            <a:ext cx="6934200" cy="72390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20000"/>
              </a:lnSpc>
            </a:pPr>
            <a:r>
              <a:rPr sz="2000" b="1" i="0">
                <a:solidFill>
                  <a:srgbClr val="4A463F"/>
                </a:solidFill>
                <a:latin typeface="Source Sans 3"/>
              </a:rPr>
              <a:t>PHOTO: item</a:t>
            </a:r>
          </a:p>
        </p:txBody>
      </p:sp>
      <p:sp>
        <p:nvSpPr>
          <p:cNvPr id="4" name="Oval 3"/>
          <p:cNvSpPr/>
          <p:nvPr/>
        </p:nvSpPr>
        <p:spPr>
          <a:xfrm>
            <a:off x="7239000" y="1238250"/>
            <a:ext cx="1333500" cy="1333500"/>
          </a:xfrm>
          <a:prstGeom prst="ellipse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239000" y="1238250"/>
            <a:ext cx="1333500" cy="13335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6000" b="1" i="0">
                <a:solidFill>
                  <a:srgbClr val="22371F"/>
                </a:solidFill>
                <a:latin typeface="Montserrat"/>
              </a:rPr>
              <a:t>!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62000" y="8524875"/>
            <a:ext cx="8763000" cy="16217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5600" b="1" i="0">
                <a:solidFill>
                  <a:srgbClr val="22371F"/>
                </a:solidFill>
                <a:latin typeface="Montserrat"/>
              </a:rPr>
              <a:t>[COPY: Allison] Item name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62000" y="10299025"/>
            <a:ext cx="8763000" cy="17977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3400" b="0" i="0">
                <a:solidFill>
                  <a:srgbClr val="333130"/>
                </a:solidFill>
                <a:latin typeface="Source Sans 3"/>
              </a:rPr>
              <a:t>[COPY: Allison] One or two lines.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191500" y="762000"/>
            <a:ext cx="1333500" cy="2857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20000"/>
              </a:lnSpc>
            </a:pPr>
            <a:r>
              <a:rPr sz="2000" b="0" i="0">
                <a:solidFill>
                  <a:srgbClr val="333130">
                    <a:alpha val="60000"/>
                  </a:srgbClr>
                </a:solidFill>
                <a:latin typeface="Source Sans 3"/>
              </a:rPr>
              <a:t>3/4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F1E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62000" y="1714500"/>
            <a:ext cx="8572500" cy="36231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2200" b="1" i="0" spc="200">
                <a:solidFill>
                  <a:srgbClr val="156826"/>
                </a:solidFill>
                <a:latin typeface="Montserrat"/>
              </a:rPr>
              <a:t>HOW</a:t>
            </a:r>
          </a:p>
        </p:txBody>
      </p:sp>
      <p:sp>
        <p:nvSpPr>
          <p:cNvPr id="3" name="Oval 2"/>
          <p:cNvSpPr/>
          <p:nvPr/>
        </p:nvSpPr>
        <p:spPr>
          <a:xfrm>
            <a:off x="762000" y="2857500"/>
            <a:ext cx="762000" cy="762000"/>
          </a:xfrm>
          <a:prstGeom prst="ellipse">
            <a:avLst/>
          </a:prstGeom>
          <a:solidFill>
            <a:srgbClr val="15682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62000" y="2857500"/>
            <a:ext cx="762000" cy="7620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3400" b="1" i="0">
                <a:solidFill>
                  <a:srgbClr val="F4F1EA"/>
                </a:solidFill>
                <a:latin typeface="Montserrat"/>
              </a:rPr>
              <a:t>1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905000" y="2762250"/>
            <a:ext cx="7429500" cy="10477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30000"/>
              </a:lnSpc>
            </a:pPr>
            <a:r>
              <a:rPr sz="3800" b="0" i="0">
                <a:solidFill>
                  <a:srgbClr val="22371F"/>
                </a:solidFill>
                <a:latin typeface="Source Sans 3"/>
              </a:rPr>
              <a:t>[COPY: Allison] Step one</a:t>
            </a:r>
          </a:p>
        </p:txBody>
      </p:sp>
      <p:sp>
        <p:nvSpPr>
          <p:cNvPr id="6" name="Oval 5"/>
          <p:cNvSpPr/>
          <p:nvPr/>
        </p:nvSpPr>
        <p:spPr>
          <a:xfrm>
            <a:off x="762000" y="4762500"/>
            <a:ext cx="762000" cy="762000"/>
          </a:xfrm>
          <a:prstGeom prst="ellipse">
            <a:avLst/>
          </a:prstGeom>
          <a:solidFill>
            <a:srgbClr val="15682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62000" y="4762500"/>
            <a:ext cx="762000" cy="7620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3400" b="1" i="0">
                <a:solidFill>
                  <a:srgbClr val="F4F1EA"/>
                </a:solidFill>
                <a:latin typeface="Montserrat"/>
              </a:rPr>
              <a:t>2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905000" y="4667250"/>
            <a:ext cx="7429500" cy="10477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30000"/>
              </a:lnSpc>
            </a:pPr>
            <a:r>
              <a:rPr sz="3800" b="0" i="0">
                <a:solidFill>
                  <a:srgbClr val="22371F"/>
                </a:solidFill>
                <a:latin typeface="Source Sans 3"/>
              </a:rPr>
              <a:t>[COPY: Allison] Step two</a:t>
            </a:r>
          </a:p>
        </p:txBody>
      </p:sp>
      <p:sp>
        <p:nvSpPr>
          <p:cNvPr id="9" name="Oval 8"/>
          <p:cNvSpPr/>
          <p:nvPr/>
        </p:nvSpPr>
        <p:spPr>
          <a:xfrm>
            <a:off x="762000" y="6667500"/>
            <a:ext cx="762000" cy="762000"/>
          </a:xfrm>
          <a:prstGeom prst="ellipse">
            <a:avLst/>
          </a:prstGeom>
          <a:solidFill>
            <a:srgbClr val="15682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762000" y="6667500"/>
            <a:ext cx="762000" cy="7620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3400" b="1" i="0">
                <a:solidFill>
                  <a:srgbClr val="F4F1EA"/>
                </a:solidFill>
                <a:latin typeface="Montserrat"/>
              </a:rPr>
              <a:t>3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905000" y="6572250"/>
            <a:ext cx="7429500" cy="10477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30000"/>
              </a:lnSpc>
            </a:pPr>
            <a:r>
              <a:rPr sz="3800" b="0" i="0">
                <a:solidFill>
                  <a:srgbClr val="22371F"/>
                </a:solidFill>
                <a:latin typeface="Source Sans 3"/>
              </a:rPr>
              <a:t>[COPY: Allison] Step three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191500" y="762000"/>
            <a:ext cx="1333500" cy="2857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20000"/>
              </a:lnSpc>
            </a:pPr>
            <a:r>
              <a:rPr sz="2000" b="0" i="0">
                <a:solidFill>
                  <a:srgbClr val="333130">
                    <a:alpha val="60000"/>
                  </a:srgbClr>
                </a:solidFill>
                <a:latin typeface="Source Sans 3"/>
              </a:rPr>
              <a:t>4/4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