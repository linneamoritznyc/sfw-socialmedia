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2000" y="762000"/>
            <a:ext cx="1996397" cy="571500"/>
          </a:xfrm>
          <a:prstGeom prst="roundRect">
            <a:avLst>
              <a:gd name="adj" fmla="val 50000"/>
            </a:avLst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99639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 spc="200">
                <a:solidFill>
                  <a:srgbClr val="F3F1EA"/>
                </a:solidFill>
                <a:latin typeface="Montserrat"/>
              </a:rPr>
              <a:t>SAVE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95500"/>
            <a:ext cx="8763000" cy="18833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1E3F1D"/>
                </a:solidFill>
                <a:latin typeface="Montserrat"/>
              </a:rPr>
              <a:t>[COPY: Allison] Headline.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0001250"/>
            <a:ext cx="2095500" cy="2095500"/>
          </a:xfrm>
          <a:prstGeom prst="roundRect">
            <a:avLst>
              <a:gd name="adj" fmla="val 10909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001250"/>
            <a:ext cx="1790700" cy="209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4A463F"/>
                </a:solidFill>
                <a:latin typeface="Source Sans 3"/>
              </a:rPr>
              <a:t>PHOTO: item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84468" y="10001250"/>
            <a:ext cx="2095500" cy="2095500"/>
          </a:xfrm>
          <a:prstGeom prst="roundRect">
            <a:avLst>
              <a:gd name="adj" fmla="val 10909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36868" y="10001250"/>
            <a:ext cx="1790700" cy="209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4A463F"/>
                </a:solidFill>
                <a:latin typeface="Source Sans 3"/>
              </a:rPr>
              <a:t>PHOTO: item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6936" y="10001250"/>
            <a:ext cx="2095500" cy="2095500"/>
          </a:xfrm>
          <a:prstGeom prst="roundRect">
            <a:avLst>
              <a:gd name="adj" fmla="val 10909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59336" y="10001250"/>
            <a:ext cx="1790700" cy="209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4A463F"/>
                </a:solidFill>
                <a:latin typeface="Source Sans 3"/>
              </a:rPr>
              <a:t>PHOTO: item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29404" y="10001250"/>
            <a:ext cx="2095500" cy="2095500"/>
          </a:xfrm>
          <a:prstGeom prst="roundRect">
            <a:avLst>
              <a:gd name="adj" fmla="val 10909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1804" y="10001250"/>
            <a:ext cx="1790700" cy="209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4A463F"/>
                </a:solidFill>
                <a:latin typeface="Source Sans 3"/>
              </a:rPr>
              <a:t>PHOTO: item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1/4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item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543800" y="1581150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1621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[COPY: Allison] Item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299025"/>
            <a:ext cx="8763000" cy="17977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One or two lines.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item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9000" y="1238250"/>
            <a:ext cx="13335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 i="0">
                <a:solidFill>
                  <a:srgbClr val="1E3F1D"/>
                </a:solidFill>
                <a:latin typeface="Montserrat"/>
              </a:rPr>
              <a:t>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1621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[COPY: Allison] Item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299025"/>
            <a:ext cx="8763000" cy="17977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One or two lines.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714500"/>
            <a:ext cx="85725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31662F"/>
                </a:solidFill>
                <a:latin typeface="Montserrat"/>
              </a:rPr>
              <a:t>HOW</a:t>
            </a:r>
          </a:p>
        </p:txBody>
      </p:sp>
      <p:sp>
        <p:nvSpPr>
          <p:cNvPr id="3" name="Oval 2"/>
          <p:cNvSpPr/>
          <p:nvPr/>
        </p:nvSpPr>
        <p:spPr>
          <a:xfrm>
            <a:off x="762000" y="2857500"/>
            <a:ext cx="762000" cy="7620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28575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3F1EA"/>
                </a:solidFill>
                <a:latin typeface="Montserrat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762250"/>
            <a:ext cx="7429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[COPY: Allison] Step one</a:t>
            </a:r>
          </a:p>
        </p:txBody>
      </p:sp>
      <p:sp>
        <p:nvSpPr>
          <p:cNvPr id="6" name="Oval 5"/>
          <p:cNvSpPr/>
          <p:nvPr/>
        </p:nvSpPr>
        <p:spPr>
          <a:xfrm>
            <a:off x="762000" y="4762500"/>
            <a:ext cx="762000" cy="7620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47625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3F1EA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00" y="4667250"/>
            <a:ext cx="7429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[COPY: Allison] Step two</a:t>
            </a:r>
          </a:p>
        </p:txBody>
      </p:sp>
      <p:sp>
        <p:nvSpPr>
          <p:cNvPr id="9" name="Oval 8"/>
          <p:cNvSpPr/>
          <p:nvPr/>
        </p:nvSpPr>
        <p:spPr>
          <a:xfrm>
            <a:off x="762000" y="6667500"/>
            <a:ext cx="762000" cy="7620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66675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3F1EA"/>
                </a:solidFill>
                <a:latin typeface="Montserrat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6572250"/>
            <a:ext cx="7429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[COPY: Allison] Step three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