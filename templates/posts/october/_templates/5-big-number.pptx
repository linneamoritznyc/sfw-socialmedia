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0" b="1" i="0">
                <a:solidFill>
                  <a:srgbClr val="156826"/>
                </a:solidFill>
                <a:latin typeface="Montserrat"/>
              </a:rPr>
              <a:t>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6667500"/>
            <a:ext cx="838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[COPY: Allison]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8517850"/>
            <a:ext cx="762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[COPY: Allison] One line of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14500" y="5810250"/>
            <a:ext cx="2476500" cy="45720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33500" y="4686300"/>
            <a:ext cx="3238500" cy="952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156826"/>
                </a:solidFill>
                <a:latin typeface="Montserrat"/>
              </a:rP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500" y="1061085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Year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0" y="5238750"/>
            <a:ext cx="2476500" cy="51435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0" y="4114800"/>
            <a:ext cx="3238500" cy="952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22371F"/>
                </a:solidFill>
                <a:latin typeface="Montserrat"/>
              </a:rPr>
              <a:t>135+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0610850"/>
            <a:ext cx="3238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333130"/>
                </a:solidFill>
                <a:latin typeface="Source Sans 3"/>
              </a:rPr>
              <a:t>Year two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0382250"/>
            <a:ext cx="8001000" cy="28575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11715750"/>
            <a:ext cx="876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6A665C"/>
                </a:solidFill>
                <a:latin typeface="Source Sans 3"/>
              </a:rPr>
              <a:t>Source: [COPY: Allison]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