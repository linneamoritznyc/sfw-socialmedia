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[COPY: Allison]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[COPY: Allison] One line of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14500" y="5810250"/>
            <a:ext cx="2476500" cy="4572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500" y="46863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31662F"/>
                </a:solidFill>
                <a:latin typeface="Montserrat"/>
              </a:rP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5238750"/>
            <a:ext cx="2476500" cy="5143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0" y="41148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1E3F1D"/>
                </a:solidFill>
                <a:latin typeface="Montserrat"/>
              </a:rPr>
              <a:t>135+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two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0382250"/>
            <a:ext cx="8001000" cy="28575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