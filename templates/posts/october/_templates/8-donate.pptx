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Recipient photo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762000"/>
            <a:ext cx="4646567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4646567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SCHOLARSHIP RECIPIENT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429750"/>
            <a:ext cx="10287000" cy="3429000"/>
          </a:xfrm>
          <a:prstGeom prst="rect">
            <a:avLst/>
          </a:prstGeom>
          <a:solidFill>
            <a:srgbClr val="22371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9810750"/>
            <a:ext cx="7620000" cy="1603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4F1EA"/>
                </a:solidFill>
                <a:latin typeface="Montserrat"/>
              </a:rPr>
              <a:t>[COPY: Allison] Name from Country studies with us on a scholarship.</a:t>
            </a:r>
          </a:p>
        </p:txBody>
      </p:sp>
      <p:sp>
        <p:nvSpPr>
          <p:cNvPr id="8" name="Oval 7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156826"/>
                </a:solidFill>
                <a:latin typeface="Montserrat"/>
              </a:rPr>
              <a:t>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[COPY: Allison] One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672872"/>
            <a:ext cx="8382000" cy="26555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4F1EA"/>
                </a:solidFill>
                <a:latin typeface="Montserrat"/>
              </a:rPr>
              <a:t>Your donations make this possible.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67000" y="7620000"/>
            <a:ext cx="4953000" cy="1047750"/>
          </a:xfrm>
          <a:prstGeom prst="roundRect">
            <a:avLst>
              <a:gd name="adj" fmla="val 36363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0" y="7620000"/>
            <a:ext cx="4953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22371F"/>
                </a:solidFill>
                <a:latin typeface="Montserrat"/>
              </a:rPr>
              <a:t>Donate: link in bio</a:t>
            </a:r>
          </a:p>
        </p:txBody>
      </p:sp>
      <p:sp>
        <p:nvSpPr>
          <p:cNvPr id="5" name="Oval 4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