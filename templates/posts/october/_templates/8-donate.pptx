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Recipient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4646567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4646567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SCHOLARSHIP RECIPIENT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16039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3F1EA"/>
                </a:solidFill>
                <a:latin typeface="Montserrat"/>
              </a:rPr>
              <a:t>[COPY: Allison] Name from Country studies with us on a scholarship.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72872"/>
            <a:ext cx="8382000" cy="2655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Your donations make this possible.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1E3F1D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