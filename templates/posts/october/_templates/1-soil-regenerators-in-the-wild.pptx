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1A. Series cover. Same cover on every Soil Regenerators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Graduate photo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077075"/>
            <a:ext cx="10287000" cy="5781675"/>
          </a:xfrm>
          <a:prstGeom prst="rect">
            <a:avLst/>
          </a:prstGeom>
          <a:gradFill rotWithShape="1">
            <a:gsLst>
              <a:gs pos="0">
                <a:srgbClr val="22371F">
                  <a:alpha val="0"/>
                </a:srgbClr>
              </a:gs>
              <a:gs pos="100000">
                <a:srgbClr val="22371F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7620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0058400"/>
            <a:ext cx="1143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0382250"/>
            <a:ext cx="7620000" cy="95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Graduate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447757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Town, Country</a:t>
            </a:r>
          </a:p>
        </p:txBody>
      </p:sp>
      <p:sp>
        <p:nvSpPr>
          <p:cNvPr id="10" name="Oval 9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156826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998747"/>
            <a:ext cx="8382000" cy="2289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22371F"/>
                </a:solidFill>
                <a:latin typeface="Montserrat"/>
              </a:rPr>
              <a:t>[COPY: Allison] Short quote from the graduate.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7574252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56826"/>
                </a:solidFill>
                <a:latin typeface="Source Sans 3"/>
              </a:rPr>
              <a:t>[COPY: Allison] Name,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What the slide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LABEL IN CAPS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[COPY: Allison] One line for the slide, three lines at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03183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BE6A7"/>
                </a:solidFill>
                <a:latin typeface="Montserrat"/>
              </a:rPr>
              <a:t>LABEL IN CAPS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669933"/>
            <a:ext cx="8382000" cy="161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4F1EA"/>
                </a:solidFill>
                <a:latin typeface="Montserrat"/>
              </a:rPr>
              <a:t>[COPY: Allison] One line, no photo.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2857500" cy="3301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6000" b="1" i="0">
                <a:solidFill>
                  <a:srgbClr val="156826">
                    <a:alpha val="30000"/>
                  </a:srgbClr>
                </a:solidFill>
                <a:latin typeface="Montserrat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602498"/>
            <a:ext cx="8382000" cy="1558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 i="0">
                <a:solidFill>
                  <a:srgbClr val="22371F"/>
                </a:solidFill>
                <a:latin typeface="Montserrat"/>
              </a:rPr>
              <a:t>[COPY: Allison] Closing quote.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446501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56826"/>
                </a:solidFill>
                <a:latin typeface="Source Sans 3"/>
              </a:rPr>
              <a:t>[COPY: Allison]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2571" y="7303751"/>
            <a:ext cx="7621856" cy="825488"/>
          </a:xfrm>
          <a:prstGeom prst="roundRect">
            <a:avLst>
              <a:gd name="adj" fmla="val 46154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37371" y="7303751"/>
            <a:ext cx="7012256" cy="82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Follow [COPY: Allison] handle</a:t>
            </a:r>
          </a:p>
        </p:txBody>
      </p:sp>
      <p:sp>
        <p:nvSpPr>
          <p:cNvPr id="7" name="Oval 6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