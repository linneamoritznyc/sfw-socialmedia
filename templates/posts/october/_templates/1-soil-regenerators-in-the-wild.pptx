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Graduate photo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Graduate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Town, Country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998747"/>
            <a:ext cx="8382000" cy="22897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[COPY: Allison] Short quote from the graduate.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7574252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[COPY: Allison] Name,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What the slide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LABEL IN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One line for the slide, three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003183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LABEL IN CAPS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669933"/>
            <a:ext cx="8382000" cy="161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[COPY: Allison] One line, no photo.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602498"/>
            <a:ext cx="8382000" cy="1558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[COPY: Allison] Closing quote.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446501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[COPY: Allison] Name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2571" y="7303751"/>
            <a:ext cx="7621856" cy="825488"/>
          </a:xfrm>
          <a:prstGeom prst="roundRect">
            <a:avLst>
              <a:gd name="adj" fmla="val 46154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37371" y="7303751"/>
            <a:ext cx="7012256" cy="82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Follow [COPY: Allison] handle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