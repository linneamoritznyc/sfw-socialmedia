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1A. Series cover. Same cover on every Soil Regenerators post.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1E.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285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Graduate photo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077075"/>
            <a:ext cx="10287000" cy="5781675"/>
          </a:xfrm>
          <a:prstGeom prst="rect">
            <a:avLst/>
          </a:prstGeom>
          <a:gradFill rotWithShape="1">
            <a:gsLst>
              <a:gs pos="0">
                <a:srgbClr val="1E3F1D">
                  <a:alpha val="0"/>
                </a:srgbClr>
              </a:gs>
              <a:gs pos="100000">
                <a:srgbClr val="1E3F1D">
                  <a:alpha val="8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2000" y="7620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7620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10058400"/>
            <a:ext cx="1143000" cy="381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10382250"/>
            <a:ext cx="7620000" cy="95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Graduate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1447757"/>
            <a:ext cx="7429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B1BCB1"/>
                </a:solidFill>
                <a:latin typeface="Source Sans 3"/>
              </a:rPr>
              <a:t>Town, Country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998747"/>
            <a:ext cx="8382000" cy="22897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[COPY: Allison] Short quote from the graduate.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7574252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[COPY: Allison] Name,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001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800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What the slide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477250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31662F"/>
                </a:solidFill>
                <a:latin typeface="Montserrat"/>
              </a:rPr>
              <a:t>LABEL IN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9001125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800" b="0" i="0">
                <a:solidFill>
                  <a:srgbClr val="1E3F1D"/>
                </a:solidFill>
                <a:latin typeface="Source Sans 3"/>
              </a:rPr>
              <a:t>[COPY: Allison] One line for the slide, three lines at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5003183"/>
            <a:ext cx="8763000" cy="3293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B1BCB1"/>
                </a:solidFill>
                <a:latin typeface="Montserrat"/>
              </a:rPr>
              <a:t>LABEL IN CAPS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669933"/>
            <a:ext cx="8382000" cy="16141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[COPY: Allison] One line, no photo.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2857500" cy="3301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26000" b="1" i="0">
                <a:solidFill>
                  <a:srgbClr val="31662F">
                    <a:alpha val="30000"/>
                  </a:srgbClr>
                </a:solidFill>
                <a:latin typeface="Montserrat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602498"/>
            <a:ext cx="8382000" cy="15582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800" b="1" i="0">
                <a:solidFill>
                  <a:srgbClr val="1E3F1D"/>
                </a:solidFill>
                <a:latin typeface="Montserrat"/>
              </a:rPr>
              <a:t>[COPY: Allison] Closing quote.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6446501"/>
            <a:ext cx="8382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i="0">
                <a:solidFill>
                  <a:srgbClr val="31662F"/>
                </a:solidFill>
                <a:latin typeface="Source Sans 3"/>
              </a:rPr>
              <a:t>[COPY: Allison] Name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2571" y="7303751"/>
            <a:ext cx="7621856" cy="825488"/>
          </a:xfrm>
          <a:prstGeom prst="roundRect">
            <a:avLst>
              <a:gd name="adj" fmla="val 46154"/>
            </a:avLst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37371" y="7303751"/>
            <a:ext cx="7012256" cy="82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800" b="1" i="0">
                <a:solidFill>
                  <a:srgbClr val="F3F1EA"/>
                </a:solidFill>
                <a:latin typeface="Montserrat"/>
              </a:rPr>
              <a:t>Follow [COPY: Allison] handle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