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11125200" cy="5972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Photo</a:t>
            </a:r>
          </a:p>
        </p:txBody>
      </p:sp>
      <p:pic>
        <p:nvPicPr>
          <p:cNvPr id="4" name="Picture 3" descr="foundation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2140" y="4829175"/>
            <a:ext cx="741609" cy="666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