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Cover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8575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8575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6507524"/>
            <a:ext cx="8763000" cy="4129951"/>
          </a:xfrm>
          <a:prstGeom prst="roundRect">
            <a:avLst>
              <a:gd name="adj" fmla="val 4612"/>
            </a:avLst>
          </a:prstGeom>
          <a:solidFill>
            <a:srgbClr val="22371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6812324"/>
            <a:ext cx="8001000" cy="355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4F1EA"/>
                </a:solidFill>
                <a:latin typeface="Montserrat"/>
              </a:rPr>
              <a:t>[COPY: Allison] 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left image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959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right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2500" y="3810000"/>
            <a:ext cx="1526509" cy="717539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3810000"/>
            <a:ext cx="1526509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DBE6A7"/>
                </a:solidFill>
                <a:latin typeface="Montserrat"/>
              </a:rPr>
              <a:t>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3810000"/>
            <a:ext cx="2015193" cy="717539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0" y="3810000"/>
            <a:ext cx="2015193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DBE6A7"/>
                </a:solidFill>
                <a:latin typeface="Montserrat"/>
              </a:rPr>
              <a:t>COMPOST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6507524"/>
            <a:ext cx="8763000" cy="4129951"/>
          </a:xfrm>
          <a:prstGeom prst="roundRect">
            <a:avLst>
              <a:gd name="adj" fmla="val 4612"/>
            </a:avLst>
          </a:prstGeom>
          <a:solidFill>
            <a:srgbClr val="22371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6812324"/>
            <a:ext cx="8001000" cy="355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4F1EA"/>
                </a:solidFill>
                <a:latin typeface="Montserrat"/>
              </a:rPr>
              <a:t>[COPY: Allison]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333500" y="2857500"/>
            <a:ext cx="7620000" cy="7620000"/>
          </a:xfrm>
          <a:prstGeom prst="ellipse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85900" y="2857500"/>
            <a:ext cx="7315200" cy="76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circle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11239500"/>
            <a:ext cx="8382000" cy="2106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[COPY: Allison]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[COPY: Allison] Caption 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