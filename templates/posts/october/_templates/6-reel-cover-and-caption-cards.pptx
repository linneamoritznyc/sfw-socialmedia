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6B. Transparent card: remove the page background in Canva (or export as PNG with transparent background).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18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Cover photo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857500"/>
            <a:ext cx="7239000" cy="666750"/>
          </a:xfrm>
          <a:prstGeom prst="roundRect">
            <a:avLst>
              <a:gd name="adj" fmla="val 50000"/>
            </a:avLst>
          </a:prstGeom>
          <a:solidFill>
            <a:srgbClr val="22371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857500"/>
            <a:ext cx="7239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200">
                <a:solidFill>
                  <a:srgbClr val="DBE6A7"/>
                </a:solidFill>
                <a:latin typeface="Montserrat"/>
              </a:rPr>
              <a:t>SOIL REGENERATORS IN THE WILD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6507524"/>
            <a:ext cx="8763000" cy="4129951"/>
          </a:xfrm>
          <a:prstGeom prst="roundRect">
            <a:avLst>
              <a:gd name="adj" fmla="val 4612"/>
            </a:avLst>
          </a:prstGeom>
          <a:solidFill>
            <a:srgbClr val="22371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6812324"/>
            <a:ext cx="8001000" cy="3558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400" b="1" i="0">
                <a:solidFill>
                  <a:srgbClr val="F4F1EA"/>
                </a:solidFill>
                <a:latin typeface="Montserrat"/>
              </a:rPr>
              <a:t>[COPY: Allison]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18288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4838700" cy="18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left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43500" y="0"/>
            <a:ext cx="5143500" cy="18288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95900" y="0"/>
            <a:ext cx="4838700" cy="18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right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2500" y="3810000"/>
            <a:ext cx="1526509" cy="717539"/>
          </a:xfrm>
          <a:prstGeom prst="roundRect">
            <a:avLst>
              <a:gd name="adj" fmla="val 50000"/>
            </a:avLst>
          </a:prstGeom>
          <a:solidFill>
            <a:srgbClr val="22371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3810000"/>
            <a:ext cx="1526509" cy="7175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spc="200">
                <a:solidFill>
                  <a:srgbClr val="DBE6A7"/>
                </a:solidFill>
                <a:latin typeface="Montserrat"/>
              </a:rPr>
              <a:t>FIELD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0" y="3810000"/>
            <a:ext cx="2015193" cy="717539"/>
          </a:xfrm>
          <a:prstGeom prst="roundRect">
            <a:avLst>
              <a:gd name="adj" fmla="val 50000"/>
            </a:avLst>
          </a:prstGeom>
          <a:solidFill>
            <a:srgbClr val="22371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0" y="3810000"/>
            <a:ext cx="2015193" cy="7175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spc="200">
                <a:solidFill>
                  <a:srgbClr val="DBE6A7"/>
                </a:solidFill>
                <a:latin typeface="Montserrat"/>
              </a:rPr>
              <a:t>COMPOST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6507524"/>
            <a:ext cx="8763000" cy="4129951"/>
          </a:xfrm>
          <a:prstGeom prst="roundRect">
            <a:avLst>
              <a:gd name="adj" fmla="val 4612"/>
            </a:avLst>
          </a:prstGeom>
          <a:solidFill>
            <a:srgbClr val="22371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6812324"/>
            <a:ext cx="8001000" cy="3558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400" b="1" i="0">
                <a:solidFill>
                  <a:srgbClr val="F4F1EA"/>
                </a:solidFill>
                <a:latin typeface="Montserrat"/>
              </a:rPr>
              <a:t>[COPY: Allison] 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33500" y="2857500"/>
            <a:ext cx="7620000" cy="7620000"/>
          </a:xfrm>
          <a:prstGeom prst="ellipse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85900" y="2857500"/>
            <a:ext cx="7315200" cy="76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circle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1239500"/>
            <a:ext cx="8382000" cy="2106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200" b="1" i="0">
                <a:solidFill>
                  <a:srgbClr val="F4F1EA"/>
                </a:solidFill>
                <a:latin typeface="Montserrat"/>
              </a:rPr>
              <a:t>[COPY: Allison]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10059692"/>
            <a:ext cx="8382000" cy="18833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 b="1" i="0">
                <a:ln w="57150">
                  <a:solidFill>
                    <a:srgbClr val="22371F"/>
                  </a:solidFill>
                </a:ln>
                <a:solidFill>
                  <a:srgbClr val="F4F1EA"/>
                </a:solidFill>
                <a:latin typeface="Montserrat"/>
              </a:rPr>
              <a:t>[COPY: Allison] Caption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