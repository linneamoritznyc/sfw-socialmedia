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Mentor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Mentor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Mentor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96000"/>
            <a:ext cx="10287000" cy="3333750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7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2857500" cy="1523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DBE6A7">
                    <a:alpha val="10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4295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[COPY: Allison] Quote.”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Mentor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Role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