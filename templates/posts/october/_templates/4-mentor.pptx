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3F1EA"/>
          </a:solidFill>
          <a:ln w="19050">
            <a:solidFill>
              <a:srgbClr val="1E3F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3F1EA"/>
                </a:solidFill>
                <a:latin typeface="Montserrat"/>
              </a:rPr>
              <a:t>MENTOR NAME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Role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3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[COPY: Allison] Headline.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3F1EA"/>
                </a:solidFill>
                <a:latin typeface="Montserrat"/>
              </a:rPr>
              <a:t>Mentor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Role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two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3F1EA"/>
                </a:solidFill>
                <a:latin typeface="Montserrat"/>
              </a:rPr>
              <a:t>Mentor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3F1EA"/>
                </a:solidFill>
                <a:latin typeface="Montserrat"/>
              </a:rPr>
              <a:t>Mentor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96000"/>
            <a:ext cx="10287000" cy="3333750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7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2857500" cy="1523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B1BCB1">
                    <a:alpha val="10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4295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F3F1EA"/>
                </a:solidFill>
                <a:latin typeface="Montserrat"/>
              </a:rPr>
              <a:t>[COPY: Allison] Quote.”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3F1EA"/>
                </a:solidFill>
                <a:latin typeface="Montserrat"/>
              </a:rPr>
              <a:t>Mentor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Role</a:t>
            </a:r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