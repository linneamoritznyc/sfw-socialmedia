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9965806409159114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629418329029492296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