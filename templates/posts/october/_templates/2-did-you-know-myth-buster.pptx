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897589698414524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096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96000"/>
            <a:ext cx="10287000" cy="7620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667500"/>
            <a:ext cx="7620000" cy="362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B1BCB1"/>
                </a:solidFill>
                <a:latin typeface="Montserrat"/>
              </a:rPr>
              <a:t>DID YOU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334250"/>
            <a:ext cx="7620000" cy="367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F3F1EA"/>
                </a:solidFill>
                <a:latin typeface="Montserrat"/>
              </a:rPr>
              <a:t>[COPY: Allison] Headline, four lines at most.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14860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B1BCB1"/>
                </a:solidFill>
                <a:latin typeface="Source Sans 3"/>
              </a:rPr>
              <a:t>[COPY: Allison] Small line.</a:t>
            </a:r>
          </a:p>
        </p:txBody>
      </p:sp>
      <p:pic>
        <p:nvPicPr>
          <p:cNvPr id="7" name="Picture 6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3810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i="0">
                <a:solidFill>
                  <a:srgbClr val="31662F">
                    <a:alpha val="25000"/>
                  </a:srgbClr>
                </a:solidFill>
                <a:latin typeface="Montserrat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000500"/>
            <a:ext cx="8382000" cy="2023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1E3F1D"/>
                </a:solidFill>
                <a:latin typeface="Montserrat"/>
              </a:rPr>
              <a:t>[COPY: Allison] One step, five lines at most.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3810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i="0">
                <a:solidFill>
                  <a:srgbClr val="31662F">
                    <a:alpha val="25000"/>
                  </a:srgbClr>
                </a:solidFill>
                <a:latin typeface="Montserrat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000500"/>
            <a:ext cx="8382000" cy="13804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1E3F1D"/>
                </a:solidFill>
                <a:latin typeface="Montserrat"/>
              </a:rPr>
              <a:t>[COPY: Allison] One step with an image.</a:t>
            </a:r>
          </a:p>
        </p:txBody>
      </p:sp>
      <p:pic>
        <p:nvPicPr>
          <p:cNvPr id="4" name="Picture 3" descr="555127246931906665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8286750"/>
            <a:ext cx="3810000" cy="3810000"/>
          </a:xfrm>
          <a:prstGeom prst="roundRect">
            <a:avLst>
              <a:gd name="adj" fmla="val 6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000" y="2857500"/>
            <a:ext cx="4953000" cy="476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0" b="1" i="0">
                <a:solidFill>
                  <a:srgbClr val="B1BCB1">
                    <a:alpha val="20000"/>
                  </a:srgbClr>
                </a:solidFill>
                <a:latin typeface="Montserrat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5667394"/>
            <a:ext cx="6096000" cy="16192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000" b="1" i="0">
                <a:solidFill>
                  <a:srgbClr val="1E3F1D"/>
                </a:solidFill>
                <a:latin typeface="Montserrat"/>
              </a:rPr>
              <a:t>[COPY: Allison] A question.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3625619"/>
            <a:ext cx="8382000" cy="198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3F1EA"/>
                </a:solidFill>
                <a:latin typeface="Montserrat"/>
              </a:rPr>
              <a:t>[COPY: Allison] Takeaway line.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580413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0" i="0">
                <a:solidFill>
                  <a:srgbClr val="B1BCB1"/>
                </a:solidFill>
                <a:latin typeface="Source Sans 3"/>
              </a:rPr>
              <a:t>[COPY: Allison] Optional second line.</a:t>
            </a:r>
          </a:p>
        </p:txBody>
      </p:sp>
      <p:sp>
        <p:nvSpPr>
          <p:cNvPr id="4" name="Freeform 3"/>
          <p:cNvSpPr/>
          <p:nvPr/>
        </p:nvSpPr>
        <p:spPr>
          <a:xfrm>
            <a:off x="3333750" y="8572500"/>
            <a:ext cx="571500" cy="762000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0" y="0"/>
                </a:moveTo>
                <a:lnTo>
                  <a:pt x="571500" y="0"/>
                </a:lnTo>
                <a:lnTo>
                  <a:pt x="571500" y="762000"/>
                </a:lnTo>
                <a:lnTo>
                  <a:pt x="285750" y="552450"/>
                </a:lnTo>
                <a:lnTo>
                  <a:pt x="0" y="762000"/>
                </a:lnTo>
                <a:close/>
              </a:path>
            </a:pathLst>
          </a:cu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409950" y="8648700"/>
            <a:ext cx="419100" cy="533400"/>
          </a:xfrm>
          <a:custGeom>
            <a:avLst/>
            <a:gdLst/>
            <a:ahLst/>
            <a:cxnLst/>
            <a:rect l="l" t="t" r="r" b="b"/>
            <a:pathLst>
              <a:path w="419100" h="533400">
                <a:moveTo>
                  <a:pt x="0" y="0"/>
                </a:moveTo>
                <a:lnTo>
                  <a:pt x="419100" y="0"/>
                </a:lnTo>
                <a:lnTo>
                  <a:pt x="419100" y="533400"/>
                </a:lnTo>
                <a:lnTo>
                  <a:pt x="209550" y="381000"/>
                </a:lnTo>
                <a:lnTo>
                  <a:pt x="0" y="5334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67000" y="9525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3F1EA"/>
                </a:solidFill>
                <a:latin typeface="Montserrat"/>
              </a:rPr>
              <a:t>Save this</a:t>
            </a:r>
          </a:p>
        </p:txBody>
      </p:sp>
      <p:sp>
        <p:nvSpPr>
          <p:cNvPr id="7" name="Freeform 6"/>
          <p:cNvSpPr/>
          <p:nvPr/>
        </p:nvSpPr>
        <p:spPr>
          <a:xfrm>
            <a:off x="6248400" y="85725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42900"/>
                </a:moveTo>
                <a:lnTo>
                  <a:pt x="838200" y="0"/>
                </a:lnTo>
                <a:lnTo>
                  <a:pt x="514350" y="762000"/>
                </a:lnTo>
                <a:lnTo>
                  <a:pt x="381000" y="438150"/>
                </a:lnTo>
                <a:close/>
              </a:path>
            </a:pathLst>
          </a:cu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343650" y="8667750"/>
            <a:ext cx="609600" cy="285750"/>
          </a:xfrm>
          <a:custGeom>
            <a:avLst/>
            <a:gdLst/>
            <a:ahLst/>
            <a:cxnLst/>
            <a:rect l="l" t="t" r="r" b="b"/>
            <a:pathLst>
              <a:path w="609600" h="285750">
                <a:moveTo>
                  <a:pt x="0" y="247650"/>
                </a:moveTo>
                <a:lnTo>
                  <a:pt x="609600" y="0"/>
                </a:lnTo>
                <a:lnTo>
                  <a:pt x="285750" y="28575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9525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3F1EA"/>
                </a:solidFill>
                <a:latin typeface="Montserrat"/>
              </a:rPr>
              <a:t>Send this</a:t>
            </a:r>
          </a:p>
        </p:txBody>
      </p:sp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