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494326979143033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[COPY: Allison] Headline, four lines at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148605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[COPY: Allison] Small line.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step, five lines at most.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1380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 with an image.</a:t>
            </a:r>
          </a:p>
        </p:txBody>
      </p:sp>
      <p:pic>
        <p:nvPicPr>
          <p:cNvPr id="4" name="Picture 3" descr="6862765814210571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59A66C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667394"/>
            <a:ext cx="6096000" cy="1619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[COPY: Allison] A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25619"/>
            <a:ext cx="8382000" cy="19880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[COPY: Allison] Takeaway 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80413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[COPY: Allison] Optional second line.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