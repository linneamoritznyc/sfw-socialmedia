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23083778590977596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DID YOU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[COPY: Allison] Headline, four lines at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148605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[COPY: Allison] Small line.</a:t>
            </a:r>
          </a:p>
        </p:txBody>
      </p:sp>
      <p:pic>
        <p:nvPicPr>
          <p:cNvPr id="7" name="Picture 6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[COPY: Allison] One step, five lines at most.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1380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[COPY: Allison] One step with an image.</a:t>
            </a:r>
          </a:p>
        </p:txBody>
      </p:sp>
      <p:pic>
        <p:nvPicPr>
          <p:cNvPr id="4" name="Picture 3" descr="459382194145552039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B1BCB1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667394"/>
            <a:ext cx="6096000" cy="1619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1E3F1D"/>
                </a:solidFill>
                <a:latin typeface="Montserrat"/>
              </a:rPr>
              <a:t>[COPY: Allison] A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625619"/>
            <a:ext cx="8382000" cy="19880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3F1EA"/>
                </a:solidFill>
                <a:latin typeface="Montserrat"/>
              </a:rPr>
              <a:t>[COPY: Allison] Takeaway line.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80413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B1BCB1"/>
                </a:solidFill>
                <a:latin typeface="Source Sans 3"/>
              </a:rPr>
              <a:t>[COPY: Allison] Optional second line.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Send this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