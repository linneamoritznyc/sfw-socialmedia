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7569314223679963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76937753058747502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