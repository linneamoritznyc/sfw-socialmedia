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8975484296301177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DID YOU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334250"/>
            <a:ext cx="7620000" cy="367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[COPY: Allison] Headline, four lines at most.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148605"/>
            <a:ext cx="76200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[COPY: Allison] Small line.</a:t>
            </a:r>
          </a:p>
        </p:txBody>
      </p:sp>
      <p:sp>
        <p:nvSpPr>
          <p:cNvPr id="7" name="Oval 6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023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[COPY: Allison] One step, five lines at most.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13804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[COPY: Allison] One step with an image.</a:t>
            </a:r>
          </a:p>
        </p:txBody>
      </p:sp>
      <p:pic>
        <p:nvPicPr>
          <p:cNvPr id="4" name="Picture 3" descr="34926739190842426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0" y="2857500"/>
            <a:ext cx="4953000" cy="476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59A66C">
                    <a:alpha val="20000"/>
                  </a:srgbClr>
                </a:solidFill>
                <a:latin typeface="Montserrat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5667394"/>
            <a:ext cx="6096000" cy="1619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22371F"/>
                </a:solidFill>
                <a:latin typeface="Montserrat"/>
              </a:rPr>
              <a:t>[COPY: Allison] A question.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625619"/>
            <a:ext cx="8382000" cy="19880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4F1EA"/>
                </a:solidFill>
                <a:latin typeface="Montserrat"/>
              </a:rPr>
              <a:t>[COPY: Allison] Takeaway line.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580413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400" b="0" i="0">
                <a:solidFill>
                  <a:srgbClr val="DBE6A7"/>
                </a:solidFill>
                <a:latin typeface="Source Sans 3"/>
              </a:rPr>
              <a:t>[COPY: Allison] Optional second line.</a:t>
            </a:r>
          </a:p>
        </p:txBody>
      </p:sp>
      <p:sp>
        <p:nvSpPr>
          <p:cNvPr id="4" name="Freeform 3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7" name="Freeform 6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Send this</a:t>
            </a:r>
          </a:p>
        </p:txBody>
      </p:sp>
      <p:sp>
        <p:nvSpPr>
          <p:cNvPr id="10" name="Oval 9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