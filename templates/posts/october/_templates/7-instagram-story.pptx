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45772922843531555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E3F1D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3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87519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B1BCB1"/>
                </a:solidFill>
                <a:latin typeface="Source Sans 3"/>
              </a:rPr>
              <a:t>[COPY: Allison] Line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750" y="14287500"/>
            <a:ext cx="953498" cy="857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