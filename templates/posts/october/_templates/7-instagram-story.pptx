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11356546641661757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E3F1D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3F1EA"/>
                </a:solidFill>
                <a:latin typeface="Montserrat"/>
              </a:rPr>
              <a:t>[COPY: Allison]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875194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B1BCB1"/>
                </a:solidFill>
                <a:latin typeface="Source Sans 3"/>
              </a:rPr>
              <a:t>[COPY: Allison] Line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50" y="14287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