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760539404738572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39894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[COPY: Allison] Line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