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1445757361366612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2371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000500"/>
            <a:ext cx="8382000" cy="311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F4F1EA"/>
                </a:solidFill>
                <a:latin typeface="Montserrat"/>
              </a:rPr>
              <a:t>[COPY: Allison]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7398944"/>
            <a:ext cx="8382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0" i="0">
                <a:solidFill>
                  <a:srgbClr val="DBE6A7"/>
                </a:solidFill>
                <a:latin typeface="Source Sans 3"/>
              </a:rPr>
              <a:t>[COPY: Allison] Line</a:t>
            </a:r>
          </a:p>
        </p:txBody>
      </p:sp>
      <p:sp>
        <p:nvSpPr>
          <p:cNvPr id="6" name="Oval 5"/>
          <p:cNvSpPr/>
          <p:nvPr/>
        </p:nvSpPr>
        <p:spPr>
          <a:xfrm>
            <a:off x="4714875" y="14287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4875" y="14287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