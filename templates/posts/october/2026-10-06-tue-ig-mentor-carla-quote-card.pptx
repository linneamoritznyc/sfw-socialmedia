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Quote card. Photo is only 499 px wide, so it is soft at this size: swap for a larger cut-out photo. Quote must be Carla's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90500" y="190500"/>
            <a:ext cx="1143000" cy="1143000"/>
          </a:xfrm>
          <a:prstGeom prst="ellipse">
            <a:avLst/>
          </a:prstGeom>
          <a:noFill/>
          <a:ln w="19050">
            <a:solidFill>
              <a:srgbClr val="7F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7750" y="733425"/>
            <a:ext cx="57150" cy="57150"/>
          </a:xfrm>
          <a:prstGeom prst="ellipse">
            <a:avLst/>
          </a:prstGeom>
          <a:solidFill>
            <a:srgbClr val="7F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9824" y="1006077"/>
            <a:ext cx="57150" cy="57150"/>
          </a:xfrm>
          <a:prstGeom prst="ellipse">
            <a:avLst/>
          </a:prstGeom>
          <a:solidFill>
            <a:srgbClr val="7F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74739" y="1004753"/>
            <a:ext cx="57150" cy="57150"/>
          </a:xfrm>
          <a:prstGeom prst="ellipse">
            <a:avLst/>
          </a:prstGeom>
          <a:solidFill>
            <a:srgbClr val="7F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19111" y="730782"/>
            <a:ext cx="57150" cy="57150"/>
          </a:xfrm>
          <a:prstGeom prst="ellipse">
            <a:avLst/>
          </a:prstGeom>
          <a:solidFill>
            <a:srgbClr val="7F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79323" y="459466"/>
            <a:ext cx="57150" cy="57150"/>
          </a:xfrm>
          <a:prstGeom prst="ellipse">
            <a:avLst/>
          </a:prstGeom>
          <a:solidFill>
            <a:srgbClr val="7F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4386" y="463440"/>
            <a:ext cx="57150" cy="57150"/>
          </a:xfrm>
          <a:prstGeom prst="ellipse">
            <a:avLst/>
          </a:prstGeom>
          <a:solidFill>
            <a:srgbClr val="7F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" y="0"/>
            <a:ext cx="952500" cy="952500"/>
          </a:xfrm>
          <a:prstGeom prst="ellipse">
            <a:avLst/>
          </a:prstGeom>
          <a:noFill/>
          <a:ln w="19050">
            <a:solidFill>
              <a:srgbClr val="7F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52612" y="447675"/>
            <a:ext cx="57150" cy="57150"/>
          </a:xfrm>
          <a:prstGeom prst="ellipse">
            <a:avLst/>
          </a:prstGeom>
          <a:solidFill>
            <a:srgbClr val="7F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21007" y="674885"/>
            <a:ext cx="57150" cy="57150"/>
          </a:xfrm>
          <a:prstGeom prst="ellipse">
            <a:avLst/>
          </a:prstGeom>
          <a:solidFill>
            <a:srgbClr val="7F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58436" y="673781"/>
            <a:ext cx="57150" cy="57150"/>
          </a:xfrm>
          <a:prstGeom prst="ellipse">
            <a:avLst/>
          </a:prstGeom>
          <a:solidFill>
            <a:srgbClr val="7F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28746" y="445472"/>
            <a:ext cx="57150" cy="57150"/>
          </a:xfrm>
          <a:prstGeom prst="ellipse">
            <a:avLst/>
          </a:prstGeom>
          <a:solidFill>
            <a:srgbClr val="7F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62257" y="219376"/>
            <a:ext cx="57150" cy="57150"/>
          </a:xfrm>
          <a:prstGeom prst="ellipse">
            <a:avLst/>
          </a:prstGeom>
          <a:solidFill>
            <a:srgbClr val="7F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724809" y="222687"/>
            <a:ext cx="57150" cy="57150"/>
          </a:xfrm>
          <a:prstGeom prst="ellipse">
            <a:avLst/>
          </a:prstGeom>
          <a:solidFill>
            <a:srgbClr val="7F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3350" y="1371600"/>
            <a:ext cx="876300" cy="876300"/>
          </a:xfrm>
          <a:prstGeom prst="ellipse">
            <a:avLst/>
          </a:prstGeom>
          <a:noFill/>
          <a:ln w="19050">
            <a:solidFill>
              <a:srgbClr val="7F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3907" y="1781175"/>
            <a:ext cx="57150" cy="57150"/>
          </a:xfrm>
          <a:prstGeom prst="ellipse">
            <a:avLst/>
          </a:prstGeom>
          <a:solidFill>
            <a:srgbClr val="7F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2830" y="1990208"/>
            <a:ext cx="57150" cy="57150"/>
          </a:xfrm>
          <a:prstGeom prst="ellipse">
            <a:avLst/>
          </a:prstGeom>
          <a:solidFill>
            <a:srgbClr val="7F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1265" y="1989193"/>
            <a:ext cx="57150" cy="57150"/>
          </a:xfrm>
          <a:prstGeom prst="ellipse">
            <a:avLst/>
          </a:prstGeom>
          <a:solidFill>
            <a:srgbClr val="7F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1951" y="1779149"/>
            <a:ext cx="57150" cy="57150"/>
          </a:xfrm>
          <a:prstGeom prst="ellipse">
            <a:avLst/>
          </a:prstGeom>
          <a:solidFill>
            <a:srgbClr val="7F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24780" y="1571140"/>
            <a:ext cx="57150" cy="57150"/>
          </a:xfrm>
          <a:prstGeom prst="ellipse">
            <a:avLst/>
          </a:prstGeom>
          <a:solidFill>
            <a:srgbClr val="7F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6328" y="1574186"/>
            <a:ext cx="57150" cy="57150"/>
          </a:xfrm>
          <a:prstGeom prst="ellipse">
            <a:avLst/>
          </a:prstGeom>
          <a:solidFill>
            <a:srgbClr val="7F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962150" y="723900"/>
            <a:ext cx="838200" cy="838200"/>
          </a:xfrm>
          <a:prstGeom prst="ellipse">
            <a:avLst/>
          </a:prstGeom>
          <a:noFill/>
          <a:ln w="19050">
            <a:solidFill>
              <a:srgbClr val="7F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83180" y="1114425"/>
            <a:ext cx="57150" cy="57150"/>
          </a:xfrm>
          <a:prstGeom prst="ellipse">
            <a:avLst/>
          </a:prstGeom>
          <a:solidFill>
            <a:srgbClr val="7F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467367" y="1314370"/>
            <a:ext cx="57150" cy="57150"/>
          </a:xfrm>
          <a:prstGeom prst="ellipse">
            <a:avLst/>
          </a:prstGeom>
          <a:solidFill>
            <a:srgbClr val="7F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236305" y="1313399"/>
            <a:ext cx="57150" cy="57150"/>
          </a:xfrm>
          <a:prstGeom prst="ellipse">
            <a:avLst/>
          </a:prstGeom>
          <a:solidFill>
            <a:srgbClr val="7F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122178" y="1112487"/>
            <a:ext cx="57150" cy="57150"/>
          </a:xfrm>
          <a:prstGeom prst="ellipse">
            <a:avLst/>
          </a:prstGeom>
          <a:solidFill>
            <a:srgbClr val="7F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239667" y="913522"/>
            <a:ext cx="57150" cy="57150"/>
          </a:xfrm>
          <a:prstGeom prst="ellipse">
            <a:avLst/>
          </a:prstGeom>
          <a:solidFill>
            <a:srgbClr val="7F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470713" y="916436"/>
            <a:ext cx="57150" cy="57150"/>
          </a:xfrm>
          <a:prstGeom prst="ellipse">
            <a:avLst/>
          </a:prstGeom>
          <a:solidFill>
            <a:srgbClr val="7F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7250" y="1047750"/>
            <a:ext cx="762000" cy="762000"/>
          </a:xfrm>
          <a:prstGeom prst="ellipse">
            <a:avLst/>
          </a:prstGeom>
          <a:noFill/>
          <a:ln w="19050">
            <a:solidFill>
              <a:srgbClr val="7F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19225" y="1400175"/>
            <a:ext cx="57150" cy="57150"/>
          </a:xfrm>
          <a:prstGeom prst="ellipse">
            <a:avLst/>
          </a:prstGeom>
          <a:solidFill>
            <a:srgbClr val="7F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13941" y="1581943"/>
            <a:ext cx="57150" cy="57150"/>
          </a:xfrm>
          <a:prstGeom prst="ellipse">
            <a:avLst/>
          </a:prstGeom>
          <a:solidFill>
            <a:srgbClr val="7F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03884" y="1581060"/>
            <a:ext cx="57150" cy="57150"/>
          </a:xfrm>
          <a:prstGeom prst="ellipse">
            <a:avLst/>
          </a:prstGeom>
          <a:solidFill>
            <a:srgbClr val="7F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00132" y="1398413"/>
            <a:ext cx="57150" cy="57150"/>
          </a:xfrm>
          <a:prstGeom prst="ellipse">
            <a:avLst/>
          </a:prstGeom>
          <a:solidFill>
            <a:srgbClr val="7F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06940" y="1217536"/>
            <a:ext cx="57150" cy="57150"/>
          </a:xfrm>
          <a:prstGeom prst="ellipse">
            <a:avLst/>
          </a:prstGeom>
          <a:solidFill>
            <a:srgbClr val="7F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316982" y="1220185"/>
            <a:ext cx="57150" cy="57150"/>
          </a:xfrm>
          <a:prstGeom prst="ellipse">
            <a:avLst/>
          </a:prstGeom>
          <a:solidFill>
            <a:srgbClr val="7F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134350" y="228600"/>
            <a:ext cx="876300" cy="876300"/>
          </a:xfrm>
          <a:prstGeom prst="ellipse">
            <a:avLst/>
          </a:prstGeom>
          <a:noFill/>
          <a:ln w="19050">
            <a:solidFill>
              <a:srgbClr val="7F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84907" y="638175"/>
            <a:ext cx="57150" cy="57150"/>
          </a:xfrm>
          <a:prstGeom prst="ellipse">
            <a:avLst/>
          </a:prstGeom>
          <a:solidFill>
            <a:srgbClr val="7F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663830" y="847208"/>
            <a:ext cx="57150" cy="57150"/>
          </a:xfrm>
          <a:prstGeom prst="ellipse">
            <a:avLst/>
          </a:prstGeom>
          <a:solidFill>
            <a:srgbClr val="7F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2265" y="846193"/>
            <a:ext cx="57150" cy="57150"/>
          </a:xfrm>
          <a:prstGeom prst="ellipse">
            <a:avLst/>
          </a:prstGeom>
          <a:solidFill>
            <a:srgbClr val="7F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302951" y="636149"/>
            <a:ext cx="57150" cy="57150"/>
          </a:xfrm>
          <a:prstGeom prst="ellipse">
            <a:avLst/>
          </a:prstGeom>
          <a:solidFill>
            <a:srgbClr val="7F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425780" y="428140"/>
            <a:ext cx="57150" cy="57150"/>
          </a:xfrm>
          <a:prstGeom prst="ellipse">
            <a:avLst/>
          </a:prstGeom>
          <a:solidFill>
            <a:srgbClr val="7F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667328" y="431186"/>
            <a:ext cx="57150" cy="57150"/>
          </a:xfrm>
          <a:prstGeom prst="ellipse">
            <a:avLst/>
          </a:prstGeom>
          <a:solidFill>
            <a:srgbClr val="7F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4476750" y="6759530"/>
            <a:ext cx="5810250" cy="4956219"/>
          </a:xfrm>
          <a:custGeom>
            <a:avLst/>
            <a:gdLst/>
            <a:ahLst/>
            <a:cxnLst/>
            <a:rect l="l" t="t" r="r" b="b"/>
            <a:pathLst>
              <a:path w="5810250" h="4956220">
                <a:moveTo>
                  <a:pt x="0" y="860470"/>
                </a:moveTo>
                <a:lnTo>
                  <a:pt x="190500" y="954580"/>
                </a:lnTo>
                <a:lnTo>
                  <a:pt x="381000" y="1045079"/>
                </a:lnTo>
                <a:lnTo>
                  <a:pt x="571500" y="1128480"/>
                </a:lnTo>
                <a:lnTo>
                  <a:pt x="762000" y="1201539"/>
                </a:lnTo>
                <a:lnTo>
                  <a:pt x="952500" y="1261365"/>
                </a:lnTo>
                <a:lnTo>
                  <a:pt x="1143000" y="1305522"/>
                </a:lnTo>
                <a:lnTo>
                  <a:pt x="1333500" y="1332113"/>
                </a:lnTo>
                <a:lnTo>
                  <a:pt x="1524000" y="1339840"/>
                </a:lnTo>
                <a:lnTo>
                  <a:pt x="1714500" y="1328052"/>
                </a:lnTo>
                <a:lnTo>
                  <a:pt x="1905000" y="1296769"/>
                </a:lnTo>
                <a:lnTo>
                  <a:pt x="2095500" y="1246677"/>
                </a:lnTo>
                <a:lnTo>
                  <a:pt x="2286000" y="1179109"/>
                </a:lnTo>
                <a:lnTo>
                  <a:pt x="2476500" y="1095994"/>
                </a:lnTo>
                <a:lnTo>
                  <a:pt x="2667000" y="999796"/>
                </a:lnTo>
                <a:lnTo>
                  <a:pt x="2857500" y="893428"/>
                </a:lnTo>
                <a:lnTo>
                  <a:pt x="3048000" y="780150"/>
                </a:lnTo>
                <a:lnTo>
                  <a:pt x="3238500" y="663458"/>
                </a:lnTo>
                <a:lnTo>
                  <a:pt x="3429000" y="546969"/>
                </a:lnTo>
                <a:lnTo>
                  <a:pt x="3619500" y="434289"/>
                </a:lnTo>
                <a:lnTo>
                  <a:pt x="3810000" y="328895"/>
                </a:lnTo>
                <a:lnTo>
                  <a:pt x="4000500" y="234015"/>
                </a:lnTo>
                <a:lnTo>
                  <a:pt x="4191000" y="152515"/>
                </a:lnTo>
                <a:lnTo>
                  <a:pt x="4381500" y="86803"/>
                </a:lnTo>
                <a:lnTo>
                  <a:pt x="4572000" y="38747"/>
                </a:lnTo>
                <a:lnTo>
                  <a:pt x="4762500" y="9608"/>
                </a:lnTo>
                <a:lnTo>
                  <a:pt x="4953000" y="0"/>
                </a:lnTo>
                <a:lnTo>
                  <a:pt x="5143500" y="9867"/>
                </a:lnTo>
                <a:lnTo>
                  <a:pt x="5334000" y="38485"/>
                </a:lnTo>
                <a:lnTo>
                  <a:pt x="5524500" y="84488"/>
                </a:lnTo>
                <a:lnTo>
                  <a:pt x="5715000" y="145914"/>
                </a:lnTo>
                <a:lnTo>
                  <a:pt x="5810250" y="4956220"/>
                </a:lnTo>
                <a:lnTo>
                  <a:pt x="0" y="4956220"/>
                </a:lnTo>
                <a:close/>
              </a:path>
            </a:pathLst>
          </a:custGeom>
          <a:solidFill>
            <a:srgbClr val="C9D3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280660" y="9667875"/>
            <a:ext cx="106680" cy="20002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7F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>
            <a:off x="5000625" y="9466183"/>
            <a:ext cx="666750" cy="366712"/>
          </a:xfrm>
          <a:prstGeom prst="round2SameRect">
            <a:avLst>
              <a:gd name="adj1" fmla="val 50000"/>
              <a:gd name="adj2" fmla="val 0"/>
            </a:avLst>
          </a:prstGeom>
          <a:noFill/>
          <a:ln w="19050">
            <a:solidFill>
              <a:srgbClr val="7F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57775" y="9667875"/>
            <a:ext cx="552450" cy="57150"/>
          </a:xfrm>
          <a:prstGeom prst="rect">
            <a:avLst/>
          </a:prstGeom>
          <a:noFill/>
          <a:ln w="19050">
            <a:solidFill>
              <a:srgbClr val="7F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027420" y="8810625"/>
            <a:ext cx="137160" cy="28575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7F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667375" y="8551306"/>
            <a:ext cx="857250" cy="471487"/>
          </a:xfrm>
          <a:prstGeom prst="round2SameRect">
            <a:avLst>
              <a:gd name="adj1" fmla="val 50000"/>
              <a:gd name="adj2" fmla="val 0"/>
            </a:avLst>
          </a:prstGeom>
          <a:noFill/>
          <a:ln w="19050">
            <a:solidFill>
              <a:srgbClr val="7F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724525" y="8810625"/>
            <a:ext cx="742950" cy="57150"/>
          </a:xfrm>
          <a:prstGeom prst="rect">
            <a:avLst/>
          </a:prstGeom>
          <a:noFill/>
          <a:ln w="19050">
            <a:solidFill>
              <a:srgbClr val="7F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804660" y="9382125"/>
            <a:ext cx="106680" cy="2286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7F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 Same Side Corner Rectangle 51"/>
          <p:cNvSpPr/>
          <p:nvPr/>
        </p:nvSpPr>
        <p:spPr>
          <a:xfrm>
            <a:off x="6524625" y="9180433"/>
            <a:ext cx="666750" cy="366712"/>
          </a:xfrm>
          <a:prstGeom prst="round2SameRect">
            <a:avLst>
              <a:gd name="adj1" fmla="val 50000"/>
              <a:gd name="adj2" fmla="val 0"/>
            </a:avLst>
          </a:prstGeom>
          <a:noFill/>
          <a:ln w="19050">
            <a:solidFill>
              <a:srgbClr val="7F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581775" y="9382125"/>
            <a:ext cx="552450" cy="57150"/>
          </a:xfrm>
          <a:prstGeom prst="rect">
            <a:avLst/>
          </a:prstGeom>
          <a:noFill/>
          <a:ln w="19050">
            <a:solidFill>
              <a:srgbClr val="7F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543800" y="8524875"/>
            <a:ext cx="152400" cy="31432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7F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 Same Side Corner Rectangle 54"/>
          <p:cNvSpPr/>
          <p:nvPr/>
        </p:nvSpPr>
        <p:spPr>
          <a:xfrm>
            <a:off x="7143750" y="8236743"/>
            <a:ext cx="952500" cy="523875"/>
          </a:xfrm>
          <a:prstGeom prst="round2SameRect">
            <a:avLst>
              <a:gd name="adj1" fmla="val 50000"/>
              <a:gd name="adj2" fmla="val 0"/>
            </a:avLst>
          </a:prstGeom>
          <a:noFill/>
          <a:ln w="19050">
            <a:solidFill>
              <a:srgbClr val="7F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200900" y="8524875"/>
            <a:ext cx="838200" cy="57150"/>
          </a:xfrm>
          <a:prstGeom prst="rect">
            <a:avLst/>
          </a:prstGeom>
          <a:noFill/>
          <a:ln w="19050">
            <a:solidFill>
              <a:srgbClr val="7F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321040" y="9191625"/>
            <a:ext cx="121920" cy="24765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7F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 Same Side Corner Rectangle 57"/>
          <p:cNvSpPr/>
          <p:nvPr/>
        </p:nvSpPr>
        <p:spPr>
          <a:xfrm>
            <a:off x="8001000" y="8961120"/>
            <a:ext cx="762000" cy="4191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9050">
            <a:solidFill>
              <a:srgbClr val="7F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058150" y="9191625"/>
            <a:ext cx="647700" cy="57150"/>
          </a:xfrm>
          <a:prstGeom prst="rect">
            <a:avLst/>
          </a:prstGeom>
          <a:noFill/>
          <a:ln w="19050">
            <a:solidFill>
              <a:srgbClr val="7F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093708" y="9858375"/>
            <a:ext cx="100584" cy="18097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7F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 Same Side Corner Rectangle 60"/>
          <p:cNvSpPr/>
          <p:nvPr/>
        </p:nvSpPr>
        <p:spPr>
          <a:xfrm>
            <a:off x="8829675" y="9668208"/>
            <a:ext cx="628650" cy="345757"/>
          </a:xfrm>
          <a:prstGeom prst="round2SameRect">
            <a:avLst>
              <a:gd name="adj1" fmla="val 50000"/>
              <a:gd name="adj2" fmla="val 0"/>
            </a:avLst>
          </a:prstGeom>
          <a:noFill/>
          <a:ln w="19050">
            <a:solidFill>
              <a:srgbClr val="7F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886825" y="9858375"/>
            <a:ext cx="514350" cy="57150"/>
          </a:xfrm>
          <a:prstGeom prst="rect">
            <a:avLst/>
          </a:prstGeom>
          <a:noFill/>
          <a:ln w="19050">
            <a:solidFill>
              <a:srgbClr val="7F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746742" y="9001125"/>
            <a:ext cx="128016" cy="2667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7F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 Same Side Corner Rectangle 63"/>
          <p:cNvSpPr/>
          <p:nvPr/>
        </p:nvSpPr>
        <p:spPr>
          <a:xfrm>
            <a:off x="9410700" y="8759094"/>
            <a:ext cx="800100" cy="440055"/>
          </a:xfrm>
          <a:prstGeom prst="round2SameRect">
            <a:avLst>
              <a:gd name="adj1" fmla="val 50000"/>
              <a:gd name="adj2" fmla="val 0"/>
            </a:avLst>
          </a:prstGeom>
          <a:noFill/>
          <a:ln w="19050">
            <a:solidFill>
              <a:srgbClr val="7F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467850" y="9001125"/>
            <a:ext cx="685800" cy="57150"/>
          </a:xfrm>
          <a:prstGeom prst="rect">
            <a:avLst/>
          </a:prstGeom>
          <a:noFill/>
          <a:ln w="19050">
            <a:solidFill>
              <a:srgbClr val="7F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667375" y="10239375"/>
            <a:ext cx="95250" cy="14287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7F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 Same Side Corner Rectangle 66"/>
          <p:cNvSpPr/>
          <p:nvPr/>
        </p:nvSpPr>
        <p:spPr>
          <a:xfrm>
            <a:off x="5448300" y="10078021"/>
            <a:ext cx="533400" cy="293370"/>
          </a:xfrm>
          <a:prstGeom prst="round2SameRect">
            <a:avLst>
              <a:gd name="adj1" fmla="val 50000"/>
              <a:gd name="adj2" fmla="val 0"/>
            </a:avLst>
          </a:prstGeom>
          <a:noFill/>
          <a:ln w="19050">
            <a:solidFill>
              <a:srgbClr val="7F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05450" y="10239375"/>
            <a:ext cx="419100" cy="57150"/>
          </a:xfrm>
          <a:prstGeom prst="rect">
            <a:avLst/>
          </a:prstGeom>
          <a:noFill/>
          <a:ln w="19050">
            <a:solidFill>
              <a:srgbClr val="7F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7191375" y="10144125"/>
            <a:ext cx="95250" cy="1524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7F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 Same Side Corner Rectangle 69"/>
          <p:cNvSpPr/>
          <p:nvPr/>
        </p:nvSpPr>
        <p:spPr>
          <a:xfrm>
            <a:off x="6953250" y="9971246"/>
            <a:ext cx="571500" cy="314325"/>
          </a:xfrm>
          <a:prstGeom prst="round2SameRect">
            <a:avLst>
              <a:gd name="adj1" fmla="val 50000"/>
              <a:gd name="adj2" fmla="val 0"/>
            </a:avLst>
          </a:prstGeom>
          <a:noFill/>
          <a:ln w="19050">
            <a:solidFill>
              <a:srgbClr val="7F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010400" y="10144125"/>
            <a:ext cx="457200" cy="57150"/>
          </a:xfrm>
          <a:prstGeom prst="rect">
            <a:avLst/>
          </a:prstGeom>
          <a:noFill/>
          <a:ln w="19050">
            <a:solidFill>
              <a:srgbClr val="7F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8810625" y="10429875"/>
            <a:ext cx="95250" cy="12382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7F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 Same Side Corner Rectangle 72"/>
          <p:cNvSpPr/>
          <p:nvPr/>
        </p:nvSpPr>
        <p:spPr>
          <a:xfrm>
            <a:off x="8610600" y="10280046"/>
            <a:ext cx="495300" cy="272415"/>
          </a:xfrm>
          <a:prstGeom prst="round2SameRect">
            <a:avLst>
              <a:gd name="adj1" fmla="val 50000"/>
              <a:gd name="adj2" fmla="val 0"/>
            </a:avLst>
          </a:prstGeom>
          <a:noFill/>
          <a:ln w="19050">
            <a:solidFill>
              <a:srgbClr val="7F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667750" y="10429875"/>
            <a:ext cx="381000" cy="57150"/>
          </a:xfrm>
          <a:prstGeom prst="rect">
            <a:avLst/>
          </a:prstGeom>
          <a:noFill/>
          <a:ln w="19050">
            <a:solidFill>
              <a:srgbClr val="7F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223162538316784714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00"/>
            <a:ext cx="5334000" cy="885825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5810250" y="1428750"/>
            <a:ext cx="38100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000" b="1" i="0">
                <a:solidFill>
                  <a:srgbClr val="31662F">
                    <a:alpha val="40000"/>
                  </a:srgbClr>
                </a:solidFill>
                <a:latin typeface="Montserrat"/>
              </a:rPr>
              <a:t>“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810250" y="2000250"/>
            <a:ext cx="3810000" cy="31431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1" i="0">
                <a:solidFill>
                  <a:srgbClr val="1E3F1D"/>
                </a:solidFill>
                <a:latin typeface="Montserrat"/>
              </a:rPr>
              <a:t>[COPY: Allison] Quote in Carla's own words.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286500" y="5333923"/>
            <a:ext cx="2857500" cy="19050"/>
          </a:xfrm>
          <a:prstGeom prst="rect">
            <a:avLst/>
          </a:prstGeom>
          <a:solidFill>
            <a:srgbClr val="1E3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810250" y="5524423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1E3F1D"/>
                </a:solidFill>
                <a:latin typeface="Montserrat"/>
              </a:rPr>
              <a:t>Dr. Carla Portugal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810250" y="5924473"/>
            <a:ext cx="3810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 i="0">
                <a:solidFill>
                  <a:srgbClr val="1E3F1D"/>
                </a:solidFill>
                <a:latin typeface="Source Sans 3"/>
              </a:rPr>
              <a:t>Soil Food Web Mentor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0" y="11715750"/>
            <a:ext cx="10287000" cy="1143000"/>
          </a:xfrm>
          <a:prstGeom prst="rect">
            <a:avLst/>
          </a:prstGeom>
          <a:solidFill>
            <a:srgbClr val="1E3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foundation-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1858625"/>
            <a:ext cx="953498" cy="857250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1905000" y="11715750"/>
            <a:ext cx="43815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B1BCB1"/>
                </a:solidFill>
                <a:latin typeface="Montserrat"/>
              </a:rPr>
              <a:t>Soil Food Web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096000" y="11715750"/>
            <a:ext cx="34290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2600" b="0" i="0">
                <a:solidFill>
                  <a:srgbClr val="F3F1EA"/>
                </a:solidFill>
                <a:latin typeface="Source Sans 3"/>
              </a:rPr>
              <a:t>@soilfoodwebschool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