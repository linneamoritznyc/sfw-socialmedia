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card. Photo is only 499 px wide, so it is soft at this size: swap for a larger cut-out photo. Quote must be Carla's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jp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ut-green-scrib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-381000" y="-285750"/>
            <a:ext cx="2095500" cy="2889250"/>
          </a:xfrm>
          <a:prstGeom prst="rect">
            <a:avLst/>
          </a:prstGeom>
        </p:spPr>
      </p:pic>
      <p:pic>
        <p:nvPicPr>
          <p:cNvPr id="3" name="Picture 2" descr="cut-blue-li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8382000" y="-190500"/>
            <a:ext cx="1905000" cy="2312051"/>
          </a:xfrm>
          <a:prstGeom prst="rect">
            <a:avLst/>
          </a:prstGeom>
        </p:spPr>
      </p:pic>
      <p:pic>
        <p:nvPicPr>
          <p:cNvPr id="4" name="Picture 3" descr="cut-sage-do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240000">
            <a:off x="5810250" y="7334250"/>
            <a:ext cx="2190750" cy="2190750"/>
          </a:xfrm>
          <a:prstGeom prst="rect">
            <a:avLst/>
          </a:prstGeom>
        </p:spPr>
      </p:pic>
      <p:pic>
        <p:nvPicPr>
          <p:cNvPr id="5" name="Picture 4" descr="stones-st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0" y="6858000"/>
            <a:ext cx="1549196" cy="4476750"/>
          </a:xfrm>
          <a:prstGeom prst="rect">
            <a:avLst/>
          </a:prstGeom>
        </p:spPr>
      </p:pic>
      <p:pic>
        <p:nvPicPr>
          <p:cNvPr id="6" name="Picture 5" descr="fern-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360000">
            <a:off x="5334000" y="9620250"/>
            <a:ext cx="4476750" cy="2307921"/>
          </a:xfrm>
          <a:prstGeom prst="rect">
            <a:avLst/>
          </a:prstGeom>
        </p:spPr>
      </p:pic>
      <p:pic>
        <p:nvPicPr>
          <p:cNvPr id="7" name="Picture 6" descr="263636943567452445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2857500"/>
            <a:ext cx="5334000" cy="8858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10250" y="1428750"/>
            <a:ext cx="38100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1" i="0">
                <a:solidFill>
                  <a:srgbClr val="31662F">
                    <a:alpha val="4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0250" y="2000250"/>
            <a:ext cx="3810000" cy="31431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1E3F1D"/>
                </a:solidFill>
                <a:latin typeface="Montserrat"/>
              </a:rPr>
              <a:t>[COPY: Allison] Quote in Carla's own words.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5333923"/>
            <a:ext cx="2857500" cy="1905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10250" y="5524423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1E3F1D"/>
                </a:solidFill>
                <a:latin typeface="Montserrat"/>
              </a:rPr>
              <a:t>Dr. Carla Portugal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0" y="5924473"/>
            <a:ext cx="3810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1E3F1D"/>
                </a:solidFill>
                <a:latin typeface="Source Sans 3"/>
              </a:rPr>
              <a:t>Soil Food Web Mentor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oundation-logo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1858625"/>
            <a:ext cx="953498" cy="857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5000" y="11715750"/>
            <a:ext cx="43815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B1BCB1"/>
                </a:solidFill>
                <a:latin typeface="Montserrat"/>
              </a:rPr>
              <a:t>Soil Food Web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1715750"/>
            <a:ext cx="3429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600" b="0" i="0">
                <a:solidFill>
                  <a:srgbClr val="F3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