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Cover. Collage: pizza-box-root. Sources: Dr. Elaine Ingham, "How to Build Great Soil, Part 1", Diego Footer, 12:33: https://www.youtube.com/watch?v=ErMHR6Mc4Bk&amp;t=753s; Dr. Elaine Ingham, "How to Build Great Soil, Part 1", Diego Footer, 15:03: https://www.youtube.com/watch?v=ErMHR6Mc4Bk&amp;t=903s. Clarholm, "Interactions of bacteria, protozoa and plants leading to mineralization of soil nitrogen", Soil Biology and Biochemistry, 1985: https://scholar.google.com/scholar?q=Clarholm+1985+Interactions+of+bacteria+protozoa+and+plants+leading+to+mineralization+of+soil+nitrogen.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cupcakes-cookies-root.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Library cutout: cute-bacterium-1.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Library cutout: fungal-hyphae-1.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No flagellate in assets/microscopy/: placeholder until one is supplied (Wes).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1B quote, Legacy Purple (Dr. Elaine content). Quote at 16:32.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054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Your plant ordered pizza today. 🍕</a:t>
            </a:r>
          </a:p>
        </p:txBody>
      </p:sp>
      <p:pic>
        <p:nvPicPr>
          <p:cNvPr id="3" name="Picture 2" descr="trim-pizza-box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809" y="5238750"/>
            <a:ext cx="6211381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15:03; Clarholm 1985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851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333130"/>
                </a:solidFill>
                <a:latin typeface="Montserrat"/>
              </a:rPr>
              <a:t>It pays with root exudates: mostly sugar, a little protein, a little carbohydrate. Dr. Elaine called them cakes and cookies.</a:t>
            </a:r>
          </a:p>
        </p:txBody>
      </p:sp>
      <p:pic>
        <p:nvPicPr>
          <p:cNvPr id="3" name="Picture 2" descr="trim-cupcakes-cookies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718608"/>
            <a:ext cx="8763000" cy="1898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15:03; Clarholm 1985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45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333130"/>
                </a:solidFill>
                <a:latin typeface="Montserrat"/>
              </a:rPr>
              <a:t>The recipe is the order. Each blend wakes the bacteria or fungi that make the enzymes for one nutrient: boron, molybdenum, zinc, phosphorus.</a:t>
            </a:r>
          </a:p>
        </p:txBody>
      </p:sp>
      <p:pic>
        <p:nvPicPr>
          <p:cNvPr id="3" name="Picture 2" descr="trim-cute-bacterium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7334250"/>
            <a:ext cx="3556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15:03; Clarholm 1985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4517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333130"/>
                </a:solidFill>
                <a:latin typeface="Montserrat"/>
              </a:rPr>
              <a:t>Those microbes pull the nutrients off sand, silt, clay and organic matter, and store them in their own bodies.</a:t>
            </a:r>
          </a:p>
        </p:txBody>
      </p:sp>
      <p:pic>
        <p:nvPicPr>
          <p:cNvPr id="3" name="Picture 2" descr="trim-fungal-hypha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627" y="7334250"/>
            <a:ext cx="374774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15:03; Clarholm 1985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4184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Delivery: protozoa and nematodes eat the microbes and release the extra nutrients at the root, in plant-available form.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6381750"/>
            <a:ext cx="8763000" cy="4953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6381750"/>
            <a:ext cx="8191500" cy="495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PHOTO: assets/microscopy/flagellate.jpg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15:03; Clarholm 1985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041633"/>
            <a:ext cx="8763000" cy="391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Only the plant knows what it needs today. A soil lab report arrives two weeks later.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15:03; Clarholm 1985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3362430"/>
            <a:ext cx="285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DBE6A7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457930"/>
            <a:ext cx="8763000" cy="2514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0" i="1">
                <a:solidFill>
                  <a:srgbClr val="F3F1EA"/>
                </a:solidFill>
                <a:latin typeface="EB Garamond"/>
              </a:rPr>
              <a:t>Put the plant back in control of its own life.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258069"/>
            <a:ext cx="1143000" cy="381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543819"/>
            <a:ext cx="876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3F1EA"/>
                </a:solidFill>
                <a:latin typeface="Montserrat"/>
              </a:rPr>
              <a:t>Dr. Elaine Ingham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001019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BE6A7"/>
                </a:solidFill>
                <a:latin typeface="Source Sans 3"/>
              </a:rPr>
              <a:t>How to Build Great Soil, Part 1 · Diego Footer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How to Build Great Soil, Part 1, 16:32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