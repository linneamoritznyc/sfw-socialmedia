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LinkedIn image, no text on the image. Sources: Dr. Elaine Ingham, "How to Build Great Soil, Part 1", Diego Footer, 13:48: https://www.youtube.com/watch?v=ErMHR6Mc4Bk&amp;t=828s; Dr. Elaine Ingham, "How to Build Great Soil, Part 1", Diego Footer, 14:23: https://www.youtube.com/watch?v=ErMHR6Mc4Bk&amp;t=863s. [VERIFY with Wes] Name the desert project before the oasis line runs as fact; until then it stays attributed to Elaine. Photo: assets/photo/hand-soil-roots-fungi.jpg (Foundation library), a hand holding an aggregated soil crumb with roots.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4976404433436109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00" cy="5972175"/>
          </a:xfrm>
          <a:prstGeom prst="rect">
            <a:avLst/>
          </a:prstGeom>
        </p:spPr>
      </p:pic>
      <p:pic>
        <p:nvPicPr>
          <p:cNvPr id="3" name="Picture 2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6500" y="4725207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