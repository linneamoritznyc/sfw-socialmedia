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image, no text on the image. Sources: Dr. Elaine Ingham, "How to Build Great Soil, Part 1", Diego Footer, 13:48: https://www.youtube.com/watch?v=ErMHR6Mc4Bk&amp;t=828s; Dr. Elaine Ingham, "How to Build Great Soil, Part 1", Diego Footer, 14:23: https://www.youtube.com/watch?v=ErMHR6Mc4Bk&amp;t=863s. [VERIFY with Wes] Name the desert project before the oasis line runs as fact; until then it stays attributed to Elaine. Photo: assets/photo/hand-soil-roots-fungi.jpg (Foundation library), a hand holding an aggregated soil crumb with roots. Credit line for every quote: Dr. Elaine Ingham, "How to Build Great Soil, Part 1", Diego Footer. Short quotes with credit are fine; video clips and long excerpts need Evan to check with Diego first. Caption needs review by Allison (AI-generated by Linnea).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747111397150364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pic>
        <p:nvPicPr>
          <p:cNvPr id="3" name="Picture 2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0" y="4725207"/>
            <a:ext cx="857250" cy="7707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