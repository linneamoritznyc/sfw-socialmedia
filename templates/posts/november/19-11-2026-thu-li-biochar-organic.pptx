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LinkedIn image, no text on the image. Sources: Dr. Elaine Ingham, "How to Build Great Soil, Part 1", Diego Footer, 1:28: https://www.youtube.com/watch?v=ErMHR6Mc4Bk&amp;t=88s. [VERIFY with Wes] Confirm SFW's recommended way to charge biochar before the last paragraph runs. Library: Boubacar's biochar stills are 360 px wide, too small for 1200 x 627, so a cut-paper collage of biochar beside compost is used (biochar-compost).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1500" y="381000"/>
            <a:ext cx="10287000" cy="5210175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7250" y="381000"/>
            <a:ext cx="9715500" cy="5210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biochar-compost-1.png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500" y="4725207"/>
            <a:ext cx="857250" cy="7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