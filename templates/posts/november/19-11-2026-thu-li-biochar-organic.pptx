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image, no text on the image. Sources: Dr. Elaine Ingham, "How to Build Great Soil, Part 1", Diego Footer, 1:28: https://www.youtube.com/watch?v=ErMHR6Mc4Bk&amp;t=88s. [VERIFY with Wes] Confirm SFW's recommended way to charge biochar before the last paragraph runs. Library: Boubacar's biochar stills are 360 px wide, too small for 1200 x 627, so a cut-paper collage of biochar beside compost is used (biochar-compost).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m-biochar-compos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222" y="381000"/>
            <a:ext cx="5189554" cy="5210175"/>
          </a:xfrm>
          <a:prstGeom prst="rect">
            <a:avLst/>
          </a:prstGeom>
        </p:spPr>
      </p:pic>
      <p:pic>
        <p:nvPicPr>
          <p:cNvPr id="3" name="Picture 2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4725207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