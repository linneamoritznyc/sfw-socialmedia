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Type only. Sources: Dr. Elaine Ingham, "How to Build Great Soil, Part 1", Diego Footer, 2:24: https://www.youtube.com/watch?v=ErMHR6Mc4Bk&amp;t=144s; Dr. Elaine Ingham, "How to Build Great Soil, Part 1", Diego Footer, 11:58: https://www.youtube.com/watch?v=ErMHR6Mc4Bk&amp;t=718s. [VERIFY with Wes] The 20% and 60% figures are Elaine's. Wes to add a paper if there is one.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 with a drawn energy bar (exact fill). Collage: dandelion-short-root.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 with a drawn energy bar (exact fill). Collage: lettuce-long-root.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cupcakes-root-microbes.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tree-deep-roots (shared with the tree roots post).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73566"/>
            <a:ext cx="8763000" cy="2054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Where does a plant spend its sunlight?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2:24 and 11:58</a:t>
            </a:r>
          </a:p>
        </p:txBody>
      </p:sp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1428750"/>
            <a:ext cx="5715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2000" b="1" i="0">
                <a:solidFill>
                  <a:srgbClr val="DBE6A7"/>
                </a:solidFill>
                <a:latin typeface="Montserrat"/>
              </a:rPr>
              <a:t>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095750"/>
            <a:ext cx="5715000" cy="21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3F1EA"/>
                </a:solidFill>
                <a:latin typeface="Montserrat"/>
              </a:rPr>
              <a:t>A weed sends about 20% of its fixed energy to its roots.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0" y="1524000"/>
            <a:ext cx="2667000" cy="9525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1750" y="1524000"/>
            <a:ext cx="2095500" cy="95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dandelion-short-root-1.png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048750" y="2286000"/>
            <a:ext cx="476250" cy="8191500"/>
          </a:xfrm>
          <a:prstGeom prst="rect">
            <a:avLst/>
          </a:prstGeom>
          <a:noFill/>
          <a:ln w="28575">
            <a:solidFill>
              <a:srgbClr val="B1B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48750" y="8839200"/>
            <a:ext cx="476250" cy="16383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6750" y="10610850"/>
            <a:ext cx="1809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DBE6A7"/>
                </a:solidFill>
                <a:latin typeface="Montserrat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Dr. Elaine Ingham, How to Build Great Soil, Part 1, 2:24 and 11:58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1428750"/>
            <a:ext cx="5715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2000" b="1" i="0">
                <a:solidFill>
                  <a:srgbClr val="DBE6A7"/>
                </a:solidFill>
                <a:latin typeface="Montserrat"/>
              </a:rPr>
              <a:t>60%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095750"/>
            <a:ext cx="5715000" cy="2586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F3F1EA"/>
                </a:solidFill>
                <a:latin typeface="Montserrat"/>
              </a:rPr>
              <a:t>A vegetable sends about 60% below ground.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0" y="1524000"/>
            <a:ext cx="2667000" cy="9525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1750" y="1524000"/>
            <a:ext cx="2095500" cy="95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lettuce-long-root-1.png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048750" y="2286000"/>
            <a:ext cx="476250" cy="8191500"/>
          </a:xfrm>
          <a:prstGeom prst="rect">
            <a:avLst/>
          </a:prstGeom>
          <a:noFill/>
          <a:ln w="28575">
            <a:solidFill>
              <a:srgbClr val="B1B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48750" y="5562600"/>
            <a:ext cx="476250" cy="49149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6750" y="10610850"/>
            <a:ext cx="1809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DBE6A7"/>
                </a:solidFill>
                <a:latin typeface="Montserrat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Dr. Elaine Ingham, How to Build Great Soil, Part 1, 2:24 and 11:58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91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About half of that leaks into the soil as exudates: food for bacteria and fungi.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6000750"/>
            <a:ext cx="8763000" cy="5334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6000750"/>
            <a:ext cx="8191500" cy="53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cupcakes-root-microbes-1.png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2:24 and 11:58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333130"/>
                </a:solidFill>
                <a:latin typeface="Montserrat"/>
              </a:rPr>
              <a:t>More energy below ground means more life at the root, deeper roots and stronger soil structure.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6000750"/>
            <a:ext cx="8763000" cy="5334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6000750"/>
            <a:ext cx="8191500" cy="53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tree-deep-roots-1.png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2:24 and 11:58</a:t>
            </a:r>
          </a:p>
        </p:txBody>
      </p:sp>
      <p:pic>
        <p:nvPicPr>
          <p:cNvPr id="7" name="Picture 6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