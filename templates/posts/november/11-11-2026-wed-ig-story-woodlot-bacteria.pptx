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7 story, frame 1. Leave y 1100 to 1450 empty for the poll sticker (About 1,000 / Over a million). Collage: woodlot-pasture. Sources: Dr. Elaine Ingham, "How to Build Great Soil, Part 1", Diego Footer, 26:13: https://www.youtube.com/watch?v=ErMHR6Mc4Bk&amp;t=1573s. [VERIFY with Wes] Find the Michigan State study she refers to.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7 story, frame 2. No bacteria-rich micrograph in assets/microscopy/: placeholder under a Deep Green overlay at 50% until one is supplied (Wes).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3048000"/>
            <a:ext cx="8763000" cy="3086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800" b="1" i="0">
                <a:solidFill>
                  <a:srgbClr val="31662F"/>
                </a:solidFill>
                <a:latin typeface="Montserrat"/>
              </a:rPr>
              <a:t>“How many species of bacteria live in one Michigan woodlot?”</a:t>
            </a:r>
          </a:p>
        </p:txBody>
      </p:sp>
      <p:pic>
        <p:nvPicPr>
          <p:cNvPr id="4" name="Picture 3" descr="trim-woodlot-pastur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8481" y="6667500"/>
            <a:ext cx="4530037" cy="3619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333500" y="10572750"/>
            <a:ext cx="7620000" cy="3143250"/>
          </a:xfrm>
          <a:prstGeom prst="rect">
            <a:avLst/>
          </a:prstGeom>
          <a:noFill/>
          <a:ln w="19050">
            <a:solidFill>
              <a:srgbClr val="B1BC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3500" y="10572750"/>
            <a:ext cx="7620000" cy="3143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6A665C"/>
                </a:solidFill>
                <a:latin typeface="Montserrat"/>
              </a:rPr>
              <a:t>POLL STICKER</a:t>
            </a:r>
          </a:p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6A665C"/>
                </a:solidFill>
                <a:latin typeface="Montserrat"/>
              </a:rPr>
              <a:t>About 1,000 / Over a million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33455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8A91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43050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3F1EA"/>
                </a:solidFill>
                <a:latin typeface="Montserrat"/>
              </a:rPr>
              <a:t>PHOTO: bacteria-rich micrograph (Wes)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E3F1D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429000"/>
            <a:ext cx="8763000" cy="3881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F3F1EA"/>
                </a:solidFill>
                <a:latin typeface="EB Garamond"/>
              </a:rPr>
              <a:t>“Over a million. And the pasture next door has a different set.”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91383"/>
            <a:ext cx="8763000" cy="13221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Dr. Elaine Ingham, citing Michigan State University's Center for Microbial Ecology.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37160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3F1EA"/>
                </a:solidFill>
                <a:latin typeface="Source Sans 3"/>
              </a:rPr>
              <a:t>How to Build Great Soil, Part 1 · Diego Footer · 26:13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33455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