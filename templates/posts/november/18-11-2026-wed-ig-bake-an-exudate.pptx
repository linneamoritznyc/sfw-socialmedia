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Template 3, styled like a recipe card. Sources: Dr. Elaine Ingham, "How to Build Great Soil, Part 1", Diego Footer, 12:33: https://www.youtube.com/watch?v=ErMHR6Mc4Bk&amp;t=753s; Dr. Elaine Ingham, "How to Build Great Soil, Part 1", Diego Footer, 13:11: https://www.youtube.com/watch?v=ErMHR6Mc4Bk&amp;t=791s. Collage: mixing-bowl-root.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Template 3, styled like a recipe card. Collage: sugar-jars.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Template 3, styled like a recipe card. Collage: eggs-milk.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Template 3, styled like a recipe card. Collage: flour-sack.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Template 3, styled like a recipe card.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Template 3, styled like a recipe card. Collage: cupcakes-root-microbes.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98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Dr. Elaine's challenge: go to your kitchen and bake me an exudate. 🧁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8763000" cy="5334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000750"/>
            <a:ext cx="81915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mixing-bowl-root-1.png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13:11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6250" y="476250"/>
            <a:ext cx="9334500" cy="11906250"/>
          </a:xfrm>
          <a:prstGeom prst="rect">
            <a:avLst/>
          </a:prstGeom>
          <a:noFill/>
          <a:ln w="28575">
            <a:solidFill>
              <a:srgbClr val="C09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1049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918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Mostly sugar. White sugar, brown sugar, honey, syrup, molasses.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8763000" cy="5334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000750"/>
            <a:ext cx="81915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sugar-jars-1.png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13:11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250" y="476250"/>
            <a:ext cx="9334500" cy="11906250"/>
          </a:xfrm>
          <a:prstGeom prst="rect">
            <a:avLst/>
          </a:prstGeom>
          <a:noFill/>
          <a:ln w="28575">
            <a:solidFill>
              <a:srgbClr val="C09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1049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054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A little protein. Milk, eggs.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8763000" cy="5334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000750"/>
            <a:ext cx="81915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eggs-milk-1.png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13:11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250" y="476250"/>
            <a:ext cx="9334500" cy="11906250"/>
          </a:xfrm>
          <a:prstGeom prst="rect">
            <a:avLst/>
          </a:prstGeom>
          <a:noFill/>
          <a:ln w="28575">
            <a:solidFill>
              <a:srgbClr val="C09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1049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0543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A little carbohydrate. Flour.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8763000" cy="5334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000750"/>
            <a:ext cx="81915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flour-sack-1.png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13:11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476250" y="476250"/>
            <a:ext cx="9334500" cy="11906250"/>
          </a:xfrm>
          <a:prstGeom prst="rect">
            <a:avLst/>
          </a:prstGeom>
          <a:noFill/>
          <a:ln w="28575">
            <a:solidFill>
              <a:srgbClr val="C09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1049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109700"/>
            <a:ext cx="8763000" cy="578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Brown, complex sugars lean fungal. White sugar leans bacterial. The recipe decides who comes to eat.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13:11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476250" y="476250"/>
            <a:ext cx="9334500" cy="11906250"/>
          </a:xfrm>
          <a:prstGeom prst="rect">
            <a:avLst/>
          </a:prstGeom>
          <a:noFill/>
          <a:ln w="28575">
            <a:solidFill>
              <a:srgbClr val="C09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11049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3856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800" b="1" i="0">
                <a:solidFill>
                  <a:srgbClr val="333130"/>
                </a:solidFill>
                <a:latin typeface="Montserrat"/>
              </a:rPr>
              <a:t>Roots bake many recipes at once, each one for the microbes doing a job the plant needs done.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762000" y="6000750"/>
            <a:ext cx="8763000" cy="5334000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7750" y="6000750"/>
            <a:ext cx="81915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1" i="0">
                <a:solidFill>
                  <a:srgbClr val="4A463F"/>
                </a:solidFill>
                <a:latin typeface="Montserrat"/>
              </a:rPr>
              <a:t>COLLAGE: cupcakes-root-microbes-1.png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12:33 and 13:11</a:t>
            </a:r>
          </a:p>
        </p:txBody>
      </p:sp>
      <p:pic>
        <p:nvPicPr>
          <p:cNvPr id="7" name="Picture 6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76250" y="476250"/>
            <a:ext cx="9334500" cy="11906250"/>
          </a:xfrm>
          <a:prstGeom prst="rect">
            <a:avLst/>
          </a:prstGeom>
          <a:noFill/>
          <a:ln w="28575">
            <a:solidFill>
              <a:srgbClr val="C09D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104900"/>
            <a:ext cx="1143000" cy="38100"/>
          </a:xfrm>
          <a:prstGeom prst="rect">
            <a:avLst/>
          </a:prstGeom>
          <a:solidFill>
            <a:srgbClr val="C09D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