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reel cover. Collage: flagellate-ciliate. Sources: Dr. Elaine Ingham, "How to Build Great Soil, Part 1", Diego Footer, 19:28: https://www.youtube.com/watch?v=ErMHR6Mc4Bk&amp;t=1168s. Ingham, Soil Biology Primer, USDA NRCS: https://scholar.google.com/scholar?q=Ingham+Soil+Biology+Primer+USDA+NRCS. Library footage and stills: amoeba: assets/video/sfw-amoeba-*.mp4, assets/gif/amoeba-*.gif, assets/microscopy/sfw-amoeba-still-*.jpg, amoeba-poster-1 to 3.jpg, cutout-2.png; testate amoeba: cutout-1.png, testate-amoeba-encysting-40x-*.jpg; ciliate: cutout-3.png, cutout-4.png (stalked ciliates); flagellate: none in the library (Wes).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caption card 1: 64 pt Montserrat Bold Cream, Deep Green outline, no background (export as PNG with transparency and lay over the footage).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caption card 2: 64 pt Montserrat Bold Cream, Deep Green outline, no background (export as PNG with transparency and lay over the footage).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caption card 3: 64 pt Montserrat Bold Cream, Deep Green outline, no background (export as PNG with transparency and lay over the footage).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6 caption card 4: 64 pt Montserrat Bold Cream, Deep Green outline, no background (export as PNG with transparency and lay over the footage).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4765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304800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F3F1EA"/>
                </a:solidFill>
                <a:latin typeface="Montserrat"/>
              </a:rPr>
              <a:t>The oxygen gauge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905500"/>
            <a:ext cx="8763000" cy="78105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5905500"/>
            <a:ext cx="8191500" cy="781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flagellate-ciliate-1.png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33455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736775"/>
            <a:ext cx="87630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“Is your compost running out of oxygen?”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736775"/>
            <a:ext cx="87630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“Flagellates and amoebae: oxygen is fine.”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736775"/>
            <a:ext cx="87630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“Ciliates waking up: oxygen is dropping.”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736775"/>
            <a:ext cx="87630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“More ciliates than flagellates? Turn the pile.”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