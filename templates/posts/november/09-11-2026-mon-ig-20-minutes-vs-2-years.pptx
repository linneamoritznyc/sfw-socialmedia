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number, two numbers side by side. Sources: Dr. Elaine Ingham, "How to Build Great Soil, Part 1", Diego Footer, 7:06: https://www.youtube.com/watch?v=ErMHR6Mc4Bk&amp;t=426s; Dr. Elaine Ingham, "How to Build Great Soil, Part 1", Diego Footer, 7:51: https://www.youtube.com/watch?v=ErMHR6Mc4Bk&amp;t=471s; Dr. Elaine Ingham, "How to Build Great Soil, Part 1", Diego Footer, 8:16: https://www.youtube.com/watch?v=ErMHR6Mc4Bk&amp;t=496s. [VERIFY with Wes] The nematode life cycle on slide 3.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Library cutout: cute-bacterium-1.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Microscopy: assets/microscopy/cutout-6.png (nematode). [VERIFY with Wes] nematode life cycle.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city-block-weed.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1B quote, Legacy Purple (Dr. Elaine content). Quote at 7:06.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Type only.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810000"/>
            <a:ext cx="4476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400" b="1" i="0">
                <a:solidFill>
                  <a:srgbClr val="DBE6A7"/>
                </a:solidFill>
                <a:latin typeface="Montserrat"/>
              </a:rPr>
              <a:t>20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0" y="3810000"/>
            <a:ext cx="381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400" b="1" i="0">
                <a:solidFill>
                  <a:srgbClr val="F3F1EA"/>
                </a:solidFill>
                <a:latin typeface="Montserrat"/>
              </a:rPr>
              <a:t>2 yrs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81625" y="3810000"/>
            <a:ext cx="28575" cy="12382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477000"/>
            <a:ext cx="8763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20 minutes vs 2 years.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986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Some disease-causing bacteria can double every 20 minutes.</a:t>
            </a:r>
          </a:p>
        </p:txBody>
      </p:sp>
      <p:pic>
        <p:nvPicPr>
          <p:cNvPr id="3" name="Picture 2" descr="trim-cute-bacteriu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499" y="6762750"/>
            <a:ext cx="406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6519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333130"/>
                </a:solidFill>
                <a:latin typeface="Montserrat"/>
              </a:rPr>
              <a:t>Some beneficial nematodes reproduce once every two years, and lay one or two eggs.</a:t>
            </a:r>
          </a:p>
        </p:txBody>
      </p:sp>
      <p:pic>
        <p:nvPicPr>
          <p:cNvPr id="3" name="Picture 2" descr="trim-cutout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28" y="6381750"/>
            <a:ext cx="8019142" cy="495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418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333130"/>
                </a:solidFill>
                <a:latin typeface="Montserrat"/>
              </a:rPr>
              <a:t>Kill everything in a soil and the fast ones move in first. Dr. Elaine compared it to gangsters moving into a trashed city block.</a:t>
            </a:r>
          </a:p>
        </p:txBody>
      </p:sp>
      <p:pic>
        <p:nvPicPr>
          <p:cNvPr id="3" name="Picture 2" descr="trim-city-block-weed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6381750"/>
            <a:ext cx="4953000" cy="495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4C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50" y="3362430"/>
            <a:ext cx="28575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DBE6A7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457930"/>
            <a:ext cx="8763000" cy="2514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0" b="0" i="1">
                <a:solidFill>
                  <a:srgbClr val="F3F1EA"/>
                </a:solidFill>
                <a:latin typeface="EB Garamond"/>
              </a:rPr>
              <a:t>There is no way to kill just the bad guys.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8258069"/>
            <a:ext cx="1143000" cy="381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8543819"/>
            <a:ext cx="8763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F3F1EA"/>
                </a:solidFill>
                <a:latin typeface="Montserrat"/>
              </a:rPr>
              <a:t>Dr. Elaine Ingham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9001019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Source Sans 3"/>
              </a:rPr>
              <a:t>How to Build Great Soil, Part 1 · Diego Footer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How to Build Great Soil, Part 1, 7:06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3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109700"/>
            <a:ext cx="8763000" cy="578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The faster way back: inoculate with biologically complete compost, so the beneficials arrive in numbers.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