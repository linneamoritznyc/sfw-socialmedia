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number, two numbers side by side. Sources: Dr. Elaine Ingham, "How to Build Great Soil, Part 1", Diego Footer, 7:06: https://www.youtube.com/watch?v=ErMHR6Mc4Bk&amp;t=426s; Dr. Elaine Ingham, "How to Build Great Soil, Part 1", Diego Footer, 7:51: https://www.youtube.com/watch?v=ErMHR6Mc4Bk&amp;t=471s; Dr. Elaine Ingham, "How to Build Great Soil, Part 1", Diego Footer, 8:16: https://www.youtube.com/watch?v=ErMHR6Mc4Bk&amp;t=496s. [VERIFY with Wes] The nematode life cycle on slide 3.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Library cutout: cute-bacterium-1.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Microscopy: assets/microscopy/cutout-6.png (nematode). [VERIFY with Wes] nematode life cycle.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city-block-weed.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1B quote, Legacy Purple (Dr. Elaine content). Quote at 7:06.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429000"/>
            <a:ext cx="4191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DBE6A7"/>
                </a:solidFill>
                <a:latin typeface="Montserrat"/>
              </a:rPr>
              <a:t>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0" y="3429000"/>
            <a:ext cx="43815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3F1EA"/>
                </a:solidFill>
                <a:latin typeface="Montserrat"/>
              </a:rPr>
              <a:t>2 yrs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3619500"/>
            <a:ext cx="28575" cy="20955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4770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20 minutes vs 2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7:06, 7:51 and 8:16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98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Some disease-causing bacteria can double every 20 minutes.</a:t>
            </a:r>
          </a:p>
        </p:txBody>
      </p:sp>
      <p:pic>
        <p:nvPicPr>
          <p:cNvPr id="3" name="Picture 2" descr="trim-cute-bacteriu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499" y="6762750"/>
            <a:ext cx="406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7:06, 7:51 and 8:16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651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333130"/>
                </a:solidFill>
                <a:latin typeface="Montserrat"/>
              </a:rPr>
              <a:t>Some beneficial nematodes reproduce once every two years, and lay one or two eggs.</a:t>
            </a:r>
          </a:p>
        </p:txBody>
      </p:sp>
      <p:pic>
        <p:nvPicPr>
          <p:cNvPr id="3" name="Picture 2" descr="trim-cutout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28" y="6381750"/>
            <a:ext cx="8019142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7:06, 7:51 and 8:16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18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Kill everything in a soil and the fast ones move in first. Dr. Elaine compared it to gangsters moving into a trashed city block.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381750"/>
            <a:ext cx="8763000" cy="4953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381750"/>
            <a:ext cx="819150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city-block-weed-1.png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7:06, 7:51 and 8:16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3362430"/>
            <a:ext cx="285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DBE6A7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457930"/>
            <a:ext cx="8763000" cy="2514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0" i="1">
                <a:solidFill>
                  <a:srgbClr val="F3F1EA"/>
                </a:solidFill>
                <a:latin typeface="EB Garamond"/>
              </a:rPr>
              <a:t>There is no way to kill just the bad guys.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258069"/>
            <a:ext cx="1143000" cy="381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543819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3F1EA"/>
                </a:solidFill>
                <a:latin typeface="Montserrat"/>
              </a:rPr>
              <a:t>Dr. Elaine Ingham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001019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BE6A7"/>
                </a:solidFill>
                <a:latin typeface="Source Sans 3"/>
              </a:rPr>
              <a:t>How to Build Great Soil, Part 1 · Diego Footer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How to Build Great Soil, Part 1, 7:06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109700"/>
            <a:ext cx="8763000" cy="5782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The faster way back: inoculate with biologically complete compost, so the beneficials arrive in numbers.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7:06, 7:51 and 8:16</a:t>
            </a:r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